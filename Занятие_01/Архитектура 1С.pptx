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46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E4B1E9-CDD4-42E2-876B-8DC2E3759C73}" type="doc">
      <dgm:prSet loTypeId="urn:microsoft.com/office/officeart/2005/8/layout/bList2" loCatId="list" qsTypeId="urn:microsoft.com/office/officeart/2005/8/quickstyle/simple3" qsCatId="simple" csTypeId="urn:microsoft.com/office/officeart/2005/8/colors/accent1_2" csCatId="accent1" phldr="1"/>
      <dgm:spPr/>
    </dgm:pt>
    <dgm:pt modelId="{BA6BDA2B-3809-46B9-906C-E76C622D7663}">
      <dgm:prSet phldrT="[Текст]"/>
      <dgm:spPr/>
      <dgm:t>
        <a:bodyPr/>
        <a:lstStyle/>
        <a:p>
          <a:r>
            <a:rPr lang="ru-RU" dirty="0" smtClean="0"/>
            <a:t>Толстый клиент</a:t>
          </a:r>
          <a:endParaRPr lang="ru-RU" dirty="0"/>
        </a:p>
      </dgm:t>
    </dgm:pt>
    <dgm:pt modelId="{A8C7BBEB-8F75-40D9-AD94-8C797EB00FAC}" type="parTrans" cxnId="{73B2E487-D435-439B-8CC3-0AA66B244614}">
      <dgm:prSet/>
      <dgm:spPr/>
      <dgm:t>
        <a:bodyPr/>
        <a:lstStyle/>
        <a:p>
          <a:endParaRPr lang="ru-RU"/>
        </a:p>
      </dgm:t>
    </dgm:pt>
    <dgm:pt modelId="{D1076CB6-B1D3-43F6-89A4-016259E2C169}" type="sibTrans" cxnId="{73B2E487-D435-439B-8CC3-0AA66B244614}">
      <dgm:prSet/>
      <dgm:spPr/>
      <dgm:t>
        <a:bodyPr/>
        <a:lstStyle/>
        <a:p>
          <a:endParaRPr lang="ru-RU"/>
        </a:p>
      </dgm:t>
    </dgm:pt>
    <dgm:pt modelId="{147E80F7-9097-4857-A998-383B2BA94671}">
      <dgm:prSet phldrT="[Текст]"/>
      <dgm:spPr/>
      <dgm:t>
        <a:bodyPr/>
        <a:lstStyle/>
        <a:p>
          <a:r>
            <a:rPr lang="ru-RU" dirty="0" smtClean="0"/>
            <a:t>Тонкий клиент</a:t>
          </a:r>
          <a:endParaRPr lang="ru-RU" dirty="0"/>
        </a:p>
      </dgm:t>
    </dgm:pt>
    <dgm:pt modelId="{625E6DDB-893D-45B6-8022-582BE21769FA}" type="parTrans" cxnId="{A6293D55-B8F9-4750-9A5D-BD83B2E18F8C}">
      <dgm:prSet/>
      <dgm:spPr/>
      <dgm:t>
        <a:bodyPr/>
        <a:lstStyle/>
        <a:p>
          <a:endParaRPr lang="ru-RU"/>
        </a:p>
      </dgm:t>
    </dgm:pt>
    <dgm:pt modelId="{A99A34EB-624E-4A00-84C3-BD754E02639F}" type="sibTrans" cxnId="{A6293D55-B8F9-4750-9A5D-BD83B2E18F8C}">
      <dgm:prSet/>
      <dgm:spPr/>
      <dgm:t>
        <a:bodyPr/>
        <a:lstStyle/>
        <a:p>
          <a:endParaRPr lang="ru-RU"/>
        </a:p>
      </dgm:t>
    </dgm:pt>
    <dgm:pt modelId="{3AE4516D-D647-4E91-9801-5657E77DB0F7}">
      <dgm:prSet phldrT="[Текст]"/>
      <dgm:spPr/>
      <dgm:t>
        <a:bodyPr/>
        <a:lstStyle/>
        <a:p>
          <a:r>
            <a:rPr lang="en-US" dirty="0" smtClean="0"/>
            <a:t>Web </a:t>
          </a:r>
          <a:r>
            <a:rPr lang="ru-RU" dirty="0" smtClean="0"/>
            <a:t>клиент</a:t>
          </a:r>
          <a:endParaRPr lang="ru-RU" dirty="0"/>
        </a:p>
      </dgm:t>
    </dgm:pt>
    <dgm:pt modelId="{A1E467E5-651E-4AC6-B47F-6D9672E31842}" type="parTrans" cxnId="{AA348272-DA77-4C35-98D8-8014980166C3}">
      <dgm:prSet/>
      <dgm:spPr/>
      <dgm:t>
        <a:bodyPr/>
        <a:lstStyle/>
        <a:p>
          <a:endParaRPr lang="ru-RU"/>
        </a:p>
      </dgm:t>
    </dgm:pt>
    <dgm:pt modelId="{DBDFB307-82A6-43F1-8BD6-3BD52CA3B8D6}" type="sibTrans" cxnId="{AA348272-DA77-4C35-98D8-8014980166C3}">
      <dgm:prSet/>
      <dgm:spPr/>
      <dgm:t>
        <a:bodyPr/>
        <a:lstStyle/>
        <a:p>
          <a:endParaRPr lang="ru-RU"/>
        </a:p>
      </dgm:t>
    </dgm:pt>
    <dgm:pt modelId="{9FEF6FD3-10C4-4BB2-8602-0ACBD53F9968}">
      <dgm:prSet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Двухзвенная архитектура</a:t>
          </a:r>
          <a:endParaRPr lang="ru-RU" dirty="0"/>
        </a:p>
      </dgm:t>
    </dgm:pt>
    <dgm:pt modelId="{F829B828-659E-47E5-BBF8-0D3A247B2F5D}" type="parTrans" cxnId="{C4122E4B-4F11-462D-8631-24CA9302DA8D}">
      <dgm:prSet/>
      <dgm:spPr/>
      <dgm:t>
        <a:bodyPr/>
        <a:lstStyle/>
        <a:p>
          <a:endParaRPr lang="ru-RU"/>
        </a:p>
      </dgm:t>
    </dgm:pt>
    <dgm:pt modelId="{1391504E-E7BF-409F-9E07-1A31086A6DE0}" type="sibTrans" cxnId="{C4122E4B-4F11-462D-8631-24CA9302DA8D}">
      <dgm:prSet/>
      <dgm:spPr/>
      <dgm:t>
        <a:bodyPr/>
        <a:lstStyle/>
        <a:p>
          <a:endParaRPr lang="ru-RU"/>
        </a:p>
      </dgm:t>
    </dgm:pt>
    <dgm:pt modelId="{476017E9-63AB-4329-A006-DB591F05F860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Трехзвенная архитектура</a:t>
          </a:r>
          <a:endParaRPr lang="ru-RU" dirty="0"/>
        </a:p>
      </dgm:t>
    </dgm:pt>
    <dgm:pt modelId="{42EA8CF8-75B8-4F6B-98F5-536645059618}" type="parTrans" cxnId="{AC6DB940-8A9D-4AB3-8C01-51C218FC02A1}">
      <dgm:prSet/>
      <dgm:spPr/>
      <dgm:t>
        <a:bodyPr/>
        <a:lstStyle/>
        <a:p>
          <a:endParaRPr lang="ru-RU"/>
        </a:p>
      </dgm:t>
    </dgm:pt>
    <dgm:pt modelId="{4CC0543A-D9B2-47BC-9E35-05636F705D27}" type="sibTrans" cxnId="{AC6DB940-8A9D-4AB3-8C01-51C218FC02A1}">
      <dgm:prSet/>
      <dgm:spPr/>
      <dgm:t>
        <a:bodyPr/>
        <a:lstStyle/>
        <a:p>
          <a:endParaRPr lang="ru-RU"/>
        </a:p>
      </dgm:t>
    </dgm:pt>
    <dgm:pt modelId="{87E24A76-B311-4385-ADC8-5B44E73033F8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Трехзвенная архитектура</a:t>
          </a:r>
          <a:endParaRPr lang="ru-RU" dirty="0"/>
        </a:p>
      </dgm:t>
    </dgm:pt>
    <dgm:pt modelId="{6998F4A6-BAE1-4797-B275-F39664B99FC2}" type="parTrans" cxnId="{A8D2BCFD-6E8D-4757-93AD-A8067DF9ABEE}">
      <dgm:prSet/>
      <dgm:spPr/>
      <dgm:t>
        <a:bodyPr/>
        <a:lstStyle/>
        <a:p>
          <a:endParaRPr lang="ru-RU"/>
        </a:p>
      </dgm:t>
    </dgm:pt>
    <dgm:pt modelId="{639AB5F0-CE25-4632-8F9D-DA4B9D1BDACF}" type="sibTrans" cxnId="{A8D2BCFD-6E8D-4757-93AD-A8067DF9ABEE}">
      <dgm:prSet/>
      <dgm:spPr/>
      <dgm:t>
        <a:bodyPr/>
        <a:lstStyle/>
        <a:p>
          <a:endParaRPr lang="ru-RU"/>
        </a:p>
      </dgm:t>
    </dgm:pt>
    <dgm:pt modelId="{4DCB6290-70F8-4486-A9A5-ACD0FC7D3AB1}" type="pres">
      <dgm:prSet presAssocID="{6BE4B1E9-CDD4-42E2-876B-8DC2E3759C73}" presName="diagram" presStyleCnt="0">
        <dgm:presLayoutVars>
          <dgm:dir/>
          <dgm:animLvl val="lvl"/>
          <dgm:resizeHandles val="exact"/>
        </dgm:presLayoutVars>
      </dgm:prSet>
      <dgm:spPr/>
    </dgm:pt>
    <dgm:pt modelId="{6DBAB53B-E2AD-4AA4-85AC-64301CE28B3F}" type="pres">
      <dgm:prSet presAssocID="{BA6BDA2B-3809-46B9-906C-E76C622D7663}" presName="compNode" presStyleCnt="0"/>
      <dgm:spPr/>
    </dgm:pt>
    <dgm:pt modelId="{50E1E88C-A256-422E-9EBD-F8F94146236E}" type="pres">
      <dgm:prSet presAssocID="{BA6BDA2B-3809-46B9-906C-E76C622D7663}" presName="childRect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498FB4-05F0-4F5F-9860-E5780C0A119A}" type="pres">
      <dgm:prSet presAssocID="{BA6BDA2B-3809-46B9-906C-E76C622D7663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2CFCD8-AA9C-48C3-A75F-F60F507229AD}" type="pres">
      <dgm:prSet presAssocID="{BA6BDA2B-3809-46B9-906C-E76C622D7663}" presName="parentRect" presStyleLbl="alignNode1" presStyleIdx="0" presStyleCnt="3"/>
      <dgm:spPr/>
      <dgm:t>
        <a:bodyPr/>
        <a:lstStyle/>
        <a:p>
          <a:endParaRPr lang="ru-RU"/>
        </a:p>
      </dgm:t>
    </dgm:pt>
    <dgm:pt modelId="{BD6D4334-5BFC-4673-89F2-70458D2F0A1B}" type="pres">
      <dgm:prSet presAssocID="{BA6BDA2B-3809-46B9-906C-E76C622D7663}" presName="adorn" presStyleLbl="fgAccFollowNode1" presStyleIdx="0" presStyleCnt="3" custLinFactX="-20158" custLinFactY="1949" custLinFactNeighborX="-100000" custLinFactNeighborY="100000"/>
      <dgm:spPr/>
    </dgm:pt>
    <dgm:pt modelId="{FA7061E5-6B9F-4763-9C2C-FFA4D208F28F}" type="pres">
      <dgm:prSet presAssocID="{D1076CB6-B1D3-43F6-89A4-016259E2C169}" presName="sibTrans" presStyleLbl="sibTrans2D1" presStyleIdx="0" presStyleCnt="0"/>
      <dgm:spPr/>
      <dgm:t>
        <a:bodyPr/>
        <a:lstStyle/>
        <a:p>
          <a:endParaRPr lang="ru-RU"/>
        </a:p>
      </dgm:t>
    </dgm:pt>
    <dgm:pt modelId="{425206DF-DF8A-4ACE-A965-9B9995822542}" type="pres">
      <dgm:prSet presAssocID="{147E80F7-9097-4857-A998-383B2BA94671}" presName="compNode" presStyleCnt="0"/>
      <dgm:spPr/>
    </dgm:pt>
    <dgm:pt modelId="{7C7B2B67-A09A-47B8-9BB0-DF10101B32B9}" type="pres">
      <dgm:prSet presAssocID="{147E80F7-9097-4857-A998-383B2BA94671}" presName="childRect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6C26B9A-6043-4DDD-832B-53F3E7B56CF5}" type="pres">
      <dgm:prSet presAssocID="{147E80F7-9097-4857-A998-383B2BA94671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2659E5-A6CE-4120-9778-F2B29AB0AD01}" type="pres">
      <dgm:prSet presAssocID="{147E80F7-9097-4857-A998-383B2BA94671}" presName="parentRect" presStyleLbl="alignNode1" presStyleIdx="1" presStyleCnt="3"/>
      <dgm:spPr/>
      <dgm:t>
        <a:bodyPr/>
        <a:lstStyle/>
        <a:p>
          <a:endParaRPr lang="ru-RU"/>
        </a:p>
      </dgm:t>
    </dgm:pt>
    <dgm:pt modelId="{45F56922-E1CA-4DE3-A51A-CEA915922C10}" type="pres">
      <dgm:prSet presAssocID="{147E80F7-9097-4857-A998-383B2BA94671}" presName="adorn" presStyleLbl="fgAccFollowNode1" presStyleIdx="1" presStyleCnt="3" custLinFactX="-21989" custLinFactY="1949" custLinFactNeighborX="-100000" custLinFactNeighborY="100000"/>
      <dgm:spPr/>
    </dgm:pt>
    <dgm:pt modelId="{3E51D16A-0E46-4EC3-9211-17642B2F1BA0}" type="pres">
      <dgm:prSet presAssocID="{A99A34EB-624E-4A00-84C3-BD754E02639F}" presName="sibTrans" presStyleLbl="sibTrans2D1" presStyleIdx="0" presStyleCnt="0"/>
      <dgm:spPr/>
      <dgm:t>
        <a:bodyPr/>
        <a:lstStyle/>
        <a:p>
          <a:endParaRPr lang="ru-RU"/>
        </a:p>
      </dgm:t>
    </dgm:pt>
    <dgm:pt modelId="{D0A62ADC-BFFC-4DB3-8BDF-59D24088BFD8}" type="pres">
      <dgm:prSet presAssocID="{3AE4516D-D647-4E91-9801-5657E77DB0F7}" presName="compNode" presStyleCnt="0"/>
      <dgm:spPr/>
    </dgm:pt>
    <dgm:pt modelId="{7007F0F2-F5F8-4EC0-A041-D1E19BCA05B1}" type="pres">
      <dgm:prSet presAssocID="{3AE4516D-D647-4E91-9801-5657E77DB0F7}" presName="childRect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AC2421-5405-4BEA-B795-B0E2133A3749}" type="pres">
      <dgm:prSet presAssocID="{3AE4516D-D647-4E91-9801-5657E77DB0F7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0049D3-3265-46CC-A671-991318EF0BA8}" type="pres">
      <dgm:prSet presAssocID="{3AE4516D-D647-4E91-9801-5657E77DB0F7}" presName="parentRect" presStyleLbl="alignNode1" presStyleIdx="2" presStyleCnt="3"/>
      <dgm:spPr/>
      <dgm:t>
        <a:bodyPr/>
        <a:lstStyle/>
        <a:p>
          <a:endParaRPr lang="ru-RU"/>
        </a:p>
      </dgm:t>
    </dgm:pt>
    <dgm:pt modelId="{54E5F5DF-46B8-4AAF-B1E8-004D01368152}" type="pres">
      <dgm:prSet presAssocID="{3AE4516D-D647-4E91-9801-5657E77DB0F7}" presName="adorn" presStyleLbl="fgAccFollowNode1" presStyleIdx="2" presStyleCnt="3" custLinFactX="-5862" custLinFactNeighborX="-100000" custLinFactNeighborY="94197"/>
      <dgm:spPr/>
    </dgm:pt>
  </dgm:ptLst>
  <dgm:cxnLst>
    <dgm:cxn modelId="{AC6DB940-8A9D-4AB3-8C01-51C218FC02A1}" srcId="{147E80F7-9097-4857-A998-383B2BA94671}" destId="{476017E9-63AB-4329-A006-DB591F05F860}" srcOrd="0" destOrd="0" parTransId="{42EA8CF8-75B8-4F6B-98F5-536645059618}" sibTransId="{4CC0543A-D9B2-47BC-9E35-05636F705D27}"/>
    <dgm:cxn modelId="{E48EF777-D50C-45D0-9E52-3E88190D1798}" type="presOf" srcId="{BA6BDA2B-3809-46B9-906C-E76C622D7663}" destId="{E02CFCD8-AA9C-48C3-A75F-F60F507229AD}" srcOrd="1" destOrd="0" presId="urn:microsoft.com/office/officeart/2005/8/layout/bList2"/>
    <dgm:cxn modelId="{A6293D55-B8F9-4750-9A5D-BD83B2E18F8C}" srcId="{6BE4B1E9-CDD4-42E2-876B-8DC2E3759C73}" destId="{147E80F7-9097-4857-A998-383B2BA94671}" srcOrd="1" destOrd="0" parTransId="{625E6DDB-893D-45B6-8022-582BE21769FA}" sibTransId="{A99A34EB-624E-4A00-84C3-BD754E02639F}"/>
    <dgm:cxn modelId="{AFBD723C-C297-465E-978E-5CBD8B29A341}" type="presOf" srcId="{9FEF6FD3-10C4-4BB2-8602-0ACBD53F9968}" destId="{50E1E88C-A256-422E-9EBD-F8F94146236E}" srcOrd="0" destOrd="0" presId="urn:microsoft.com/office/officeart/2005/8/layout/bList2"/>
    <dgm:cxn modelId="{A8D2BCFD-6E8D-4757-93AD-A8067DF9ABEE}" srcId="{3AE4516D-D647-4E91-9801-5657E77DB0F7}" destId="{87E24A76-B311-4385-ADC8-5B44E73033F8}" srcOrd="0" destOrd="0" parTransId="{6998F4A6-BAE1-4797-B275-F39664B99FC2}" sibTransId="{639AB5F0-CE25-4632-8F9D-DA4B9D1BDACF}"/>
    <dgm:cxn modelId="{3120D4E9-4E15-4BED-A524-FFAD5E45A588}" type="presOf" srcId="{D1076CB6-B1D3-43F6-89A4-016259E2C169}" destId="{FA7061E5-6B9F-4763-9C2C-FFA4D208F28F}" srcOrd="0" destOrd="0" presId="urn:microsoft.com/office/officeart/2005/8/layout/bList2"/>
    <dgm:cxn modelId="{50101272-3B91-4005-8AB8-5A04D7C38A10}" type="presOf" srcId="{6BE4B1E9-CDD4-42E2-876B-8DC2E3759C73}" destId="{4DCB6290-70F8-4486-A9A5-ACD0FC7D3AB1}" srcOrd="0" destOrd="0" presId="urn:microsoft.com/office/officeart/2005/8/layout/bList2"/>
    <dgm:cxn modelId="{FE1B496E-B9C4-4F3D-BF97-F3061035ED3E}" type="presOf" srcId="{87E24A76-B311-4385-ADC8-5B44E73033F8}" destId="{7007F0F2-F5F8-4EC0-A041-D1E19BCA05B1}" srcOrd="0" destOrd="0" presId="urn:microsoft.com/office/officeart/2005/8/layout/bList2"/>
    <dgm:cxn modelId="{C3CAEB25-9F67-4D76-80B6-7E8125C79B0C}" type="presOf" srcId="{3AE4516D-D647-4E91-9801-5657E77DB0F7}" destId="{82AC2421-5405-4BEA-B795-B0E2133A3749}" srcOrd="0" destOrd="0" presId="urn:microsoft.com/office/officeart/2005/8/layout/bList2"/>
    <dgm:cxn modelId="{01E68C4F-058B-42CD-8668-90E1E5E04F11}" type="presOf" srcId="{A99A34EB-624E-4A00-84C3-BD754E02639F}" destId="{3E51D16A-0E46-4EC3-9211-17642B2F1BA0}" srcOrd="0" destOrd="0" presId="urn:microsoft.com/office/officeart/2005/8/layout/bList2"/>
    <dgm:cxn modelId="{22531F9A-E336-42AB-A592-6FC238182ED4}" type="presOf" srcId="{BA6BDA2B-3809-46B9-906C-E76C622D7663}" destId="{D9498FB4-05F0-4F5F-9860-E5780C0A119A}" srcOrd="0" destOrd="0" presId="urn:microsoft.com/office/officeart/2005/8/layout/bList2"/>
    <dgm:cxn modelId="{B38AE4C8-6E7A-42BC-AF19-D615C6B02BB6}" type="presOf" srcId="{476017E9-63AB-4329-A006-DB591F05F860}" destId="{7C7B2B67-A09A-47B8-9BB0-DF10101B32B9}" srcOrd="0" destOrd="0" presId="urn:microsoft.com/office/officeart/2005/8/layout/bList2"/>
    <dgm:cxn modelId="{73B2E487-D435-439B-8CC3-0AA66B244614}" srcId="{6BE4B1E9-CDD4-42E2-876B-8DC2E3759C73}" destId="{BA6BDA2B-3809-46B9-906C-E76C622D7663}" srcOrd="0" destOrd="0" parTransId="{A8C7BBEB-8F75-40D9-AD94-8C797EB00FAC}" sibTransId="{D1076CB6-B1D3-43F6-89A4-016259E2C169}"/>
    <dgm:cxn modelId="{886F87AB-4D58-4361-9261-7FBDFF5FCE26}" type="presOf" srcId="{3AE4516D-D647-4E91-9801-5657E77DB0F7}" destId="{570049D3-3265-46CC-A671-991318EF0BA8}" srcOrd="1" destOrd="0" presId="urn:microsoft.com/office/officeart/2005/8/layout/bList2"/>
    <dgm:cxn modelId="{C4122E4B-4F11-462D-8631-24CA9302DA8D}" srcId="{BA6BDA2B-3809-46B9-906C-E76C622D7663}" destId="{9FEF6FD3-10C4-4BB2-8602-0ACBD53F9968}" srcOrd="0" destOrd="0" parTransId="{F829B828-659E-47E5-BBF8-0D3A247B2F5D}" sibTransId="{1391504E-E7BF-409F-9E07-1A31086A6DE0}"/>
    <dgm:cxn modelId="{AA348272-DA77-4C35-98D8-8014980166C3}" srcId="{6BE4B1E9-CDD4-42E2-876B-8DC2E3759C73}" destId="{3AE4516D-D647-4E91-9801-5657E77DB0F7}" srcOrd="2" destOrd="0" parTransId="{A1E467E5-651E-4AC6-B47F-6D9672E31842}" sibTransId="{DBDFB307-82A6-43F1-8BD6-3BD52CA3B8D6}"/>
    <dgm:cxn modelId="{7E48F6AF-177F-44FE-8258-861145C29CA5}" type="presOf" srcId="{147E80F7-9097-4857-A998-383B2BA94671}" destId="{76C26B9A-6043-4DDD-832B-53F3E7B56CF5}" srcOrd="0" destOrd="0" presId="urn:microsoft.com/office/officeart/2005/8/layout/bList2"/>
    <dgm:cxn modelId="{8525E3F9-C8D6-49EE-A9A5-27014AFC0694}" type="presOf" srcId="{147E80F7-9097-4857-A998-383B2BA94671}" destId="{262659E5-A6CE-4120-9778-F2B29AB0AD01}" srcOrd="1" destOrd="0" presId="urn:microsoft.com/office/officeart/2005/8/layout/bList2"/>
    <dgm:cxn modelId="{CF64905B-C06F-47B9-8E16-3DDD0B015329}" type="presParOf" srcId="{4DCB6290-70F8-4486-A9A5-ACD0FC7D3AB1}" destId="{6DBAB53B-E2AD-4AA4-85AC-64301CE28B3F}" srcOrd="0" destOrd="0" presId="urn:microsoft.com/office/officeart/2005/8/layout/bList2"/>
    <dgm:cxn modelId="{461F264D-C7BC-4F0F-9FA4-ABF6C4236690}" type="presParOf" srcId="{6DBAB53B-E2AD-4AA4-85AC-64301CE28B3F}" destId="{50E1E88C-A256-422E-9EBD-F8F94146236E}" srcOrd="0" destOrd="0" presId="urn:microsoft.com/office/officeart/2005/8/layout/bList2"/>
    <dgm:cxn modelId="{990E69C0-D841-4AC0-91D6-75BDF53277E0}" type="presParOf" srcId="{6DBAB53B-E2AD-4AA4-85AC-64301CE28B3F}" destId="{D9498FB4-05F0-4F5F-9860-E5780C0A119A}" srcOrd="1" destOrd="0" presId="urn:microsoft.com/office/officeart/2005/8/layout/bList2"/>
    <dgm:cxn modelId="{0BFC6B88-C9F3-42F0-8F31-6B2DC2BD8D3D}" type="presParOf" srcId="{6DBAB53B-E2AD-4AA4-85AC-64301CE28B3F}" destId="{E02CFCD8-AA9C-48C3-A75F-F60F507229AD}" srcOrd="2" destOrd="0" presId="urn:microsoft.com/office/officeart/2005/8/layout/bList2"/>
    <dgm:cxn modelId="{347731AF-91E6-42C7-972C-0B1D0C3DBCA2}" type="presParOf" srcId="{6DBAB53B-E2AD-4AA4-85AC-64301CE28B3F}" destId="{BD6D4334-5BFC-4673-89F2-70458D2F0A1B}" srcOrd="3" destOrd="0" presId="urn:microsoft.com/office/officeart/2005/8/layout/bList2"/>
    <dgm:cxn modelId="{4AAAEDC6-4982-4483-A73D-58AC5178139E}" type="presParOf" srcId="{4DCB6290-70F8-4486-A9A5-ACD0FC7D3AB1}" destId="{FA7061E5-6B9F-4763-9C2C-FFA4D208F28F}" srcOrd="1" destOrd="0" presId="urn:microsoft.com/office/officeart/2005/8/layout/bList2"/>
    <dgm:cxn modelId="{E3F48BFE-DB0C-4882-B5A0-6B791F9EF084}" type="presParOf" srcId="{4DCB6290-70F8-4486-A9A5-ACD0FC7D3AB1}" destId="{425206DF-DF8A-4ACE-A965-9B9995822542}" srcOrd="2" destOrd="0" presId="urn:microsoft.com/office/officeart/2005/8/layout/bList2"/>
    <dgm:cxn modelId="{25689718-2A47-4733-8F70-D7D4AB79318B}" type="presParOf" srcId="{425206DF-DF8A-4ACE-A965-9B9995822542}" destId="{7C7B2B67-A09A-47B8-9BB0-DF10101B32B9}" srcOrd="0" destOrd="0" presId="urn:microsoft.com/office/officeart/2005/8/layout/bList2"/>
    <dgm:cxn modelId="{941307CF-4865-4F8A-B82C-985C84B56A38}" type="presParOf" srcId="{425206DF-DF8A-4ACE-A965-9B9995822542}" destId="{76C26B9A-6043-4DDD-832B-53F3E7B56CF5}" srcOrd="1" destOrd="0" presId="urn:microsoft.com/office/officeart/2005/8/layout/bList2"/>
    <dgm:cxn modelId="{BBA69874-5DF0-465C-968F-B6FF9E6F9E8C}" type="presParOf" srcId="{425206DF-DF8A-4ACE-A965-9B9995822542}" destId="{262659E5-A6CE-4120-9778-F2B29AB0AD01}" srcOrd="2" destOrd="0" presId="urn:microsoft.com/office/officeart/2005/8/layout/bList2"/>
    <dgm:cxn modelId="{4975D3C4-F894-46E2-AC26-053F8AE33741}" type="presParOf" srcId="{425206DF-DF8A-4ACE-A965-9B9995822542}" destId="{45F56922-E1CA-4DE3-A51A-CEA915922C10}" srcOrd="3" destOrd="0" presId="urn:microsoft.com/office/officeart/2005/8/layout/bList2"/>
    <dgm:cxn modelId="{ADAC3479-A33B-4C18-9B9B-603764DB079A}" type="presParOf" srcId="{4DCB6290-70F8-4486-A9A5-ACD0FC7D3AB1}" destId="{3E51D16A-0E46-4EC3-9211-17642B2F1BA0}" srcOrd="3" destOrd="0" presId="urn:microsoft.com/office/officeart/2005/8/layout/bList2"/>
    <dgm:cxn modelId="{6E4A04DC-DA25-4376-9330-7E2CF1730EDF}" type="presParOf" srcId="{4DCB6290-70F8-4486-A9A5-ACD0FC7D3AB1}" destId="{D0A62ADC-BFFC-4DB3-8BDF-59D24088BFD8}" srcOrd="4" destOrd="0" presId="urn:microsoft.com/office/officeart/2005/8/layout/bList2"/>
    <dgm:cxn modelId="{4CDAB336-AFAA-44BC-9698-99A997BE6F51}" type="presParOf" srcId="{D0A62ADC-BFFC-4DB3-8BDF-59D24088BFD8}" destId="{7007F0F2-F5F8-4EC0-A041-D1E19BCA05B1}" srcOrd="0" destOrd="0" presId="urn:microsoft.com/office/officeart/2005/8/layout/bList2"/>
    <dgm:cxn modelId="{5670F18C-E79A-4D30-B453-B3AB9D8A1063}" type="presParOf" srcId="{D0A62ADC-BFFC-4DB3-8BDF-59D24088BFD8}" destId="{82AC2421-5405-4BEA-B795-B0E2133A3749}" srcOrd="1" destOrd="0" presId="urn:microsoft.com/office/officeart/2005/8/layout/bList2"/>
    <dgm:cxn modelId="{55C8AE2E-D2AD-43FA-9737-34ED2FB6C660}" type="presParOf" srcId="{D0A62ADC-BFFC-4DB3-8BDF-59D24088BFD8}" destId="{570049D3-3265-46CC-A671-991318EF0BA8}" srcOrd="2" destOrd="0" presId="urn:microsoft.com/office/officeart/2005/8/layout/bList2"/>
    <dgm:cxn modelId="{C99B2230-8ABC-4F08-BC69-D6D7DFC9DC13}" type="presParOf" srcId="{D0A62ADC-BFFC-4DB3-8BDF-59D24088BFD8}" destId="{54E5F5DF-46B8-4AAF-B1E8-004D01368152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6FCD31-9CD7-46D7-A799-C7CDA4BD5040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C8AA887C-8420-4FEC-B310-2A5006E374B2}">
      <dgm:prSet phldrT="[Текст]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Толстый клиент</a:t>
          </a:r>
          <a:endParaRPr lang="ru-RU" dirty="0"/>
        </a:p>
      </dgm:t>
    </dgm:pt>
    <dgm:pt modelId="{9C79906A-F7E8-4134-9C1C-936806B8D79C}" type="parTrans" cxnId="{B301E3DF-1775-416E-8793-E889CDB70EF9}">
      <dgm:prSet/>
      <dgm:spPr/>
      <dgm:t>
        <a:bodyPr/>
        <a:lstStyle/>
        <a:p>
          <a:endParaRPr lang="ru-RU"/>
        </a:p>
      </dgm:t>
    </dgm:pt>
    <dgm:pt modelId="{3275B89E-C37C-4B52-8805-337DA880703E}" type="sibTrans" cxnId="{B301E3DF-1775-416E-8793-E889CDB70EF9}">
      <dgm:prSet/>
      <dgm:spPr/>
      <dgm:t>
        <a:bodyPr/>
        <a:lstStyle/>
        <a:p>
          <a:endParaRPr lang="ru-RU"/>
        </a:p>
      </dgm:t>
    </dgm:pt>
    <dgm:pt modelId="{5C1C04F5-C578-462B-A7CD-14D1377FD8F1}">
      <dgm:prSet phldrT="[Текст]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Тонкий клиент</a:t>
          </a:r>
          <a:endParaRPr lang="ru-RU" dirty="0"/>
        </a:p>
      </dgm:t>
    </dgm:pt>
    <dgm:pt modelId="{3BCDFFDA-12D0-43BD-BF46-BF7A8571BF6D}" type="parTrans" cxnId="{A3ACDE02-B8DC-4FB2-B66E-1F5A93EB961B}">
      <dgm:prSet/>
      <dgm:spPr/>
      <dgm:t>
        <a:bodyPr/>
        <a:lstStyle/>
        <a:p>
          <a:endParaRPr lang="ru-RU"/>
        </a:p>
      </dgm:t>
    </dgm:pt>
    <dgm:pt modelId="{2B483925-5DF3-440D-AA2D-109062DA1F9F}" type="sibTrans" cxnId="{A3ACDE02-B8DC-4FB2-B66E-1F5A93EB961B}">
      <dgm:prSet/>
      <dgm:spPr/>
      <dgm:t>
        <a:bodyPr/>
        <a:lstStyle/>
        <a:p>
          <a:endParaRPr lang="ru-RU"/>
        </a:p>
      </dgm:t>
    </dgm:pt>
    <dgm:pt modelId="{DA039EFD-83B7-46E6-BB4E-F3139C8B0EF9}">
      <dgm:prSet phldrT="[Текст]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Web </a:t>
          </a:r>
          <a:r>
            <a:rPr lang="ru-RU" dirty="0" smtClean="0"/>
            <a:t>клиент</a:t>
          </a:r>
          <a:endParaRPr lang="ru-RU" dirty="0"/>
        </a:p>
      </dgm:t>
    </dgm:pt>
    <dgm:pt modelId="{045F906D-B3AF-41D9-AB25-BFFEC3D07FEF}" type="parTrans" cxnId="{8D6645D0-EB90-4A6E-B84B-0E2A3F9FA85C}">
      <dgm:prSet/>
      <dgm:spPr/>
      <dgm:t>
        <a:bodyPr/>
        <a:lstStyle/>
        <a:p>
          <a:endParaRPr lang="ru-RU"/>
        </a:p>
      </dgm:t>
    </dgm:pt>
    <dgm:pt modelId="{9217A7F2-014F-4875-B7A0-5472C79A2B34}" type="sibTrans" cxnId="{8D6645D0-EB90-4A6E-B84B-0E2A3F9FA85C}">
      <dgm:prSet/>
      <dgm:spPr/>
      <dgm:t>
        <a:bodyPr/>
        <a:lstStyle/>
        <a:p>
          <a:endParaRPr lang="ru-RU"/>
        </a:p>
      </dgm:t>
    </dgm:pt>
    <dgm:pt modelId="{7F2367A6-5CC9-4B3B-A709-E928C933B17C}" type="pres">
      <dgm:prSet presAssocID="{9E6FCD31-9CD7-46D7-A799-C7CDA4BD5040}" presName="diagram" presStyleCnt="0">
        <dgm:presLayoutVars>
          <dgm:dir/>
          <dgm:animLvl val="lvl"/>
          <dgm:resizeHandles val="exact"/>
        </dgm:presLayoutVars>
      </dgm:prSet>
      <dgm:spPr/>
    </dgm:pt>
    <dgm:pt modelId="{C1E7BFFF-7E99-4F70-8599-1E3D1A41DABC}" type="pres">
      <dgm:prSet presAssocID="{C8AA887C-8420-4FEC-B310-2A5006E374B2}" presName="compNode" presStyleCnt="0"/>
      <dgm:spPr/>
    </dgm:pt>
    <dgm:pt modelId="{C70B0CE0-2FDD-4A44-B0EB-D794A5BB2D04}" type="pres">
      <dgm:prSet presAssocID="{C8AA887C-8420-4FEC-B310-2A5006E374B2}" presName="childRect" presStyleLbl="bgAcc1" presStyleIdx="0" presStyleCnt="3" custLinFactNeighborX="-64252" custLinFactNeighborY="-1606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C1F2B482-6CB4-4332-A202-6F45327EA725}" type="pres">
      <dgm:prSet presAssocID="{C8AA887C-8420-4FEC-B310-2A5006E374B2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50427AC-AE6E-4C7F-8FEC-3C1389F7A49A}" type="pres">
      <dgm:prSet presAssocID="{C8AA887C-8420-4FEC-B310-2A5006E374B2}" presName="parentRect" presStyleLbl="alignNode1" presStyleIdx="0" presStyleCnt="3" custLinFactNeighborX="-64252" custLinFactNeighborY="-3734"/>
      <dgm:spPr/>
      <dgm:t>
        <a:bodyPr/>
        <a:lstStyle/>
        <a:p>
          <a:endParaRPr lang="ru-RU"/>
        </a:p>
      </dgm:t>
    </dgm:pt>
    <dgm:pt modelId="{42CE1762-AAA9-4B18-A6FB-62D4D2BA41AD}" type="pres">
      <dgm:prSet presAssocID="{C8AA887C-8420-4FEC-B310-2A5006E374B2}" presName="adorn" presStyleLbl="fgAccFollowNode1" presStyleIdx="0" presStyleCnt="3" custLinFactY="-36182" custLinFactNeighborX="-48242" custLinFactNeighborY="-100000"/>
      <dgm:spPr/>
    </dgm:pt>
    <dgm:pt modelId="{BB111848-AB7E-4FCC-A569-C9FF2DF6B198}" type="pres">
      <dgm:prSet presAssocID="{3275B89E-C37C-4B52-8805-337DA880703E}" presName="sibTrans" presStyleLbl="sibTrans2D1" presStyleIdx="0" presStyleCnt="0"/>
      <dgm:spPr/>
      <dgm:t>
        <a:bodyPr/>
        <a:lstStyle/>
        <a:p>
          <a:endParaRPr lang="ru-RU"/>
        </a:p>
      </dgm:t>
    </dgm:pt>
    <dgm:pt modelId="{BE6FBA9F-4BEC-4E97-8CA6-7789C7A13469}" type="pres">
      <dgm:prSet presAssocID="{5C1C04F5-C578-462B-A7CD-14D1377FD8F1}" presName="compNode" presStyleCnt="0"/>
      <dgm:spPr/>
    </dgm:pt>
    <dgm:pt modelId="{3E0F060A-85B4-44AE-BD02-BE6250382FE5}" type="pres">
      <dgm:prSet presAssocID="{5C1C04F5-C578-462B-A7CD-14D1377FD8F1}" presName="childRect" presStyleLbl="bgAcc1" presStyleIdx="1" presStyleCnt="3">
        <dgm:presLayoutVars>
          <dgm:bulletEnabled val="1"/>
        </dgm:presLayoutVars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5C2F96B8-6E04-4518-9106-9ECA11F8AB28}" type="pres">
      <dgm:prSet presAssocID="{5C1C04F5-C578-462B-A7CD-14D1377FD8F1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72DAA9-C897-43DA-BAAA-4B9D92C7E009}" type="pres">
      <dgm:prSet presAssocID="{5C1C04F5-C578-462B-A7CD-14D1377FD8F1}" presName="parentRect" presStyleLbl="alignNode1" presStyleIdx="1" presStyleCnt="3"/>
      <dgm:spPr/>
      <dgm:t>
        <a:bodyPr/>
        <a:lstStyle/>
        <a:p>
          <a:endParaRPr lang="ru-RU"/>
        </a:p>
      </dgm:t>
    </dgm:pt>
    <dgm:pt modelId="{4CC35271-695F-45DF-A878-351819ACFE76}" type="pres">
      <dgm:prSet presAssocID="{5C1C04F5-C578-462B-A7CD-14D1377FD8F1}" presName="adorn" presStyleLbl="fgAccFollowNode1" presStyleIdx="1" presStyleCnt="3" custLinFactX="37437" custLinFactY="-36182" custLinFactNeighborX="100000" custLinFactNeighborY="-100000"/>
      <dgm:spPr/>
    </dgm:pt>
    <dgm:pt modelId="{11D27FE4-25F1-4835-864E-C22570D8AA7A}" type="pres">
      <dgm:prSet presAssocID="{2B483925-5DF3-440D-AA2D-109062DA1F9F}" presName="sibTrans" presStyleLbl="sibTrans2D1" presStyleIdx="0" presStyleCnt="0"/>
      <dgm:spPr/>
      <dgm:t>
        <a:bodyPr/>
        <a:lstStyle/>
        <a:p>
          <a:endParaRPr lang="ru-RU"/>
        </a:p>
      </dgm:t>
    </dgm:pt>
    <dgm:pt modelId="{CDF18D47-B1B9-4BC3-B2F8-6A0DEBA4A652}" type="pres">
      <dgm:prSet presAssocID="{DA039EFD-83B7-46E6-BB4E-F3139C8B0EF9}" presName="compNode" presStyleCnt="0"/>
      <dgm:spPr/>
    </dgm:pt>
    <dgm:pt modelId="{4D528C04-8AF1-47E4-BD4C-46FC571C1DF0}" type="pres">
      <dgm:prSet presAssocID="{DA039EFD-83B7-46E6-BB4E-F3139C8B0EF9}" presName="childRect" presStyleLbl="bgAcc1" presStyleIdx="2" presStyleCnt="3" custLinFactNeighborX="61318" custLinFactNeighborY="1885">
        <dgm:presLayoutVars>
          <dgm:bulletEnabled val="1"/>
        </dgm:presLayoutVars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39EB7008-FD6B-47E1-930E-FC8D8F37254C}" type="pres">
      <dgm:prSet presAssocID="{DA039EFD-83B7-46E6-BB4E-F3139C8B0EF9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D0D20B-72E9-4AA8-8C3E-C33DED621785}" type="pres">
      <dgm:prSet presAssocID="{DA039EFD-83B7-46E6-BB4E-F3139C8B0EF9}" presName="parentRect" presStyleLbl="alignNode1" presStyleIdx="2" presStyleCnt="3" custLinFactNeighborX="61318" custLinFactNeighborY="4384"/>
      <dgm:spPr/>
      <dgm:t>
        <a:bodyPr/>
        <a:lstStyle/>
        <a:p>
          <a:endParaRPr lang="ru-RU"/>
        </a:p>
      </dgm:t>
    </dgm:pt>
    <dgm:pt modelId="{AD414195-14BE-4F49-A9FB-819997421529}" type="pres">
      <dgm:prSet presAssocID="{DA039EFD-83B7-46E6-BB4E-F3139C8B0EF9}" presName="adorn" presStyleLbl="fgAccFollowNode1" presStyleIdx="2" presStyleCnt="3" custLinFactX="-96627" custLinFactY="-36182" custLinFactNeighborX="-100000" custLinFactNeighborY="-100000"/>
      <dgm:spPr/>
    </dgm:pt>
  </dgm:ptLst>
  <dgm:cxnLst>
    <dgm:cxn modelId="{822BC034-1E4C-4CEB-B143-239774EB66BD}" type="presOf" srcId="{DA039EFD-83B7-46E6-BB4E-F3139C8B0EF9}" destId="{39EB7008-FD6B-47E1-930E-FC8D8F37254C}" srcOrd="0" destOrd="0" presId="urn:microsoft.com/office/officeart/2005/8/layout/bList2"/>
    <dgm:cxn modelId="{69BDA9D7-7743-4780-83C7-4C0D8E5E40BD}" type="presOf" srcId="{9E6FCD31-9CD7-46D7-A799-C7CDA4BD5040}" destId="{7F2367A6-5CC9-4B3B-A709-E928C933B17C}" srcOrd="0" destOrd="0" presId="urn:microsoft.com/office/officeart/2005/8/layout/bList2"/>
    <dgm:cxn modelId="{8FCCF335-B7A4-49C1-9752-91A31DF82902}" type="presOf" srcId="{C8AA887C-8420-4FEC-B310-2A5006E374B2}" destId="{350427AC-AE6E-4C7F-8FEC-3C1389F7A49A}" srcOrd="1" destOrd="0" presId="urn:microsoft.com/office/officeart/2005/8/layout/bList2"/>
    <dgm:cxn modelId="{CF415A55-8B6D-4EF4-941B-084072902B46}" type="presOf" srcId="{5C1C04F5-C578-462B-A7CD-14D1377FD8F1}" destId="{5C2F96B8-6E04-4518-9106-9ECA11F8AB28}" srcOrd="0" destOrd="0" presId="urn:microsoft.com/office/officeart/2005/8/layout/bList2"/>
    <dgm:cxn modelId="{A3ACDE02-B8DC-4FB2-B66E-1F5A93EB961B}" srcId="{9E6FCD31-9CD7-46D7-A799-C7CDA4BD5040}" destId="{5C1C04F5-C578-462B-A7CD-14D1377FD8F1}" srcOrd="1" destOrd="0" parTransId="{3BCDFFDA-12D0-43BD-BF46-BF7A8571BF6D}" sibTransId="{2B483925-5DF3-440D-AA2D-109062DA1F9F}"/>
    <dgm:cxn modelId="{B301E3DF-1775-416E-8793-E889CDB70EF9}" srcId="{9E6FCD31-9CD7-46D7-A799-C7CDA4BD5040}" destId="{C8AA887C-8420-4FEC-B310-2A5006E374B2}" srcOrd="0" destOrd="0" parTransId="{9C79906A-F7E8-4134-9C1C-936806B8D79C}" sibTransId="{3275B89E-C37C-4B52-8805-337DA880703E}"/>
    <dgm:cxn modelId="{09FB72AE-CA28-4E40-81EB-461120BA14C8}" type="presOf" srcId="{2B483925-5DF3-440D-AA2D-109062DA1F9F}" destId="{11D27FE4-25F1-4835-864E-C22570D8AA7A}" srcOrd="0" destOrd="0" presId="urn:microsoft.com/office/officeart/2005/8/layout/bList2"/>
    <dgm:cxn modelId="{CDD4A13C-28E6-4F70-AC33-22C1FCB31A3C}" type="presOf" srcId="{DA039EFD-83B7-46E6-BB4E-F3139C8B0EF9}" destId="{BED0D20B-72E9-4AA8-8C3E-C33DED621785}" srcOrd="1" destOrd="0" presId="urn:microsoft.com/office/officeart/2005/8/layout/bList2"/>
    <dgm:cxn modelId="{6D4C126E-76D6-4174-B159-C3C9B4EE1416}" type="presOf" srcId="{3275B89E-C37C-4B52-8805-337DA880703E}" destId="{BB111848-AB7E-4FCC-A569-C9FF2DF6B198}" srcOrd="0" destOrd="0" presId="urn:microsoft.com/office/officeart/2005/8/layout/bList2"/>
    <dgm:cxn modelId="{8D6645D0-EB90-4A6E-B84B-0E2A3F9FA85C}" srcId="{9E6FCD31-9CD7-46D7-A799-C7CDA4BD5040}" destId="{DA039EFD-83B7-46E6-BB4E-F3139C8B0EF9}" srcOrd="2" destOrd="0" parTransId="{045F906D-B3AF-41D9-AB25-BFFEC3D07FEF}" sibTransId="{9217A7F2-014F-4875-B7A0-5472C79A2B34}"/>
    <dgm:cxn modelId="{6E16891E-908F-406A-87D8-E2C742B43C8B}" type="presOf" srcId="{C8AA887C-8420-4FEC-B310-2A5006E374B2}" destId="{C1F2B482-6CB4-4332-A202-6F45327EA725}" srcOrd="0" destOrd="0" presId="urn:microsoft.com/office/officeart/2005/8/layout/bList2"/>
    <dgm:cxn modelId="{816B6AD5-78B2-4ED4-9ADB-625176E3C757}" type="presOf" srcId="{5C1C04F5-C578-462B-A7CD-14D1377FD8F1}" destId="{6572DAA9-C897-43DA-BAAA-4B9D92C7E009}" srcOrd="1" destOrd="0" presId="urn:microsoft.com/office/officeart/2005/8/layout/bList2"/>
    <dgm:cxn modelId="{C1958F8B-4835-454C-960A-885DAA716FFC}" type="presParOf" srcId="{7F2367A6-5CC9-4B3B-A709-E928C933B17C}" destId="{C1E7BFFF-7E99-4F70-8599-1E3D1A41DABC}" srcOrd="0" destOrd="0" presId="urn:microsoft.com/office/officeart/2005/8/layout/bList2"/>
    <dgm:cxn modelId="{7A06CB21-155E-447C-B9CF-E3DE08E37115}" type="presParOf" srcId="{C1E7BFFF-7E99-4F70-8599-1E3D1A41DABC}" destId="{C70B0CE0-2FDD-4A44-B0EB-D794A5BB2D04}" srcOrd="0" destOrd="0" presId="urn:microsoft.com/office/officeart/2005/8/layout/bList2"/>
    <dgm:cxn modelId="{086CB396-F64B-49C9-9DE3-9A74ADD1BEF9}" type="presParOf" srcId="{C1E7BFFF-7E99-4F70-8599-1E3D1A41DABC}" destId="{C1F2B482-6CB4-4332-A202-6F45327EA725}" srcOrd="1" destOrd="0" presId="urn:microsoft.com/office/officeart/2005/8/layout/bList2"/>
    <dgm:cxn modelId="{4D1C251D-FBB9-48D1-9B44-C076AF106556}" type="presParOf" srcId="{C1E7BFFF-7E99-4F70-8599-1E3D1A41DABC}" destId="{350427AC-AE6E-4C7F-8FEC-3C1389F7A49A}" srcOrd="2" destOrd="0" presId="urn:microsoft.com/office/officeart/2005/8/layout/bList2"/>
    <dgm:cxn modelId="{3B880B51-EE2C-419A-A45B-B68DE2FC016A}" type="presParOf" srcId="{C1E7BFFF-7E99-4F70-8599-1E3D1A41DABC}" destId="{42CE1762-AAA9-4B18-A6FB-62D4D2BA41AD}" srcOrd="3" destOrd="0" presId="urn:microsoft.com/office/officeart/2005/8/layout/bList2"/>
    <dgm:cxn modelId="{2134471B-C0E4-4EA7-9977-6885C83EE222}" type="presParOf" srcId="{7F2367A6-5CC9-4B3B-A709-E928C933B17C}" destId="{BB111848-AB7E-4FCC-A569-C9FF2DF6B198}" srcOrd="1" destOrd="0" presId="urn:microsoft.com/office/officeart/2005/8/layout/bList2"/>
    <dgm:cxn modelId="{F48957DE-0607-44D4-8276-0717DBB62000}" type="presParOf" srcId="{7F2367A6-5CC9-4B3B-A709-E928C933B17C}" destId="{BE6FBA9F-4BEC-4E97-8CA6-7789C7A13469}" srcOrd="2" destOrd="0" presId="urn:microsoft.com/office/officeart/2005/8/layout/bList2"/>
    <dgm:cxn modelId="{2CCB4B29-A244-4114-8ABE-9D05514E8009}" type="presParOf" srcId="{BE6FBA9F-4BEC-4E97-8CA6-7789C7A13469}" destId="{3E0F060A-85B4-44AE-BD02-BE6250382FE5}" srcOrd="0" destOrd="0" presId="urn:microsoft.com/office/officeart/2005/8/layout/bList2"/>
    <dgm:cxn modelId="{C7159788-BEAD-45A9-9B96-002B779D3514}" type="presParOf" srcId="{BE6FBA9F-4BEC-4E97-8CA6-7789C7A13469}" destId="{5C2F96B8-6E04-4518-9106-9ECA11F8AB28}" srcOrd="1" destOrd="0" presId="urn:microsoft.com/office/officeart/2005/8/layout/bList2"/>
    <dgm:cxn modelId="{7848B161-0EAC-4086-B033-F562A6CB480B}" type="presParOf" srcId="{BE6FBA9F-4BEC-4E97-8CA6-7789C7A13469}" destId="{6572DAA9-C897-43DA-BAAA-4B9D92C7E009}" srcOrd="2" destOrd="0" presId="urn:microsoft.com/office/officeart/2005/8/layout/bList2"/>
    <dgm:cxn modelId="{5AEA37AE-E3AE-4BCD-B5CC-5497B4C33F6C}" type="presParOf" srcId="{BE6FBA9F-4BEC-4E97-8CA6-7789C7A13469}" destId="{4CC35271-695F-45DF-A878-351819ACFE76}" srcOrd="3" destOrd="0" presId="urn:microsoft.com/office/officeart/2005/8/layout/bList2"/>
    <dgm:cxn modelId="{3703AA6C-56C0-4462-A92E-F6DA38DFC99E}" type="presParOf" srcId="{7F2367A6-5CC9-4B3B-A709-E928C933B17C}" destId="{11D27FE4-25F1-4835-864E-C22570D8AA7A}" srcOrd="3" destOrd="0" presId="urn:microsoft.com/office/officeart/2005/8/layout/bList2"/>
    <dgm:cxn modelId="{39113D7B-F5F1-4A7A-AEA6-D3924648E6C7}" type="presParOf" srcId="{7F2367A6-5CC9-4B3B-A709-E928C933B17C}" destId="{CDF18D47-B1B9-4BC3-B2F8-6A0DEBA4A652}" srcOrd="4" destOrd="0" presId="urn:microsoft.com/office/officeart/2005/8/layout/bList2"/>
    <dgm:cxn modelId="{58A38466-18FB-449E-9C9C-828FC0495C35}" type="presParOf" srcId="{CDF18D47-B1B9-4BC3-B2F8-6A0DEBA4A652}" destId="{4D528C04-8AF1-47E4-BD4C-46FC571C1DF0}" srcOrd="0" destOrd="0" presId="urn:microsoft.com/office/officeart/2005/8/layout/bList2"/>
    <dgm:cxn modelId="{28832282-F4E3-4836-B9F7-C8E173EBD0FD}" type="presParOf" srcId="{CDF18D47-B1B9-4BC3-B2F8-6A0DEBA4A652}" destId="{39EB7008-FD6B-47E1-930E-FC8D8F37254C}" srcOrd="1" destOrd="0" presId="urn:microsoft.com/office/officeart/2005/8/layout/bList2"/>
    <dgm:cxn modelId="{27B9C5AD-B79C-44EE-BF42-07898CDF532D}" type="presParOf" srcId="{CDF18D47-B1B9-4BC3-B2F8-6A0DEBA4A652}" destId="{BED0D20B-72E9-4AA8-8C3E-C33DED621785}" srcOrd="2" destOrd="0" presId="urn:microsoft.com/office/officeart/2005/8/layout/bList2"/>
    <dgm:cxn modelId="{C822CE70-92D4-4C03-A656-D9B9005EC4D9}" type="presParOf" srcId="{CDF18D47-B1B9-4BC3-B2F8-6A0DEBA4A652}" destId="{AD414195-14BE-4F49-A9FB-819997421529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E1E88C-A256-422E-9EBD-F8F94146236E}">
      <dsp:nvSpPr>
        <dsp:cNvPr id="0" name=""/>
        <dsp:cNvSpPr/>
      </dsp:nvSpPr>
      <dsp:spPr>
        <a:xfrm>
          <a:off x="5304" y="889570"/>
          <a:ext cx="2291245" cy="1710366"/>
        </a:xfrm>
        <a:prstGeom prst="round2SameRect">
          <a:avLst>
            <a:gd name="adj1" fmla="val 8000"/>
            <a:gd name="adj2" fmla="val 0"/>
          </a:avLst>
        </a:prstGeom>
        <a:solidFill>
          <a:schemeClr val="accent1"/>
        </a:solidFill>
        <a:ln w="25400" cap="flat" cmpd="sng" algn="ctr">
          <a:solidFill>
            <a:schemeClr val="accent1">
              <a:shade val="50000"/>
            </a:schemeClr>
          </a:solidFill>
          <a:prstDash val="solid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34290" tIns="102870" rIns="34290" bIns="3429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700" kern="1200" dirty="0" smtClean="0"/>
            <a:t>Двухзвенная архитектура</a:t>
          </a:r>
          <a:endParaRPr lang="ru-RU" sz="2700" kern="1200" dirty="0"/>
        </a:p>
      </dsp:txBody>
      <dsp:txXfrm>
        <a:off x="45380" y="929646"/>
        <a:ext cx="2211093" cy="1670290"/>
      </dsp:txXfrm>
    </dsp:sp>
    <dsp:sp modelId="{E02CFCD8-AA9C-48C3-A75F-F60F507229AD}">
      <dsp:nvSpPr>
        <dsp:cNvPr id="0" name=""/>
        <dsp:cNvSpPr/>
      </dsp:nvSpPr>
      <dsp:spPr>
        <a:xfrm>
          <a:off x="5304" y="2599936"/>
          <a:ext cx="2291245" cy="7354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0" rIns="3302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/>
            <a:t>Толстый клиент</a:t>
          </a:r>
          <a:endParaRPr lang="ru-RU" sz="2600" kern="1200" dirty="0"/>
        </a:p>
      </dsp:txBody>
      <dsp:txXfrm>
        <a:off x="5304" y="2599936"/>
        <a:ext cx="1613552" cy="735457"/>
      </dsp:txXfrm>
    </dsp:sp>
    <dsp:sp modelId="{BD6D4334-5BFC-4673-89F2-70458D2F0A1B}">
      <dsp:nvSpPr>
        <dsp:cNvPr id="0" name=""/>
        <dsp:cNvSpPr/>
      </dsp:nvSpPr>
      <dsp:spPr>
        <a:xfrm>
          <a:off x="720083" y="3534323"/>
          <a:ext cx="801935" cy="80193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B2B67-A09A-47B8-9BB0-DF10101B32B9}">
      <dsp:nvSpPr>
        <dsp:cNvPr id="0" name=""/>
        <dsp:cNvSpPr/>
      </dsp:nvSpPr>
      <dsp:spPr>
        <a:xfrm>
          <a:off x="2684283" y="889570"/>
          <a:ext cx="2291245" cy="1710366"/>
        </a:xfrm>
        <a:prstGeom prst="round2SameRect">
          <a:avLst>
            <a:gd name="adj1" fmla="val 8000"/>
            <a:gd name="adj2" fmla="val 0"/>
          </a:avLst>
        </a:prstGeom>
        <a:solidFill>
          <a:schemeClr val="accent2"/>
        </a:solidFill>
        <a:ln w="254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34290" tIns="102870" rIns="34290" bIns="3429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700" kern="1200" dirty="0" smtClean="0"/>
            <a:t>Трехзвенная архитектура</a:t>
          </a:r>
          <a:endParaRPr lang="ru-RU" sz="2700" kern="1200" dirty="0"/>
        </a:p>
      </dsp:txBody>
      <dsp:txXfrm>
        <a:off x="2724359" y="929646"/>
        <a:ext cx="2211093" cy="1670290"/>
      </dsp:txXfrm>
    </dsp:sp>
    <dsp:sp modelId="{262659E5-A6CE-4120-9778-F2B29AB0AD01}">
      <dsp:nvSpPr>
        <dsp:cNvPr id="0" name=""/>
        <dsp:cNvSpPr/>
      </dsp:nvSpPr>
      <dsp:spPr>
        <a:xfrm>
          <a:off x="2684283" y="2599936"/>
          <a:ext cx="2291245" cy="7354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0" rIns="3302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/>
            <a:t>Тонкий клиент</a:t>
          </a:r>
          <a:endParaRPr lang="ru-RU" sz="2600" kern="1200" dirty="0"/>
        </a:p>
      </dsp:txBody>
      <dsp:txXfrm>
        <a:off x="2684283" y="2599936"/>
        <a:ext cx="1613552" cy="735457"/>
      </dsp:txXfrm>
    </dsp:sp>
    <dsp:sp modelId="{45F56922-E1CA-4DE3-A51A-CEA915922C10}">
      <dsp:nvSpPr>
        <dsp:cNvPr id="0" name=""/>
        <dsp:cNvSpPr/>
      </dsp:nvSpPr>
      <dsp:spPr>
        <a:xfrm>
          <a:off x="3384378" y="3534323"/>
          <a:ext cx="801935" cy="80193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7F0F2-F5F8-4EC0-A041-D1E19BCA05B1}">
      <dsp:nvSpPr>
        <dsp:cNvPr id="0" name=""/>
        <dsp:cNvSpPr/>
      </dsp:nvSpPr>
      <dsp:spPr>
        <a:xfrm>
          <a:off x="5363262" y="889570"/>
          <a:ext cx="2291245" cy="1710366"/>
        </a:xfrm>
        <a:prstGeom prst="round2SameRect">
          <a:avLst>
            <a:gd name="adj1" fmla="val 8000"/>
            <a:gd name="adj2" fmla="val 0"/>
          </a:avLst>
        </a:prstGeom>
        <a:solidFill>
          <a:schemeClr val="accent2"/>
        </a:solidFill>
        <a:ln w="254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34290" tIns="102870" rIns="34290" bIns="3429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700" kern="1200" dirty="0" smtClean="0"/>
            <a:t>Трехзвенная архитектура</a:t>
          </a:r>
          <a:endParaRPr lang="ru-RU" sz="2700" kern="1200" dirty="0"/>
        </a:p>
      </dsp:txBody>
      <dsp:txXfrm>
        <a:off x="5403338" y="929646"/>
        <a:ext cx="2211093" cy="1670290"/>
      </dsp:txXfrm>
    </dsp:sp>
    <dsp:sp modelId="{570049D3-3265-46CC-A671-991318EF0BA8}">
      <dsp:nvSpPr>
        <dsp:cNvPr id="0" name=""/>
        <dsp:cNvSpPr/>
      </dsp:nvSpPr>
      <dsp:spPr>
        <a:xfrm>
          <a:off x="5363262" y="2599936"/>
          <a:ext cx="2291245" cy="7354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0" rIns="33020" bIns="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Web </a:t>
          </a:r>
          <a:r>
            <a:rPr lang="ru-RU" sz="2600" kern="1200" dirty="0" smtClean="0"/>
            <a:t>клиент</a:t>
          </a:r>
          <a:endParaRPr lang="ru-RU" sz="2600" kern="1200" dirty="0"/>
        </a:p>
      </dsp:txBody>
      <dsp:txXfrm>
        <a:off x="5363262" y="2599936"/>
        <a:ext cx="1613552" cy="735457"/>
      </dsp:txXfrm>
    </dsp:sp>
    <dsp:sp modelId="{54E5F5DF-46B8-4AAF-B1E8-004D01368152}">
      <dsp:nvSpPr>
        <dsp:cNvPr id="0" name=""/>
        <dsp:cNvSpPr/>
      </dsp:nvSpPr>
      <dsp:spPr>
        <a:xfrm>
          <a:off x="6192686" y="3472156"/>
          <a:ext cx="801935" cy="80193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B0CE0-2FDD-4A44-B0EB-D794A5BB2D04}">
      <dsp:nvSpPr>
        <dsp:cNvPr id="0" name=""/>
        <dsp:cNvSpPr/>
      </dsp:nvSpPr>
      <dsp:spPr>
        <a:xfrm>
          <a:off x="252026" y="0"/>
          <a:ext cx="1392419" cy="1039412"/>
        </a:xfrm>
        <a:prstGeom prst="round2SameRect">
          <a:avLst>
            <a:gd name="adj1" fmla="val 8000"/>
            <a:gd name="adj2" fmla="val 0"/>
          </a:avLst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350427AC-AE6E-4C7F-8FEC-3C1389F7A49A}">
      <dsp:nvSpPr>
        <dsp:cNvPr id="0" name=""/>
        <dsp:cNvSpPr/>
      </dsp:nvSpPr>
      <dsp:spPr>
        <a:xfrm>
          <a:off x="252026" y="1023822"/>
          <a:ext cx="1392419" cy="446947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50000"/>
            </a:schemeClr>
          </a:solidFill>
          <a:prstDash val="solid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Толстый клиент</a:t>
          </a:r>
          <a:endParaRPr lang="ru-RU" sz="1600" kern="1200" dirty="0"/>
        </a:p>
      </dsp:txBody>
      <dsp:txXfrm>
        <a:off x="252026" y="1023822"/>
        <a:ext cx="980577" cy="446947"/>
      </dsp:txXfrm>
    </dsp:sp>
    <dsp:sp modelId="{42CE1762-AAA9-4B18-A6FB-62D4D2BA41AD}">
      <dsp:nvSpPr>
        <dsp:cNvPr id="0" name=""/>
        <dsp:cNvSpPr/>
      </dsp:nvSpPr>
      <dsp:spPr>
        <a:xfrm>
          <a:off x="1931545" y="447826"/>
          <a:ext cx="487346" cy="487346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F060A-85B4-44AE-BD02-BE6250382FE5}">
      <dsp:nvSpPr>
        <dsp:cNvPr id="0" name=""/>
        <dsp:cNvSpPr/>
      </dsp:nvSpPr>
      <dsp:spPr>
        <a:xfrm>
          <a:off x="2774735" y="1099"/>
          <a:ext cx="1392419" cy="1039412"/>
        </a:xfrm>
        <a:prstGeom prst="round2SameRect">
          <a:avLst>
            <a:gd name="adj1" fmla="val 8000"/>
            <a:gd name="adj2" fmla="val 0"/>
          </a:avLst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6572DAA9-C897-43DA-BAAA-4B9D92C7E009}">
      <dsp:nvSpPr>
        <dsp:cNvPr id="0" name=""/>
        <dsp:cNvSpPr/>
      </dsp:nvSpPr>
      <dsp:spPr>
        <a:xfrm>
          <a:off x="2774735" y="1040511"/>
          <a:ext cx="1392419" cy="446947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Тонкий клиент</a:t>
          </a:r>
          <a:endParaRPr lang="ru-RU" sz="1600" kern="1200" dirty="0"/>
        </a:p>
      </dsp:txBody>
      <dsp:txXfrm>
        <a:off x="2774735" y="1040511"/>
        <a:ext cx="980577" cy="446947"/>
      </dsp:txXfrm>
    </dsp:sp>
    <dsp:sp modelId="{4CC35271-695F-45DF-A878-351819ACFE76}">
      <dsp:nvSpPr>
        <dsp:cNvPr id="0" name=""/>
        <dsp:cNvSpPr/>
      </dsp:nvSpPr>
      <dsp:spPr>
        <a:xfrm>
          <a:off x="4464496" y="447826"/>
          <a:ext cx="487346" cy="487346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28C04-8AF1-47E4-BD4C-46FC571C1DF0}">
      <dsp:nvSpPr>
        <dsp:cNvPr id="0" name=""/>
        <dsp:cNvSpPr/>
      </dsp:nvSpPr>
      <dsp:spPr>
        <a:xfrm>
          <a:off x="5256590" y="20692"/>
          <a:ext cx="1392419" cy="1039412"/>
        </a:xfrm>
        <a:prstGeom prst="round2SameRect">
          <a:avLst>
            <a:gd name="adj1" fmla="val 8000"/>
            <a:gd name="adj2" fmla="val 0"/>
          </a:avLst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BED0D20B-72E9-4AA8-8C3E-C33DED621785}">
      <dsp:nvSpPr>
        <dsp:cNvPr id="0" name=""/>
        <dsp:cNvSpPr/>
      </dsp:nvSpPr>
      <dsp:spPr>
        <a:xfrm>
          <a:off x="5256590" y="1060105"/>
          <a:ext cx="1392419" cy="446947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Web </a:t>
          </a:r>
          <a:r>
            <a:rPr lang="ru-RU" sz="1600" kern="1200" dirty="0" smtClean="0"/>
            <a:t>клиент</a:t>
          </a:r>
          <a:endParaRPr lang="ru-RU" sz="1600" kern="1200" dirty="0"/>
        </a:p>
      </dsp:txBody>
      <dsp:txXfrm>
        <a:off x="5256590" y="1060105"/>
        <a:ext cx="980577" cy="446947"/>
      </dsp:txXfrm>
    </dsp:sp>
    <dsp:sp modelId="{AD414195-14BE-4F49-A9FB-819997421529}">
      <dsp:nvSpPr>
        <dsp:cNvPr id="0" name=""/>
        <dsp:cNvSpPr/>
      </dsp:nvSpPr>
      <dsp:spPr>
        <a:xfrm>
          <a:off x="4464497" y="447826"/>
          <a:ext cx="487346" cy="487346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496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556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515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97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73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46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10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78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20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28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4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33ED7-CC3A-4DC7-BBB8-B1E15885FA80}" type="datetimeFigureOut">
              <a:rPr lang="ru-RU" smtClean="0"/>
              <a:t>23.10.2014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93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Архитектура 1С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30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Двухзвенная архитектура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Поддерживается в 8.0, 8.1, 8.2, 8.3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674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Двухзвенная архитектура</a:t>
            </a:r>
            <a:br>
              <a:rPr lang="ru-RU" dirty="0" smtClean="0"/>
            </a:br>
            <a:r>
              <a:rPr lang="ru-RU" sz="3100" dirty="0" smtClean="0"/>
              <a:t>(Файловый вариант)</a:t>
            </a:r>
            <a:endParaRPr lang="ru-RU" sz="3100" dirty="0"/>
          </a:p>
        </p:txBody>
      </p:sp>
      <p:sp>
        <p:nvSpPr>
          <p:cNvPr id="6" name="Блок-схема: магнитный диск 5"/>
          <p:cNvSpPr/>
          <p:nvPr/>
        </p:nvSpPr>
        <p:spPr>
          <a:xfrm>
            <a:off x="2519772" y="5013176"/>
            <a:ext cx="4464496" cy="1512168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СУБД</a:t>
            </a:r>
            <a:endParaRPr lang="ru-RU" dirty="0"/>
          </a:p>
        </p:txBody>
      </p:sp>
      <p:sp>
        <p:nvSpPr>
          <p:cNvPr id="7" name="Двойная стрелка вверх/вниз 6"/>
          <p:cNvSpPr/>
          <p:nvPr/>
        </p:nvSpPr>
        <p:spPr>
          <a:xfrm>
            <a:off x="4427984" y="2348880"/>
            <a:ext cx="648072" cy="2664296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Группа 8"/>
          <p:cNvGrpSpPr/>
          <p:nvPr/>
        </p:nvGrpSpPr>
        <p:grpSpPr>
          <a:xfrm>
            <a:off x="899592" y="1556792"/>
            <a:ext cx="7704856" cy="792088"/>
            <a:chOff x="899592" y="1556792"/>
            <a:chExt cx="7704856" cy="792088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899592" y="1556792"/>
              <a:ext cx="7704856" cy="792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Все программные объекты</a:t>
              </a:r>
              <a:endParaRPr lang="ru-RU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1600" y="170080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u="sng" dirty="0" smtClean="0"/>
                <a:t>Клиент</a:t>
              </a:r>
              <a:endParaRPr lang="ru-RU" b="1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98648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Двухзвенная архитектура</a:t>
            </a:r>
            <a:br>
              <a:rPr lang="ru-RU" dirty="0" smtClean="0"/>
            </a:br>
            <a:r>
              <a:rPr lang="ru-RU" sz="3100" dirty="0" smtClean="0"/>
              <a:t>(Клиент-серверный вариант)</a:t>
            </a:r>
            <a:endParaRPr lang="ru-RU" sz="3100" dirty="0"/>
          </a:p>
        </p:txBody>
      </p:sp>
      <p:sp>
        <p:nvSpPr>
          <p:cNvPr id="6" name="Блок-схема: магнитный диск 5"/>
          <p:cNvSpPr/>
          <p:nvPr/>
        </p:nvSpPr>
        <p:spPr>
          <a:xfrm>
            <a:off x="2519772" y="5013176"/>
            <a:ext cx="4464496" cy="1512168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СУБД</a:t>
            </a:r>
            <a:endParaRPr lang="ru-RU" dirty="0"/>
          </a:p>
        </p:txBody>
      </p:sp>
      <p:sp>
        <p:nvSpPr>
          <p:cNvPr id="7" name="Двойная стрелка вверх/вниз 6"/>
          <p:cNvSpPr/>
          <p:nvPr/>
        </p:nvSpPr>
        <p:spPr>
          <a:xfrm>
            <a:off x="4427984" y="2348880"/>
            <a:ext cx="648072" cy="936104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899592" y="1556792"/>
            <a:ext cx="7704856" cy="792088"/>
            <a:chOff x="899592" y="1556792"/>
            <a:chExt cx="7704856" cy="792088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899592" y="1556792"/>
              <a:ext cx="7704856" cy="792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Все программные объекты</a:t>
              </a:r>
              <a:endParaRPr lang="ru-RU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1600" y="170080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u="sng" dirty="0" smtClean="0"/>
                <a:t>Клиент</a:t>
              </a:r>
              <a:endParaRPr lang="ru-RU" b="1" u="sng" dirty="0"/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899592" y="3284984"/>
            <a:ext cx="7704856" cy="792088"/>
            <a:chOff x="899592" y="3284984"/>
            <a:chExt cx="7704856" cy="792088"/>
          </a:xfrm>
        </p:grpSpPr>
        <p:sp>
          <p:nvSpPr>
            <p:cNvPr id="9" name="Скругленный прямоугольник 8"/>
            <p:cNvSpPr/>
            <p:nvPr/>
          </p:nvSpPr>
          <p:spPr>
            <a:xfrm>
              <a:off x="899592" y="3284984"/>
              <a:ext cx="7704856" cy="792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Помощь клиенту в обработке данных</a:t>
              </a:r>
            </a:p>
            <a:p>
              <a:pPr algn="ctr"/>
              <a:r>
                <a:rPr lang="ru-RU" dirty="0" smtClean="0"/>
                <a:t>Перевод с языка 1с на язык СУБД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1600" y="3306191"/>
              <a:ext cx="17918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u="sng" dirty="0" smtClean="0"/>
                <a:t>Сервер 1С: Предприятие</a:t>
              </a:r>
              <a:endParaRPr lang="ru-RU" b="1" u="sng" dirty="0"/>
            </a:p>
          </p:txBody>
        </p:sp>
      </p:grpSp>
      <p:sp>
        <p:nvSpPr>
          <p:cNvPr id="11" name="Двойная стрелка вверх/вниз 10"/>
          <p:cNvSpPr/>
          <p:nvPr/>
        </p:nvSpPr>
        <p:spPr>
          <a:xfrm>
            <a:off x="4427984" y="4077072"/>
            <a:ext cx="648072" cy="934627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86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Трехзвенная архитектура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Поддерживается в 8.2, 8.3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390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Трехзвенная архитектура</a:t>
            </a:r>
            <a:br>
              <a:rPr lang="ru-RU" dirty="0" smtClean="0"/>
            </a:br>
            <a:r>
              <a:rPr lang="ru-RU" sz="3100" dirty="0" smtClean="0"/>
              <a:t>(Клиент-серверный вариант)</a:t>
            </a:r>
            <a:endParaRPr lang="ru-RU" sz="3100" dirty="0"/>
          </a:p>
        </p:txBody>
      </p:sp>
      <p:sp>
        <p:nvSpPr>
          <p:cNvPr id="6" name="Блок-схема: магнитный диск 5"/>
          <p:cNvSpPr/>
          <p:nvPr/>
        </p:nvSpPr>
        <p:spPr>
          <a:xfrm>
            <a:off x="2519772" y="5013176"/>
            <a:ext cx="4464496" cy="1512168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СУБД</a:t>
            </a:r>
            <a:endParaRPr lang="ru-RU" dirty="0"/>
          </a:p>
        </p:txBody>
      </p:sp>
      <p:sp>
        <p:nvSpPr>
          <p:cNvPr id="7" name="Двойная стрелка вверх/вниз 6"/>
          <p:cNvSpPr/>
          <p:nvPr/>
        </p:nvSpPr>
        <p:spPr>
          <a:xfrm>
            <a:off x="4427984" y="2348880"/>
            <a:ext cx="648072" cy="936104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899592" y="1556792"/>
            <a:ext cx="7704856" cy="792088"/>
            <a:chOff x="899592" y="1556792"/>
            <a:chExt cx="7704856" cy="792088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899592" y="1556792"/>
              <a:ext cx="7704856" cy="79208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dirty="0"/>
                <a:t>П</a:t>
              </a:r>
              <a:r>
                <a:rPr lang="ru-RU" dirty="0" smtClean="0"/>
                <a:t>рограммные объекты для отображения данных</a:t>
              </a:r>
            </a:p>
            <a:p>
              <a:pPr algn="r"/>
              <a:r>
                <a:rPr lang="ru-RU" dirty="0"/>
                <a:t>Программные объекты для передачи данных с клиента на сервер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1600" y="170080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u="sng" dirty="0" smtClean="0"/>
                <a:t>Клиент</a:t>
              </a:r>
              <a:endParaRPr lang="ru-RU" b="1" u="sng" dirty="0"/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899592" y="3284984"/>
            <a:ext cx="7704856" cy="792088"/>
            <a:chOff x="899592" y="3284984"/>
            <a:chExt cx="7704856" cy="792088"/>
          </a:xfrm>
        </p:grpSpPr>
        <p:sp>
          <p:nvSpPr>
            <p:cNvPr id="9" name="Скругленный прямоугольник 8"/>
            <p:cNvSpPr/>
            <p:nvPr/>
          </p:nvSpPr>
          <p:spPr>
            <a:xfrm>
              <a:off x="899592" y="3284984"/>
              <a:ext cx="7704856" cy="792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dirty="0" smtClean="0"/>
                <a:t>Все программные объекты (за редким исключением)</a:t>
              </a:r>
            </a:p>
            <a:p>
              <a:pPr algn="r"/>
              <a:r>
                <a:rPr lang="ru-RU" dirty="0" smtClean="0"/>
                <a:t>Перевод с языка 1с на язык СУБД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1600" y="3306191"/>
              <a:ext cx="17918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u="sng" dirty="0" smtClean="0"/>
                <a:t>Сервер 1С: Предприятие</a:t>
              </a:r>
              <a:endParaRPr lang="ru-RU" b="1" u="sng" dirty="0"/>
            </a:p>
          </p:txBody>
        </p:sp>
      </p:grpSp>
      <p:sp>
        <p:nvSpPr>
          <p:cNvPr id="11" name="Двойная стрелка вверх/вниз 10"/>
          <p:cNvSpPr/>
          <p:nvPr/>
        </p:nvSpPr>
        <p:spPr>
          <a:xfrm>
            <a:off x="4427984" y="4077072"/>
            <a:ext cx="648072" cy="934627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67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Трехзвенная архитектура</a:t>
            </a:r>
            <a:br>
              <a:rPr lang="ru-RU" dirty="0" smtClean="0"/>
            </a:br>
            <a:r>
              <a:rPr lang="ru-RU" sz="3100" dirty="0" smtClean="0"/>
              <a:t>(Файловый вариант)</a:t>
            </a:r>
            <a:endParaRPr lang="ru-RU" sz="3100" dirty="0"/>
          </a:p>
        </p:txBody>
      </p:sp>
      <p:sp>
        <p:nvSpPr>
          <p:cNvPr id="6" name="Блок-схема: магнитный диск 5"/>
          <p:cNvSpPr/>
          <p:nvPr/>
        </p:nvSpPr>
        <p:spPr>
          <a:xfrm>
            <a:off x="2519772" y="5013176"/>
            <a:ext cx="4464496" cy="1512168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СУБД</a:t>
            </a:r>
            <a:endParaRPr lang="ru-RU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899592" y="1556792"/>
            <a:ext cx="7704856" cy="792088"/>
            <a:chOff x="899592" y="1556792"/>
            <a:chExt cx="7704856" cy="792088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899592" y="1556792"/>
              <a:ext cx="7704856" cy="79208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dirty="0"/>
                <a:t>П</a:t>
              </a:r>
              <a:r>
                <a:rPr lang="ru-RU" dirty="0" smtClean="0"/>
                <a:t>рограммные объекты для отображения данных</a:t>
              </a:r>
              <a:r>
                <a:rPr lang="en-US" dirty="0" smtClean="0"/>
                <a:t/>
              </a:r>
              <a:br>
                <a:rPr lang="en-US" dirty="0" smtClean="0"/>
              </a:br>
              <a:r>
                <a:rPr lang="ru-RU" dirty="0" smtClean="0"/>
                <a:t>Программные объекты для передачи данных с клиента на сервер</a:t>
              </a:r>
              <a:endParaRPr lang="ru-RU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1600" y="170080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u="sng" dirty="0" smtClean="0"/>
                <a:t>Клиент</a:t>
              </a:r>
              <a:endParaRPr lang="ru-RU" b="1" u="sng" dirty="0"/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885576" y="2380774"/>
            <a:ext cx="7704856" cy="792088"/>
            <a:chOff x="899592" y="3284984"/>
            <a:chExt cx="7704856" cy="792088"/>
          </a:xfrm>
        </p:grpSpPr>
        <p:sp>
          <p:nvSpPr>
            <p:cNvPr id="9" name="Скругленный прямоугольник 8"/>
            <p:cNvSpPr/>
            <p:nvPr/>
          </p:nvSpPr>
          <p:spPr>
            <a:xfrm>
              <a:off x="899592" y="3284984"/>
              <a:ext cx="7704856" cy="792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dirty="0" smtClean="0"/>
                <a:t>Все программные объекты (за редким исключением)</a:t>
              </a:r>
            </a:p>
            <a:p>
              <a:pPr algn="r"/>
              <a:r>
                <a:rPr lang="ru-RU" dirty="0" smtClean="0"/>
                <a:t>Перевод с языка 1с на язык СУБД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71600" y="3306191"/>
              <a:ext cx="23042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u="sng" dirty="0" smtClean="0"/>
                <a:t>Эмуляция Сервера 1С: Предприятие</a:t>
              </a:r>
              <a:endParaRPr lang="ru-RU" b="1" u="sng" dirty="0"/>
            </a:p>
          </p:txBody>
        </p:sp>
      </p:grpSp>
      <p:sp>
        <p:nvSpPr>
          <p:cNvPr id="11" name="Двойная стрелка вверх/вниз 10"/>
          <p:cNvSpPr/>
          <p:nvPr/>
        </p:nvSpPr>
        <p:spPr>
          <a:xfrm>
            <a:off x="4427984" y="3172862"/>
            <a:ext cx="648072" cy="1838837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86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Виды клиентов</a:t>
            </a:r>
            <a:br>
              <a:rPr lang="ru-RU" dirty="0" smtClean="0"/>
            </a:br>
            <a:r>
              <a:rPr lang="ru-RU" sz="3100" dirty="0" smtClean="0"/>
              <a:t>(только для 8.2, 8.3)</a:t>
            </a:r>
            <a:endParaRPr lang="ru-RU" sz="3100" dirty="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4285378484"/>
              </p:ext>
            </p:extLst>
          </p:nvPr>
        </p:nvGraphicFramePr>
        <p:xfrm>
          <a:off x="611560" y="1397000"/>
          <a:ext cx="7848872" cy="4408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461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Схема подключения клиентов</a:t>
            </a:r>
            <a:endParaRPr lang="ru-RU" dirty="0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860210426"/>
              </p:ext>
            </p:extLst>
          </p:nvPr>
        </p:nvGraphicFramePr>
        <p:xfrm>
          <a:off x="971600" y="1397000"/>
          <a:ext cx="7056784" cy="1599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Блок-схема: магнитный диск 4"/>
          <p:cNvSpPr/>
          <p:nvPr/>
        </p:nvSpPr>
        <p:spPr>
          <a:xfrm>
            <a:off x="4737571" y="5589240"/>
            <a:ext cx="2088232" cy="1080120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СУБД</a:t>
            </a:r>
            <a:endParaRPr lang="ru-RU" dirty="0"/>
          </a:p>
        </p:txBody>
      </p:sp>
      <p:sp>
        <p:nvSpPr>
          <p:cNvPr id="6" name="Блок-схема: типовой процесс 5"/>
          <p:cNvSpPr/>
          <p:nvPr/>
        </p:nvSpPr>
        <p:spPr>
          <a:xfrm>
            <a:off x="1036931" y="4355613"/>
            <a:ext cx="3276364" cy="900000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Сервер 1С: Предприятие</a:t>
            </a:r>
            <a:endParaRPr lang="ru-RU" dirty="0"/>
          </a:p>
        </p:txBody>
      </p:sp>
      <p:sp>
        <p:nvSpPr>
          <p:cNvPr id="7" name="Блок-схема: альтернативный процесс 6"/>
          <p:cNvSpPr/>
          <p:nvPr/>
        </p:nvSpPr>
        <p:spPr>
          <a:xfrm>
            <a:off x="4716016" y="4355613"/>
            <a:ext cx="3960440" cy="900000"/>
          </a:xfrm>
          <a:prstGeom prst="flowChartAlternate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Web </a:t>
            </a:r>
            <a:r>
              <a:rPr lang="ru-RU" dirty="0" smtClean="0"/>
              <a:t>сервер</a:t>
            </a:r>
            <a:endParaRPr lang="ru-RU" dirty="0"/>
          </a:p>
        </p:txBody>
      </p:sp>
      <p:sp>
        <p:nvSpPr>
          <p:cNvPr id="8" name="Двойная стрелка вверх/вниз 7"/>
          <p:cNvSpPr/>
          <p:nvPr/>
        </p:nvSpPr>
        <p:spPr>
          <a:xfrm rot="5400000">
            <a:off x="4314870" y="4460865"/>
            <a:ext cx="396000" cy="802409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Двойная стрелка вверх/вниз 8"/>
          <p:cNvSpPr/>
          <p:nvPr/>
        </p:nvSpPr>
        <p:spPr>
          <a:xfrm>
            <a:off x="1763688" y="2890948"/>
            <a:ext cx="396000" cy="1464665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Двойная стрелка вверх/вниз 9"/>
          <p:cNvSpPr/>
          <p:nvPr/>
        </p:nvSpPr>
        <p:spPr>
          <a:xfrm>
            <a:off x="3779912" y="2890947"/>
            <a:ext cx="396000" cy="1464666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Двойная стрелка вверх/вниз 10"/>
          <p:cNvSpPr/>
          <p:nvPr/>
        </p:nvSpPr>
        <p:spPr>
          <a:xfrm>
            <a:off x="6444208" y="2890948"/>
            <a:ext cx="396000" cy="1464665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https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2" name="Двойная стрелка вверх/вниз 11"/>
          <p:cNvSpPr/>
          <p:nvPr/>
        </p:nvSpPr>
        <p:spPr>
          <a:xfrm>
            <a:off x="4860032" y="2890948"/>
            <a:ext cx="396000" cy="1464665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https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3" name="Двойная стрелка влево/вверх 12"/>
          <p:cNvSpPr/>
          <p:nvPr/>
        </p:nvSpPr>
        <p:spPr>
          <a:xfrm rot="5400000">
            <a:off x="3037034" y="4630339"/>
            <a:ext cx="1053707" cy="2304256"/>
          </a:xfrm>
          <a:prstGeom prst="leftUpArrow">
            <a:avLst>
              <a:gd name="adj1" fmla="val 12957"/>
              <a:gd name="adj2" fmla="val 17666"/>
              <a:gd name="adj3" fmla="val 25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15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Скругленный прямоугольник 51"/>
          <p:cNvSpPr/>
          <p:nvPr/>
        </p:nvSpPr>
        <p:spPr>
          <a:xfrm>
            <a:off x="323528" y="780746"/>
            <a:ext cx="8424936" cy="172776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ru-RU" b="1" u="sng" dirty="0" smtClean="0">
                <a:solidFill>
                  <a:schemeClr val="tx1"/>
                </a:solidFill>
              </a:rPr>
              <a:t>На Клиенте</a:t>
            </a:r>
            <a:endParaRPr lang="ru-RU" b="1" u="sng" dirty="0">
              <a:solidFill>
                <a:schemeClr val="tx1"/>
              </a:solidFill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612013" y="2508514"/>
            <a:ext cx="779847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Модуль управляемого приложения</a:t>
            </a:r>
            <a:endParaRPr lang="ru-RU" dirty="0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323528" y="5301208"/>
            <a:ext cx="8496944" cy="1296144"/>
          </a:xfrm>
          <a:prstGeom prst="roundRect">
            <a:avLst/>
          </a:prstGeom>
          <a:ln w="38100"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/>
              <a:t>База данных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85232" y="5409220"/>
            <a:ext cx="1800200" cy="7920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Таблицы с данными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173264" y="5553236"/>
            <a:ext cx="1800200" cy="7920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Таблицы с данными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533304" y="5697252"/>
            <a:ext cx="1800200" cy="7920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Таблицы с данными</a:t>
            </a:r>
            <a:endParaRPr lang="ru-RU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323528" y="3087796"/>
            <a:ext cx="8424936" cy="170935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ru-RU" b="1" u="sng" dirty="0" smtClean="0">
                <a:solidFill>
                  <a:schemeClr val="tx1"/>
                </a:solidFill>
              </a:rPr>
              <a:t>На  Сервере</a:t>
            </a:r>
            <a:endParaRPr lang="ru-RU" b="1" u="sng" dirty="0">
              <a:solidFill>
                <a:schemeClr val="tx1"/>
              </a:solidFill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6034227" y="260648"/>
            <a:ext cx="2376264" cy="43204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пользователь</a:t>
            </a:r>
            <a:endParaRPr lang="ru-RU" dirty="0"/>
          </a:p>
        </p:txBody>
      </p:sp>
      <p:sp>
        <p:nvSpPr>
          <p:cNvPr id="17" name="Облако 16"/>
          <p:cNvSpPr/>
          <p:nvPr/>
        </p:nvSpPr>
        <p:spPr>
          <a:xfrm>
            <a:off x="3237645" y="3632259"/>
            <a:ext cx="2880320" cy="1008112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Почти все другие программные объекты</a:t>
            </a:r>
            <a:endParaRPr lang="ru-RU" dirty="0"/>
          </a:p>
        </p:txBody>
      </p:sp>
      <p:sp>
        <p:nvSpPr>
          <p:cNvPr id="15" name="Облако 14"/>
          <p:cNvSpPr/>
          <p:nvPr/>
        </p:nvSpPr>
        <p:spPr>
          <a:xfrm>
            <a:off x="6012160" y="915108"/>
            <a:ext cx="2556000" cy="936000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Интерфейсные программные объекты</a:t>
            </a:r>
            <a:endParaRPr lang="ru-RU" dirty="0"/>
          </a:p>
        </p:txBody>
      </p:sp>
      <p:sp>
        <p:nvSpPr>
          <p:cNvPr id="16" name="Облако 15"/>
          <p:cNvSpPr/>
          <p:nvPr/>
        </p:nvSpPr>
        <p:spPr>
          <a:xfrm>
            <a:off x="612013" y="3861048"/>
            <a:ext cx="2519827" cy="898442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Прикладные программные объекты</a:t>
            </a:r>
            <a:endParaRPr lang="ru-RU" dirty="0"/>
          </a:p>
        </p:txBody>
      </p:sp>
      <p:sp>
        <p:nvSpPr>
          <p:cNvPr id="21" name="Двойная стрелка вверх/вниз 20"/>
          <p:cNvSpPr/>
          <p:nvPr/>
        </p:nvSpPr>
        <p:spPr>
          <a:xfrm>
            <a:off x="6034227" y="586614"/>
            <a:ext cx="288000" cy="600249"/>
          </a:xfrm>
          <a:prstGeom prst="up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612013" y="1347052"/>
            <a:ext cx="1872208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Общие модули</a:t>
            </a:r>
            <a:endParaRPr lang="ru-RU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561196" y="3393853"/>
            <a:ext cx="1872208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Общие модули</a:t>
            </a:r>
            <a:endParaRPr lang="ru-RU" dirty="0"/>
          </a:p>
        </p:txBody>
      </p:sp>
      <p:sp>
        <p:nvSpPr>
          <p:cNvPr id="53" name="Облако 52"/>
          <p:cNvSpPr/>
          <p:nvPr/>
        </p:nvSpPr>
        <p:spPr>
          <a:xfrm>
            <a:off x="6142238" y="3430709"/>
            <a:ext cx="2556000" cy="936000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Интерфейсные программные объекты</a:t>
            </a:r>
            <a:endParaRPr lang="ru-RU" dirty="0"/>
          </a:p>
        </p:txBody>
      </p:sp>
      <p:sp>
        <p:nvSpPr>
          <p:cNvPr id="54" name="Облако 53"/>
          <p:cNvSpPr/>
          <p:nvPr/>
        </p:nvSpPr>
        <p:spPr>
          <a:xfrm>
            <a:off x="2702200" y="1347052"/>
            <a:ext cx="2880320" cy="1008112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Немного других программных объектов</a:t>
            </a:r>
            <a:endParaRPr lang="ru-RU" dirty="0"/>
          </a:p>
        </p:txBody>
      </p:sp>
      <p:sp>
        <p:nvSpPr>
          <p:cNvPr id="3" name="Стрелка вверх 2"/>
          <p:cNvSpPr/>
          <p:nvPr/>
        </p:nvSpPr>
        <p:spPr>
          <a:xfrm>
            <a:off x="6293359" y="2016751"/>
            <a:ext cx="301969" cy="1575102"/>
          </a:xfrm>
          <a:prstGeom prst="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Прямоугольник 55"/>
          <p:cNvSpPr/>
          <p:nvPr/>
        </p:nvSpPr>
        <p:spPr>
          <a:xfrm>
            <a:off x="612013" y="4815154"/>
            <a:ext cx="779847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Модуль сеанса</a:t>
            </a:r>
            <a:endParaRPr lang="ru-RU" dirty="0"/>
          </a:p>
        </p:txBody>
      </p:sp>
      <p:sp>
        <p:nvSpPr>
          <p:cNvPr id="19" name="Двойная стрелка вверх/вниз 18"/>
          <p:cNvSpPr/>
          <p:nvPr/>
        </p:nvSpPr>
        <p:spPr>
          <a:xfrm>
            <a:off x="719572" y="4221088"/>
            <a:ext cx="252028" cy="1188132"/>
          </a:xfrm>
          <a:prstGeom prst="up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6722731" y="4306145"/>
            <a:ext cx="1845429" cy="397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Модуль формы</a:t>
            </a:r>
            <a:endParaRPr lang="ru-RU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6722731" y="1817900"/>
            <a:ext cx="1845429" cy="397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Модуль формы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839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195</Words>
  <Application>Microsoft Office PowerPoint</Application>
  <PresentationFormat>Экран (4:3)</PresentationFormat>
  <Paragraphs>65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Тема Office</vt:lpstr>
      <vt:lpstr>Архитектура 1С</vt:lpstr>
      <vt:lpstr>Двухзвенная архитектура</vt:lpstr>
      <vt:lpstr>Двухзвенная архитектура (Файловый вариант)</vt:lpstr>
      <vt:lpstr>Двухзвенная архитектура (Клиент-серверный вариант)</vt:lpstr>
      <vt:lpstr>Трехзвенная архитектура</vt:lpstr>
      <vt:lpstr>Трехзвенная архитектура (Клиент-серверный вариант)</vt:lpstr>
      <vt:lpstr>Трехзвенная архитектура (Файловый вариант)</vt:lpstr>
      <vt:lpstr>Виды клиентов (только для 8.2, 8.3)</vt:lpstr>
      <vt:lpstr>Схема подключения клиентов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1С</dc:title>
  <dc:creator>Sizov</dc:creator>
  <cp:lastModifiedBy>Class3_User10</cp:lastModifiedBy>
  <cp:revision>8</cp:revision>
  <dcterms:created xsi:type="dcterms:W3CDTF">2014-10-04T05:26:55Z</dcterms:created>
  <dcterms:modified xsi:type="dcterms:W3CDTF">2014-10-23T16:16:53Z</dcterms:modified>
</cp:coreProperties>
</file>