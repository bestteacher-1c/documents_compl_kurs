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5" r:id="rId3"/>
    <p:sldId id="262" r:id="rId4"/>
    <p:sldId id="261" r:id="rId5"/>
    <p:sldId id="269" r:id="rId6"/>
    <p:sldId id="270" r:id="rId7"/>
    <p:sldId id="272" r:id="rId8"/>
    <p:sldId id="273" r:id="rId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Светлый стиль 1 -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1116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ugeniy sizov" userId="f166da1dfb7bc990" providerId="LiveId" clId="{33C2182E-D83C-4E9A-8B63-5433F4325A36}"/>
    <pc:docChg chg="modSld">
      <pc:chgData name="eugeniy sizov" userId="f166da1dfb7bc990" providerId="LiveId" clId="{33C2182E-D83C-4E9A-8B63-5433F4325A36}" dt="2019-09-30T15:38:48.172" v="0" actId="20577"/>
      <pc:docMkLst>
        <pc:docMk/>
      </pc:docMkLst>
      <pc:sldChg chg="modSp">
        <pc:chgData name="eugeniy sizov" userId="f166da1dfb7bc990" providerId="LiveId" clId="{33C2182E-D83C-4E9A-8B63-5433F4325A36}" dt="2019-09-30T15:38:48.172" v="0" actId="20577"/>
        <pc:sldMkLst>
          <pc:docMk/>
          <pc:sldMk cId="2768131411" sldId="272"/>
        </pc:sldMkLst>
        <pc:spChg chg="mod">
          <ac:chgData name="eugeniy sizov" userId="f166da1dfb7bc990" providerId="LiveId" clId="{33C2182E-D83C-4E9A-8B63-5433F4325A36}" dt="2019-09-30T15:38:48.172" v="0" actId="20577"/>
          <ac:spMkLst>
            <pc:docMk/>
            <pc:sldMk cId="2768131411" sldId="272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CF2C3-CA96-4692-808A-388255AAC477}" type="datetimeFigureOut">
              <a:rPr lang="ru-RU" smtClean="0"/>
              <a:pPr/>
              <a:t>30.09.2019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654E-55D4-45AB-85CE-A647405A23C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4681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CF2C3-CA96-4692-808A-388255AAC477}" type="datetimeFigureOut">
              <a:rPr lang="ru-RU" smtClean="0"/>
              <a:pPr/>
              <a:t>30.09.2019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654E-55D4-45AB-85CE-A647405A23C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8581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CF2C3-CA96-4692-808A-388255AAC477}" type="datetimeFigureOut">
              <a:rPr lang="ru-RU" smtClean="0"/>
              <a:pPr/>
              <a:t>30.09.2019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654E-55D4-45AB-85CE-A647405A23C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6525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CF2C3-CA96-4692-808A-388255AAC477}" type="datetimeFigureOut">
              <a:rPr lang="ru-RU" smtClean="0"/>
              <a:pPr/>
              <a:t>30.09.2019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654E-55D4-45AB-85CE-A647405A23C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3168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CF2C3-CA96-4692-808A-388255AAC477}" type="datetimeFigureOut">
              <a:rPr lang="ru-RU" smtClean="0"/>
              <a:pPr/>
              <a:t>30.09.2019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654E-55D4-45AB-85CE-A647405A23C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8215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CF2C3-CA96-4692-808A-388255AAC477}" type="datetimeFigureOut">
              <a:rPr lang="ru-RU" smtClean="0"/>
              <a:pPr/>
              <a:t>30.09.2019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654E-55D4-45AB-85CE-A647405A23C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0411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CF2C3-CA96-4692-808A-388255AAC477}" type="datetimeFigureOut">
              <a:rPr lang="ru-RU" smtClean="0"/>
              <a:pPr/>
              <a:t>30.09.2019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654E-55D4-45AB-85CE-A647405A23C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8795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CF2C3-CA96-4692-808A-388255AAC477}" type="datetimeFigureOut">
              <a:rPr lang="ru-RU" smtClean="0"/>
              <a:pPr/>
              <a:t>30.09.2019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654E-55D4-45AB-85CE-A647405A23C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5673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CF2C3-CA96-4692-808A-388255AAC477}" type="datetimeFigureOut">
              <a:rPr lang="ru-RU" smtClean="0"/>
              <a:pPr/>
              <a:t>30.09.2019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654E-55D4-45AB-85CE-A647405A23C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3128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CF2C3-CA96-4692-808A-388255AAC477}" type="datetimeFigureOut">
              <a:rPr lang="ru-RU" smtClean="0"/>
              <a:pPr/>
              <a:t>30.09.2019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654E-55D4-45AB-85CE-A647405A23C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1539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CF2C3-CA96-4692-808A-388255AAC477}" type="datetimeFigureOut">
              <a:rPr lang="ru-RU" smtClean="0"/>
              <a:pPr/>
              <a:t>30.09.2019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654E-55D4-45AB-85CE-A647405A23C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8725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DCF2C3-CA96-4692-808A-388255AAC477}" type="datetimeFigureOut">
              <a:rPr lang="ru-RU" smtClean="0"/>
              <a:pPr/>
              <a:t>30.09.2019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70654E-55D4-45AB-85CE-A647405A23C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120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02034"/>
          </a:xfrm>
        </p:spPr>
        <p:txBody>
          <a:bodyPr>
            <a:noAutofit/>
          </a:bodyPr>
          <a:lstStyle/>
          <a:p>
            <a:endParaRPr lang="ru-RU" sz="800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6991629"/>
              </p:ext>
            </p:extLst>
          </p:nvPr>
        </p:nvGraphicFramePr>
        <p:xfrm>
          <a:off x="467544" y="548680"/>
          <a:ext cx="8229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5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98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28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Расчетны</a:t>
                      </a:r>
                      <a:r>
                        <a:rPr lang="ru-RU" baseline="0" dirty="0"/>
                        <a:t>й месяц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Сотрудник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Вид начисления/Удержания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/>
                        <a:t>Дата</a:t>
                      </a:r>
                      <a:r>
                        <a:rPr lang="ru-RU" baseline="0" dirty="0"/>
                        <a:t> начала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Дата окончания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Результат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6874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02034"/>
          </a:xfrm>
        </p:spPr>
        <p:txBody>
          <a:bodyPr>
            <a:noAutofit/>
          </a:bodyPr>
          <a:lstStyle/>
          <a:p>
            <a:endParaRPr lang="ru-RU" sz="800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5534846"/>
              </p:ext>
            </p:extLst>
          </p:nvPr>
        </p:nvGraphicFramePr>
        <p:xfrm>
          <a:off x="467544" y="548680"/>
          <a:ext cx="8229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5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98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28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Расчетны</a:t>
                      </a:r>
                      <a:r>
                        <a:rPr lang="ru-RU" baseline="0" dirty="0"/>
                        <a:t>й месяц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Сотрудник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Вид начисления/Удержания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/>
                        <a:t>Дата</a:t>
                      </a:r>
                      <a:r>
                        <a:rPr lang="ru-RU" baseline="0" dirty="0"/>
                        <a:t> начала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Дата окончания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Результат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1913184"/>
              </p:ext>
            </p:extLst>
          </p:nvPr>
        </p:nvGraphicFramePr>
        <p:xfrm>
          <a:off x="467544" y="1412776"/>
          <a:ext cx="8208912" cy="64807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8072">
                <a:tc>
                  <a:txBody>
                    <a:bodyPr/>
                    <a:lstStyle/>
                    <a:p>
                      <a:r>
                        <a:rPr lang="ru-RU" b="0" dirty="0"/>
                        <a:t>07.2015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Иванова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Премия суммой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603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02034"/>
          </a:xfrm>
        </p:spPr>
        <p:txBody>
          <a:bodyPr>
            <a:noAutofit/>
          </a:bodyPr>
          <a:lstStyle/>
          <a:p>
            <a:endParaRPr lang="ru-RU" sz="800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6991629"/>
              </p:ext>
            </p:extLst>
          </p:nvPr>
        </p:nvGraphicFramePr>
        <p:xfrm>
          <a:off x="467544" y="548680"/>
          <a:ext cx="8229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5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98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28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Расчетны</a:t>
                      </a:r>
                      <a:r>
                        <a:rPr lang="ru-RU" baseline="0" dirty="0"/>
                        <a:t>й месяц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Сотрудник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Вид начисления/Удержания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/>
                        <a:t>Дата</a:t>
                      </a:r>
                      <a:r>
                        <a:rPr lang="ru-RU" baseline="0" dirty="0"/>
                        <a:t> начала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Дата окончания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Результат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737802"/>
              </p:ext>
            </p:extLst>
          </p:nvPr>
        </p:nvGraphicFramePr>
        <p:xfrm>
          <a:off x="467544" y="1412776"/>
          <a:ext cx="8208912" cy="64807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8072">
                <a:tc>
                  <a:txBody>
                    <a:bodyPr/>
                    <a:lstStyle/>
                    <a:p>
                      <a:r>
                        <a:rPr lang="ru-RU" b="0" dirty="0"/>
                        <a:t>07.2015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Иванова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Премия суммой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826715"/>
              </p:ext>
            </p:extLst>
          </p:nvPr>
        </p:nvGraphicFramePr>
        <p:xfrm>
          <a:off x="467544" y="2060848"/>
          <a:ext cx="8208912" cy="64807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8072">
                <a:tc>
                  <a:txBody>
                    <a:bodyPr/>
                    <a:lstStyle/>
                    <a:p>
                      <a:r>
                        <a:rPr lang="ru-RU" b="0" dirty="0"/>
                        <a:t>07.2015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Иванова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Штраф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6874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02034"/>
          </a:xfrm>
        </p:spPr>
        <p:txBody>
          <a:bodyPr>
            <a:noAutofit/>
          </a:bodyPr>
          <a:lstStyle/>
          <a:p>
            <a:endParaRPr lang="ru-RU" sz="800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6991629"/>
              </p:ext>
            </p:extLst>
          </p:nvPr>
        </p:nvGraphicFramePr>
        <p:xfrm>
          <a:off x="467544" y="548680"/>
          <a:ext cx="8229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5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98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28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Расчетны</a:t>
                      </a:r>
                      <a:r>
                        <a:rPr lang="ru-RU" baseline="0" dirty="0"/>
                        <a:t>й месяц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Сотрудник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Вид начисления/Удержания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/>
                        <a:t>Дата</a:t>
                      </a:r>
                      <a:r>
                        <a:rPr lang="ru-RU" baseline="0" dirty="0"/>
                        <a:t> начала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Дата окончания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Результат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5524325"/>
              </p:ext>
            </p:extLst>
          </p:nvPr>
        </p:nvGraphicFramePr>
        <p:xfrm>
          <a:off x="467544" y="1412776"/>
          <a:ext cx="8208912" cy="64807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8072">
                <a:tc>
                  <a:txBody>
                    <a:bodyPr/>
                    <a:lstStyle/>
                    <a:p>
                      <a:r>
                        <a:rPr lang="ru-RU" b="0" dirty="0"/>
                        <a:t>07.2015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Иванова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Премия суммой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656566"/>
              </p:ext>
            </p:extLst>
          </p:nvPr>
        </p:nvGraphicFramePr>
        <p:xfrm>
          <a:off x="467544" y="2060848"/>
          <a:ext cx="8208912" cy="64807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8072">
                <a:tc>
                  <a:txBody>
                    <a:bodyPr/>
                    <a:lstStyle/>
                    <a:p>
                      <a:r>
                        <a:rPr lang="ru-RU" b="0" dirty="0"/>
                        <a:t>07.2015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Иванова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Штраф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9482675"/>
              </p:ext>
            </p:extLst>
          </p:nvPr>
        </p:nvGraphicFramePr>
        <p:xfrm>
          <a:off x="467544" y="2708920"/>
          <a:ext cx="8208912" cy="64807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8072">
                <a:tc>
                  <a:txBody>
                    <a:bodyPr/>
                    <a:lstStyle/>
                    <a:p>
                      <a:r>
                        <a:rPr lang="ru-RU" b="0" dirty="0"/>
                        <a:t>07.2015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Иванова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Больничный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14. 07.2015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21. 07.2015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2333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6874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02034"/>
          </a:xfrm>
        </p:spPr>
        <p:txBody>
          <a:bodyPr>
            <a:noAutofit/>
          </a:bodyPr>
          <a:lstStyle/>
          <a:p>
            <a:endParaRPr lang="ru-RU" sz="800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9608525"/>
              </p:ext>
            </p:extLst>
          </p:nvPr>
        </p:nvGraphicFramePr>
        <p:xfrm>
          <a:off x="467544" y="548680"/>
          <a:ext cx="8229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5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98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28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Расчетны</a:t>
                      </a:r>
                      <a:r>
                        <a:rPr lang="ru-RU" baseline="0" dirty="0"/>
                        <a:t>й месяц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Сотрудник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Вид начисления/Удержания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/>
                        <a:t>Дата</a:t>
                      </a:r>
                      <a:r>
                        <a:rPr lang="ru-RU" baseline="0" dirty="0"/>
                        <a:t> начала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Дата окончания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Результат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Таблица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8495711"/>
              </p:ext>
            </p:extLst>
          </p:nvPr>
        </p:nvGraphicFramePr>
        <p:xfrm>
          <a:off x="467544" y="1412776"/>
          <a:ext cx="8208912" cy="64807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80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07.2015</a:t>
                      </a:r>
                    </a:p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Иванова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/>
                        <a:t>Премия суммой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Таблица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0773925"/>
              </p:ext>
            </p:extLst>
          </p:nvPr>
        </p:nvGraphicFramePr>
        <p:xfrm>
          <a:off x="467544" y="2060848"/>
          <a:ext cx="8208912" cy="64807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80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07.2015</a:t>
                      </a:r>
                    </a:p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Иванова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Штраф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Таблица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0132272"/>
              </p:ext>
            </p:extLst>
          </p:nvPr>
        </p:nvGraphicFramePr>
        <p:xfrm>
          <a:off x="467544" y="2708920"/>
          <a:ext cx="8208912" cy="64807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80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07.2015</a:t>
                      </a:r>
                    </a:p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Иванова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Больничный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14. 07.2015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21. 07.2015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2333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Таблица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9218306"/>
              </p:ext>
            </p:extLst>
          </p:nvPr>
        </p:nvGraphicFramePr>
        <p:xfrm>
          <a:off x="467544" y="3356992"/>
          <a:ext cx="8208912" cy="64807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80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07.2015</a:t>
                      </a:r>
                    </a:p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Иванова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b="0" dirty="0"/>
                        <a:t>Премия</a:t>
                      </a:r>
                      <a:r>
                        <a:rPr lang="ru-RU" sz="1200" b="0" baseline="0" dirty="0"/>
                        <a:t> менеджеру 10 % от продаж подразделения</a:t>
                      </a:r>
                      <a:endParaRPr lang="ru-RU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666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775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02034"/>
          </a:xfrm>
        </p:spPr>
        <p:txBody>
          <a:bodyPr>
            <a:noAutofit/>
          </a:bodyPr>
          <a:lstStyle/>
          <a:p>
            <a:endParaRPr lang="ru-RU" sz="800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3112695"/>
              </p:ext>
            </p:extLst>
          </p:nvPr>
        </p:nvGraphicFramePr>
        <p:xfrm>
          <a:off x="467544" y="548680"/>
          <a:ext cx="8229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5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98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28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Расчетны</a:t>
                      </a:r>
                      <a:r>
                        <a:rPr lang="ru-RU" baseline="0" dirty="0"/>
                        <a:t>й месяц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Сотрудник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Вид начисления/Удержания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/>
                        <a:t>Дата</a:t>
                      </a:r>
                      <a:r>
                        <a:rPr lang="ru-RU" baseline="0" dirty="0"/>
                        <a:t> начала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Дата окончания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Результат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Таблица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2812655"/>
              </p:ext>
            </p:extLst>
          </p:nvPr>
        </p:nvGraphicFramePr>
        <p:xfrm>
          <a:off x="467544" y="1412776"/>
          <a:ext cx="8208912" cy="64807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80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07.2015</a:t>
                      </a:r>
                    </a:p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Иванова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/>
                        <a:t>Премия суммой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Таблица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6508305"/>
              </p:ext>
            </p:extLst>
          </p:nvPr>
        </p:nvGraphicFramePr>
        <p:xfrm>
          <a:off x="467544" y="2060848"/>
          <a:ext cx="8208912" cy="64807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80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07.2015</a:t>
                      </a:r>
                    </a:p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Иванова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Штраф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Таблица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8456949"/>
              </p:ext>
            </p:extLst>
          </p:nvPr>
        </p:nvGraphicFramePr>
        <p:xfrm>
          <a:off x="467544" y="2708920"/>
          <a:ext cx="8208912" cy="64807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80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07.2015</a:t>
                      </a:r>
                    </a:p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Иванова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Больничный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14. 07.2015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21. 07.2015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2333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Таблица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5220186"/>
              </p:ext>
            </p:extLst>
          </p:nvPr>
        </p:nvGraphicFramePr>
        <p:xfrm>
          <a:off x="467544" y="4013056"/>
          <a:ext cx="8208912" cy="6400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07.2015</a:t>
                      </a:r>
                    </a:p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Иванова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Оклад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01. 07.2015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13. 07.2015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4000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Таблица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24310"/>
              </p:ext>
            </p:extLst>
          </p:nvPr>
        </p:nvGraphicFramePr>
        <p:xfrm>
          <a:off x="467544" y="4661128"/>
          <a:ext cx="8208912" cy="6400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07.2015</a:t>
                      </a:r>
                    </a:p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Иванова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Оклад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22. 07.2015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31. 07.2015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2500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Таблица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5257256"/>
              </p:ext>
            </p:extLst>
          </p:nvPr>
        </p:nvGraphicFramePr>
        <p:xfrm>
          <a:off x="467544" y="3356992"/>
          <a:ext cx="8208912" cy="64807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80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07.2015</a:t>
                      </a:r>
                    </a:p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Иванова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b="0" dirty="0"/>
                        <a:t>Премия</a:t>
                      </a:r>
                      <a:r>
                        <a:rPr lang="ru-RU" sz="1200" b="0" baseline="0" dirty="0"/>
                        <a:t> менеджеру 10 % от продаж подразделения</a:t>
                      </a:r>
                      <a:endParaRPr lang="ru-RU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666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1576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02034"/>
          </a:xfrm>
        </p:spPr>
        <p:txBody>
          <a:bodyPr>
            <a:noAutofit/>
          </a:bodyPr>
          <a:lstStyle/>
          <a:p>
            <a:r>
              <a:rPr lang="ru-RU" sz="800" dirty="0"/>
              <a:t> 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</p:nvPr>
        </p:nvGraphicFramePr>
        <p:xfrm>
          <a:off x="467544" y="548680"/>
          <a:ext cx="8229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5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98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28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Расчетны</a:t>
                      </a:r>
                      <a:r>
                        <a:rPr lang="ru-RU" baseline="0" dirty="0"/>
                        <a:t>й месяц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Сотрудник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Вид начисления/Удержания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/>
                        <a:t>Дата</a:t>
                      </a:r>
                      <a:r>
                        <a:rPr lang="ru-RU" baseline="0" dirty="0"/>
                        <a:t> начала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Дата окончания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Результат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Таблица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7259126"/>
              </p:ext>
            </p:extLst>
          </p:nvPr>
        </p:nvGraphicFramePr>
        <p:xfrm>
          <a:off x="467544" y="5301208"/>
          <a:ext cx="8208912" cy="64807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80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07.2015</a:t>
                      </a:r>
                    </a:p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Иванова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b="0" dirty="0"/>
                        <a:t>Доплата</a:t>
                      </a:r>
                      <a:r>
                        <a:rPr lang="ru-RU" sz="1200" b="0" baseline="0" dirty="0"/>
                        <a:t> за вредность (10 % от оклада)</a:t>
                      </a:r>
                      <a:endParaRPr lang="ru-RU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22. 07.2015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31. 07.2015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250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Таблица 11"/>
          <p:cNvGraphicFramePr>
            <a:graphicFrameLocks noGrp="1"/>
          </p:cNvGraphicFramePr>
          <p:nvPr/>
        </p:nvGraphicFramePr>
        <p:xfrm>
          <a:off x="467544" y="1412776"/>
          <a:ext cx="8208912" cy="64807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80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07.2015</a:t>
                      </a:r>
                    </a:p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Иванова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/>
                        <a:t>Премия суммой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Таблица 12"/>
          <p:cNvGraphicFramePr>
            <a:graphicFrameLocks noGrp="1"/>
          </p:cNvGraphicFramePr>
          <p:nvPr/>
        </p:nvGraphicFramePr>
        <p:xfrm>
          <a:off x="467544" y="2060848"/>
          <a:ext cx="8208912" cy="64807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80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07.2015</a:t>
                      </a:r>
                    </a:p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Иванова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Штраф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Таблица 13"/>
          <p:cNvGraphicFramePr>
            <a:graphicFrameLocks noGrp="1"/>
          </p:cNvGraphicFramePr>
          <p:nvPr/>
        </p:nvGraphicFramePr>
        <p:xfrm>
          <a:off x="467544" y="2708920"/>
          <a:ext cx="8208912" cy="64807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80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07.2015</a:t>
                      </a:r>
                    </a:p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Иванова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Больничный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14. 07.2015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21. 07.2015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2333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Таблица 23"/>
          <p:cNvGraphicFramePr>
            <a:graphicFrameLocks noGrp="1"/>
          </p:cNvGraphicFramePr>
          <p:nvPr/>
        </p:nvGraphicFramePr>
        <p:xfrm>
          <a:off x="467544" y="4013056"/>
          <a:ext cx="8208912" cy="6400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07.2015</a:t>
                      </a:r>
                    </a:p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Иванова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Оклад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01. 07.2015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13. 07.2015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4000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Таблица 24"/>
          <p:cNvGraphicFramePr>
            <a:graphicFrameLocks noGrp="1"/>
          </p:cNvGraphicFramePr>
          <p:nvPr/>
        </p:nvGraphicFramePr>
        <p:xfrm>
          <a:off x="467544" y="4661128"/>
          <a:ext cx="8208912" cy="6400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07.2015</a:t>
                      </a:r>
                    </a:p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Иванова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Оклад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22. 07.2015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31. 07.2015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2500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Таблица 14"/>
          <p:cNvGraphicFramePr>
            <a:graphicFrameLocks noGrp="1"/>
          </p:cNvGraphicFramePr>
          <p:nvPr/>
        </p:nvGraphicFramePr>
        <p:xfrm>
          <a:off x="467544" y="3356992"/>
          <a:ext cx="8208912" cy="64807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80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07.2015</a:t>
                      </a:r>
                    </a:p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Иванова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b="0" dirty="0"/>
                        <a:t>Премия</a:t>
                      </a:r>
                      <a:r>
                        <a:rPr lang="ru-RU" sz="1200" b="0" baseline="0" dirty="0"/>
                        <a:t> менеджеру 10 % от продаж подразделения</a:t>
                      </a:r>
                      <a:endParaRPr lang="ru-RU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666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81314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02034"/>
          </a:xfrm>
        </p:spPr>
        <p:txBody>
          <a:bodyPr>
            <a:noAutofit/>
          </a:bodyPr>
          <a:lstStyle/>
          <a:p>
            <a:endParaRPr lang="ru-RU" sz="800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</p:nvPr>
        </p:nvGraphicFramePr>
        <p:xfrm>
          <a:off x="467544" y="548680"/>
          <a:ext cx="8229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5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98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28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Расчетны</a:t>
                      </a:r>
                      <a:r>
                        <a:rPr lang="ru-RU" baseline="0" dirty="0"/>
                        <a:t>й месяц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Сотрудник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Вид начисления/Удержания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/>
                        <a:t>Дата</a:t>
                      </a:r>
                      <a:r>
                        <a:rPr lang="ru-RU" baseline="0" dirty="0"/>
                        <a:t> начала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Дата окончания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Результат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Таблица 10"/>
          <p:cNvGraphicFramePr>
            <a:graphicFrameLocks noGrp="1"/>
          </p:cNvGraphicFramePr>
          <p:nvPr/>
        </p:nvGraphicFramePr>
        <p:xfrm>
          <a:off x="467544" y="5301208"/>
          <a:ext cx="8208912" cy="64807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80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07.2015</a:t>
                      </a:r>
                    </a:p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Иванова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b="0" dirty="0"/>
                        <a:t>Доплата</a:t>
                      </a:r>
                      <a:r>
                        <a:rPr lang="ru-RU" sz="1200" b="0" baseline="0" dirty="0"/>
                        <a:t> за вредность (10 % от оклада)</a:t>
                      </a:r>
                      <a:endParaRPr lang="ru-RU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22. 07.2015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31. 07.2015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250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Таблица 11"/>
          <p:cNvGraphicFramePr>
            <a:graphicFrameLocks noGrp="1"/>
          </p:cNvGraphicFramePr>
          <p:nvPr/>
        </p:nvGraphicFramePr>
        <p:xfrm>
          <a:off x="467544" y="1412776"/>
          <a:ext cx="8208912" cy="64807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80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07.2015</a:t>
                      </a:r>
                    </a:p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Иванова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/>
                        <a:t>Премия суммой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Таблица 12"/>
          <p:cNvGraphicFramePr>
            <a:graphicFrameLocks noGrp="1"/>
          </p:cNvGraphicFramePr>
          <p:nvPr/>
        </p:nvGraphicFramePr>
        <p:xfrm>
          <a:off x="467544" y="2060848"/>
          <a:ext cx="8208912" cy="64807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80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07.2015</a:t>
                      </a:r>
                    </a:p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Иванова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Штраф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Таблица 13"/>
          <p:cNvGraphicFramePr>
            <a:graphicFrameLocks noGrp="1"/>
          </p:cNvGraphicFramePr>
          <p:nvPr/>
        </p:nvGraphicFramePr>
        <p:xfrm>
          <a:off x="467544" y="2708920"/>
          <a:ext cx="8208912" cy="64807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80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07.2015</a:t>
                      </a:r>
                    </a:p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Иванова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Больничный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14. 07.2015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21. 07.2015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2333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Таблица 23"/>
          <p:cNvGraphicFramePr>
            <a:graphicFrameLocks noGrp="1"/>
          </p:cNvGraphicFramePr>
          <p:nvPr/>
        </p:nvGraphicFramePr>
        <p:xfrm>
          <a:off x="467544" y="4013056"/>
          <a:ext cx="8208912" cy="6400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07.2015</a:t>
                      </a:r>
                    </a:p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Иванова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Оклад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01. 07.2015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13. 07.2015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4000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Таблица 24"/>
          <p:cNvGraphicFramePr>
            <a:graphicFrameLocks noGrp="1"/>
          </p:cNvGraphicFramePr>
          <p:nvPr/>
        </p:nvGraphicFramePr>
        <p:xfrm>
          <a:off x="467544" y="4661128"/>
          <a:ext cx="8208912" cy="6400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07.2015</a:t>
                      </a:r>
                    </a:p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Иванова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Оклад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22. 07.2015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31. 07.2015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2500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Таблица 14"/>
          <p:cNvGraphicFramePr>
            <a:graphicFrameLocks noGrp="1"/>
          </p:cNvGraphicFramePr>
          <p:nvPr/>
        </p:nvGraphicFramePr>
        <p:xfrm>
          <a:off x="467544" y="3356992"/>
          <a:ext cx="8208912" cy="64807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80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07.2015</a:t>
                      </a:r>
                    </a:p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Иванова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b="0" dirty="0"/>
                        <a:t>Премия</a:t>
                      </a:r>
                      <a:r>
                        <a:rPr lang="ru-RU" sz="1200" b="0" baseline="0" dirty="0"/>
                        <a:t> менеджеру 10 % от продаж подразделения</a:t>
                      </a:r>
                      <a:endParaRPr lang="ru-RU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666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Таблица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1453393"/>
              </p:ext>
            </p:extLst>
          </p:nvPr>
        </p:nvGraphicFramePr>
        <p:xfrm>
          <a:off x="467544" y="5949280"/>
          <a:ext cx="8208912" cy="64807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80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07.2015</a:t>
                      </a:r>
                    </a:p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Иванова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НДФЛ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  <a:p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1321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219689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636</TotalTime>
  <Words>346</Words>
  <Application>Microsoft Office PowerPoint</Application>
  <PresentationFormat>Экран (4:3)</PresentationFormat>
  <Paragraphs>199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1" baseType="lpstr">
      <vt:lpstr>Arial</vt:lpstr>
      <vt:lpstr>Calibri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 </vt:lpstr>
      <vt:lpstr>Презентация PowerPoint</vt:lpstr>
    </vt:vector>
  </TitlesOfParts>
  <Company>ekos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Евгений</dc:creator>
  <cp:lastModifiedBy>eugeniy sizov</cp:lastModifiedBy>
  <cp:revision>26</cp:revision>
  <dcterms:created xsi:type="dcterms:W3CDTF">2011-02-01T15:11:19Z</dcterms:created>
  <dcterms:modified xsi:type="dcterms:W3CDTF">2019-09-30T17:53:23Z</dcterms:modified>
</cp:coreProperties>
</file>