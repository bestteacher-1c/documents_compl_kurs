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8" r:id="rId3"/>
    <p:sldId id="264" r:id="rId4"/>
    <p:sldId id="265" r:id="rId5"/>
    <p:sldId id="262" r:id="rId6"/>
    <p:sldId id="261" r:id="rId7"/>
    <p:sldId id="266" r:id="rId8"/>
    <p:sldId id="259" r:id="rId9"/>
    <p:sldId id="269" r:id="rId10"/>
    <p:sldId id="270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-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15.05.2015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681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15.05.2015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58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15.05.2015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525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15.05.2015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16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15.05.2015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215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15.05.2015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41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15.05.2015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795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15.05.2015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673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15.05.2015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12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15.05.2015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539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15.05.2015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72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CF2C3-CA96-4692-808A-388255AAC477}" type="datetimeFigureOut">
              <a:rPr lang="ru-RU" smtClean="0"/>
              <a:pPr/>
              <a:t>15.05.2015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0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991629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5048"/>
                <a:gridCol w="1512168"/>
                <a:gridCol w="1429816"/>
                <a:gridCol w="1368152"/>
                <a:gridCol w="117281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Расчетны</a:t>
                      </a:r>
                      <a:r>
                        <a:rPr lang="ru-RU" baseline="0" dirty="0" smtClean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начисления/Удержания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Дата</a:t>
                      </a:r>
                      <a:r>
                        <a:rPr lang="ru-RU" baseline="0" dirty="0" smtClean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Дата окончания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87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991629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5048"/>
                <a:gridCol w="1512168"/>
                <a:gridCol w="1429816"/>
                <a:gridCol w="1368152"/>
                <a:gridCol w="117281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Расчетны</a:t>
                      </a:r>
                      <a:r>
                        <a:rPr lang="ru-RU" baseline="0" dirty="0" smtClean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начисления/Удержания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Дата</a:t>
                      </a:r>
                      <a:r>
                        <a:rPr lang="ru-RU" baseline="0" dirty="0" smtClean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Дата окончания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9450"/>
              </p:ext>
            </p:extLst>
          </p:nvPr>
        </p:nvGraphicFramePr>
        <p:xfrm>
          <a:off x="467544" y="1484784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36000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Оклад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01.07.2015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31.07.2015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10000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87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5534846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5048"/>
                <a:gridCol w="1512168"/>
                <a:gridCol w="1429816"/>
                <a:gridCol w="1368152"/>
                <a:gridCol w="117281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Расчетны</a:t>
                      </a:r>
                      <a:r>
                        <a:rPr lang="ru-RU" baseline="0" dirty="0" smtClean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начисления/Удержания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Дата</a:t>
                      </a:r>
                      <a:r>
                        <a:rPr lang="ru-RU" baseline="0" dirty="0" smtClean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Дата окончания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919916"/>
              </p:ext>
            </p:extLst>
          </p:nvPr>
        </p:nvGraphicFramePr>
        <p:xfrm>
          <a:off x="467544" y="1484784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Оклад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01.07.2015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10000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978925"/>
              </p:ext>
            </p:extLst>
          </p:nvPr>
        </p:nvGraphicFramePr>
        <p:xfrm>
          <a:off x="467544" y="2132856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/>
                        <a:t>Доплата</a:t>
                      </a:r>
                      <a:r>
                        <a:rPr lang="ru-RU" sz="1200" b="0" baseline="0" dirty="0" smtClean="0"/>
                        <a:t> за вредность (10 % от оклада)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500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0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5534846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5048"/>
                <a:gridCol w="1512168"/>
                <a:gridCol w="1429816"/>
                <a:gridCol w="1368152"/>
                <a:gridCol w="117281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Расчетны</a:t>
                      </a:r>
                      <a:r>
                        <a:rPr lang="ru-RU" baseline="0" dirty="0" smtClean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начисления/Удержания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Дата</a:t>
                      </a:r>
                      <a:r>
                        <a:rPr lang="ru-RU" baseline="0" dirty="0" smtClean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Дата окончания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230720"/>
              </p:ext>
            </p:extLst>
          </p:nvPr>
        </p:nvGraphicFramePr>
        <p:xfrm>
          <a:off x="467544" y="1484784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36000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Оклад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01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10000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810906"/>
              </p:ext>
            </p:extLst>
          </p:nvPr>
        </p:nvGraphicFramePr>
        <p:xfrm>
          <a:off x="467544" y="2132856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/>
                        <a:t>Доплата</a:t>
                      </a:r>
                      <a:r>
                        <a:rPr lang="ru-RU" sz="1200" b="0" baseline="0" dirty="0" smtClean="0"/>
                        <a:t> за вредность (10 % от оклада)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500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27057"/>
              </p:ext>
            </p:extLst>
          </p:nvPr>
        </p:nvGraphicFramePr>
        <p:xfrm>
          <a:off x="467544" y="278092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Премия суммой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0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991629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5048"/>
                <a:gridCol w="1512168"/>
                <a:gridCol w="1429816"/>
                <a:gridCol w="1368152"/>
                <a:gridCol w="117281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Расчетны</a:t>
                      </a:r>
                      <a:r>
                        <a:rPr lang="ru-RU" baseline="0" dirty="0" smtClean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начисления/Удержания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Дата</a:t>
                      </a:r>
                      <a:r>
                        <a:rPr lang="ru-RU" baseline="0" dirty="0" smtClean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Дата окончания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415974"/>
              </p:ext>
            </p:extLst>
          </p:nvPr>
        </p:nvGraphicFramePr>
        <p:xfrm>
          <a:off x="467544" y="1484784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36000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Оклад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01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10000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751224"/>
              </p:ext>
            </p:extLst>
          </p:nvPr>
        </p:nvGraphicFramePr>
        <p:xfrm>
          <a:off x="467544" y="2132856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/>
                        <a:t>Доплата</a:t>
                      </a:r>
                      <a:r>
                        <a:rPr lang="ru-RU" sz="1200" b="0" baseline="0" dirty="0" smtClean="0"/>
                        <a:t> за вредность (10 % от оклада)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500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374842"/>
              </p:ext>
            </p:extLst>
          </p:nvPr>
        </p:nvGraphicFramePr>
        <p:xfrm>
          <a:off x="467544" y="278092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Премия суммой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100983"/>
              </p:ext>
            </p:extLst>
          </p:nvPr>
        </p:nvGraphicFramePr>
        <p:xfrm>
          <a:off x="467544" y="3429000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Штраф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500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87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991629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5048"/>
                <a:gridCol w="1512168"/>
                <a:gridCol w="1429816"/>
                <a:gridCol w="1368152"/>
                <a:gridCol w="117281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Расчетны</a:t>
                      </a:r>
                      <a:r>
                        <a:rPr lang="ru-RU" baseline="0" dirty="0" smtClean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начисления/Удержания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Дата</a:t>
                      </a:r>
                      <a:r>
                        <a:rPr lang="ru-RU" baseline="0" dirty="0" smtClean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Дата окончания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068644"/>
              </p:ext>
            </p:extLst>
          </p:nvPr>
        </p:nvGraphicFramePr>
        <p:xfrm>
          <a:off x="467544" y="1484784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36000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Оклад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01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10000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516725"/>
              </p:ext>
            </p:extLst>
          </p:nvPr>
        </p:nvGraphicFramePr>
        <p:xfrm>
          <a:off x="467544" y="2132856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/>
                        <a:t>Доплата</a:t>
                      </a:r>
                      <a:r>
                        <a:rPr lang="ru-RU" sz="1200" b="0" baseline="0" dirty="0" smtClean="0"/>
                        <a:t> за вредность (10 % от оклада)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500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374842"/>
              </p:ext>
            </p:extLst>
          </p:nvPr>
        </p:nvGraphicFramePr>
        <p:xfrm>
          <a:off x="467544" y="278092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Премия суммой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554311"/>
              </p:ext>
            </p:extLst>
          </p:nvPr>
        </p:nvGraphicFramePr>
        <p:xfrm>
          <a:off x="467544" y="3429000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Штраф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500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042658"/>
              </p:ext>
            </p:extLst>
          </p:nvPr>
        </p:nvGraphicFramePr>
        <p:xfrm>
          <a:off x="467544" y="4077072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Больничный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14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2333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87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591622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5048"/>
                <a:gridCol w="1512168"/>
                <a:gridCol w="1429816"/>
                <a:gridCol w="1368152"/>
                <a:gridCol w="117281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Расчетны</a:t>
                      </a:r>
                      <a:r>
                        <a:rPr lang="ru-RU" baseline="0" dirty="0" smtClean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начисления/Удержания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Дата</a:t>
                      </a:r>
                      <a:r>
                        <a:rPr lang="ru-RU" baseline="0" dirty="0" smtClean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Дата окончания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32394"/>
              </p:ext>
            </p:extLst>
          </p:nvPr>
        </p:nvGraphicFramePr>
        <p:xfrm>
          <a:off x="467544" y="1484784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36000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Оклад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01. 07.2015</a:t>
                      </a:r>
                      <a:endParaRPr lang="ru-RU" b="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10000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592760"/>
              </p:ext>
            </p:extLst>
          </p:nvPr>
        </p:nvGraphicFramePr>
        <p:xfrm>
          <a:off x="467544" y="2132856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/>
                        <a:t>Доплата</a:t>
                      </a:r>
                      <a:r>
                        <a:rPr lang="ru-RU" sz="1200" b="0" baseline="0" dirty="0" smtClean="0"/>
                        <a:t> за вредность (10 % от оклада)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500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412782"/>
              </p:ext>
            </p:extLst>
          </p:nvPr>
        </p:nvGraphicFramePr>
        <p:xfrm>
          <a:off x="467544" y="278092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Премия суммой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196056"/>
              </p:ext>
            </p:extLst>
          </p:nvPr>
        </p:nvGraphicFramePr>
        <p:xfrm>
          <a:off x="467544" y="3429000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Штраф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500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096530"/>
              </p:ext>
            </p:extLst>
          </p:nvPr>
        </p:nvGraphicFramePr>
        <p:xfrm>
          <a:off x="467544" y="4077072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Больничный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14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2333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" name="Прямая соединительная линия 9"/>
          <p:cNvCxnSpPr/>
          <p:nvPr/>
        </p:nvCxnSpPr>
        <p:spPr>
          <a:xfrm>
            <a:off x="467544" y="1700808"/>
            <a:ext cx="82089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477888" y="2348880"/>
            <a:ext cx="82089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808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991629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5048"/>
                <a:gridCol w="1512168"/>
                <a:gridCol w="1429816"/>
                <a:gridCol w="1368152"/>
                <a:gridCol w="117281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Расчетны</a:t>
                      </a:r>
                      <a:r>
                        <a:rPr lang="ru-RU" baseline="0" dirty="0" smtClean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начисления/Удержания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Дата</a:t>
                      </a:r>
                      <a:r>
                        <a:rPr lang="ru-RU" baseline="0" dirty="0" smtClean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Дата окончания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924141"/>
              </p:ext>
            </p:extLst>
          </p:nvPr>
        </p:nvGraphicFramePr>
        <p:xfrm>
          <a:off x="467544" y="278092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/>
                        <a:t>Доплата</a:t>
                      </a:r>
                      <a:r>
                        <a:rPr lang="ru-RU" sz="1200" b="0" baseline="0" dirty="0" smtClean="0"/>
                        <a:t> за вредность (10 % от оклада)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22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250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778754"/>
              </p:ext>
            </p:extLst>
          </p:nvPr>
        </p:nvGraphicFramePr>
        <p:xfrm>
          <a:off x="467544" y="3429000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smtClean="0"/>
                        <a:t>Премия суммой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866795"/>
              </p:ext>
            </p:extLst>
          </p:nvPr>
        </p:nvGraphicFramePr>
        <p:xfrm>
          <a:off x="467544" y="4077072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Штраф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500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906625"/>
              </p:ext>
            </p:extLst>
          </p:nvPr>
        </p:nvGraphicFramePr>
        <p:xfrm>
          <a:off x="467544" y="4725144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Больничный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14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2333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832336"/>
              </p:ext>
            </p:extLst>
          </p:nvPr>
        </p:nvGraphicFramePr>
        <p:xfrm>
          <a:off x="467544" y="1484784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36000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Оклад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01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13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4000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087897"/>
              </p:ext>
            </p:extLst>
          </p:nvPr>
        </p:nvGraphicFramePr>
        <p:xfrm>
          <a:off x="467544" y="2132856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36000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Оклад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22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2500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87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608525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5048"/>
                <a:gridCol w="1512168"/>
                <a:gridCol w="1429816"/>
                <a:gridCol w="1368152"/>
                <a:gridCol w="117281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Расчетны</a:t>
                      </a:r>
                      <a:r>
                        <a:rPr lang="ru-RU" baseline="0" dirty="0" smtClean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начисления/Удержания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Дата</a:t>
                      </a:r>
                      <a:r>
                        <a:rPr lang="ru-RU" baseline="0" dirty="0" smtClean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Дата окончания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213097"/>
              </p:ext>
            </p:extLst>
          </p:nvPr>
        </p:nvGraphicFramePr>
        <p:xfrm>
          <a:off x="467544" y="278092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/>
                        <a:t>Доплата</a:t>
                      </a:r>
                      <a:r>
                        <a:rPr lang="ru-RU" sz="1200" b="0" baseline="0" dirty="0" smtClean="0"/>
                        <a:t> за вредность (10 % от оклада)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22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250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135923"/>
              </p:ext>
            </p:extLst>
          </p:nvPr>
        </p:nvGraphicFramePr>
        <p:xfrm>
          <a:off x="467544" y="3429000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smtClean="0"/>
                        <a:t>Премия суммой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680043"/>
              </p:ext>
            </p:extLst>
          </p:nvPr>
        </p:nvGraphicFramePr>
        <p:xfrm>
          <a:off x="467544" y="4077072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Штраф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500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6968"/>
              </p:ext>
            </p:extLst>
          </p:nvPr>
        </p:nvGraphicFramePr>
        <p:xfrm>
          <a:off x="467544" y="4725144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Больничный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14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2333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141904"/>
              </p:ext>
            </p:extLst>
          </p:nvPr>
        </p:nvGraphicFramePr>
        <p:xfrm>
          <a:off x="467544" y="1484784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36000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Оклад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01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13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4000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005946"/>
              </p:ext>
            </p:extLst>
          </p:nvPr>
        </p:nvGraphicFramePr>
        <p:xfrm>
          <a:off x="467544" y="2132856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36000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Оклад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22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2500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942276"/>
              </p:ext>
            </p:extLst>
          </p:nvPr>
        </p:nvGraphicFramePr>
        <p:xfrm>
          <a:off x="467544" y="5373216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/>
                        <a:t>Премия</a:t>
                      </a:r>
                      <a:r>
                        <a:rPr lang="ru-RU" sz="1200" b="0" baseline="0" dirty="0" smtClean="0"/>
                        <a:t> менеджеру 10 % от продаж подразделения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666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7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3112695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5048"/>
                <a:gridCol w="1512168"/>
                <a:gridCol w="1429816"/>
                <a:gridCol w="1368152"/>
                <a:gridCol w="117281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Расчетны</a:t>
                      </a:r>
                      <a:r>
                        <a:rPr lang="ru-RU" baseline="0" dirty="0" smtClean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начисления/Удержания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Дата</a:t>
                      </a:r>
                      <a:r>
                        <a:rPr lang="ru-RU" baseline="0" dirty="0" smtClean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Дата окончания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047738"/>
              </p:ext>
            </p:extLst>
          </p:nvPr>
        </p:nvGraphicFramePr>
        <p:xfrm>
          <a:off x="467544" y="278092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/>
                        <a:t>Доплата</a:t>
                      </a:r>
                      <a:r>
                        <a:rPr lang="ru-RU" sz="1200" b="0" baseline="0" dirty="0" smtClean="0"/>
                        <a:t> за вредность (10 % от оклада)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22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250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658505"/>
              </p:ext>
            </p:extLst>
          </p:nvPr>
        </p:nvGraphicFramePr>
        <p:xfrm>
          <a:off x="467544" y="3429000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smtClean="0"/>
                        <a:t>Премия суммой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201474"/>
              </p:ext>
            </p:extLst>
          </p:nvPr>
        </p:nvGraphicFramePr>
        <p:xfrm>
          <a:off x="467544" y="4077072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Штраф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500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405656"/>
              </p:ext>
            </p:extLst>
          </p:nvPr>
        </p:nvGraphicFramePr>
        <p:xfrm>
          <a:off x="467544" y="4725144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Больничный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14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2333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348683"/>
              </p:ext>
            </p:extLst>
          </p:nvPr>
        </p:nvGraphicFramePr>
        <p:xfrm>
          <a:off x="467544" y="1484784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Оклад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01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13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4000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207996"/>
              </p:ext>
            </p:extLst>
          </p:nvPr>
        </p:nvGraphicFramePr>
        <p:xfrm>
          <a:off x="467544" y="2132856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Оклад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22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31</a:t>
                      </a:r>
                      <a:r>
                        <a:rPr lang="ru-RU" b="0" dirty="0" smtClean="0"/>
                        <a:t>. 07.2015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2500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734238"/>
              </p:ext>
            </p:extLst>
          </p:nvPr>
        </p:nvGraphicFramePr>
        <p:xfrm>
          <a:off x="467544" y="602128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НДФЛ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 smtClean="0"/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1321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943077"/>
              </p:ext>
            </p:extLst>
          </p:nvPr>
        </p:nvGraphicFramePr>
        <p:xfrm>
          <a:off x="467544" y="5373216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/>
                <a:gridCol w="1368152"/>
                <a:gridCol w="1512168"/>
                <a:gridCol w="1440160"/>
                <a:gridCol w="1368152"/>
                <a:gridCol w="1152128"/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/>
                        <a:t>07.2015</a:t>
                      </a:r>
                    </a:p>
                    <a:p>
                      <a:endParaRPr lang="ru-RU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Иванова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/>
                        <a:t>Премия</a:t>
                      </a:r>
                      <a:r>
                        <a:rPr lang="ru-RU" sz="1200" b="0" baseline="0" dirty="0" smtClean="0"/>
                        <a:t> менеджеру 10 % от продаж подразделения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666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57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491</Words>
  <Application>Microsoft Office PowerPoint</Application>
  <PresentationFormat>Экран (4:3)</PresentationFormat>
  <Paragraphs>274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ekos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</dc:creator>
  <cp:lastModifiedBy>eugeniy sizov</cp:lastModifiedBy>
  <cp:revision>23</cp:revision>
  <dcterms:created xsi:type="dcterms:W3CDTF">2011-02-01T15:11:19Z</dcterms:created>
  <dcterms:modified xsi:type="dcterms:W3CDTF">2015-05-15T15:03:22Z</dcterms:modified>
</cp:coreProperties>
</file>