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ppt/changesInfos/changesInfo1.xml" ContentType="application/vnd.ms-powerpoint.changesinfo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6" r:id="rId1"/>
  </p:sldMasterIdLst>
  <p:sldIdLst>
    <p:sldId id="287" r:id="rId2"/>
    <p:sldId id="388" r:id="rId3"/>
    <p:sldId id="389" r:id="rId4"/>
    <p:sldId id="391" r:id="rId5"/>
    <p:sldId id="392" r:id="rId6"/>
    <p:sldId id="393" r:id="rId7"/>
    <p:sldId id="394" r:id="rId8"/>
    <p:sldId id="402" r:id="rId9"/>
    <p:sldId id="395" r:id="rId10"/>
    <p:sldId id="396" r:id="rId11"/>
    <p:sldId id="397" r:id="rId12"/>
    <p:sldId id="398" r:id="rId13"/>
    <p:sldId id="403" r:id="rId14"/>
    <p:sldId id="338" r:id="rId15"/>
    <p:sldId id="271" r:id="rId16"/>
    <p:sldId id="292" r:id="rId17"/>
    <p:sldId id="293" r:id="rId18"/>
    <p:sldId id="277" r:id="rId19"/>
    <p:sldId id="325" r:id="rId20"/>
    <p:sldId id="404" r:id="rId21"/>
    <p:sldId id="294" r:id="rId22"/>
    <p:sldId id="278" r:id="rId23"/>
    <p:sldId id="297" r:id="rId24"/>
    <p:sldId id="298" r:id="rId25"/>
    <p:sldId id="299" r:id="rId26"/>
    <p:sldId id="291" r:id="rId27"/>
    <p:sldId id="301" r:id="rId28"/>
    <p:sldId id="273" r:id="rId29"/>
    <p:sldId id="274" r:id="rId30"/>
    <p:sldId id="275" r:id="rId31"/>
    <p:sldId id="276" r:id="rId32"/>
    <p:sldId id="305" r:id="rId33"/>
    <p:sldId id="368" r:id="rId34"/>
    <p:sldId id="369" r:id="rId35"/>
    <p:sldId id="370" r:id="rId36"/>
    <p:sldId id="302" r:id="rId37"/>
    <p:sldId id="279" r:id="rId38"/>
    <p:sldId id="303" r:id="rId39"/>
    <p:sldId id="304" r:id="rId40"/>
    <p:sldId id="280" r:id="rId41"/>
    <p:sldId id="281" r:id="rId42"/>
    <p:sldId id="340" r:id="rId43"/>
    <p:sldId id="339" r:id="rId44"/>
    <p:sldId id="341" r:id="rId45"/>
    <p:sldId id="342" r:id="rId46"/>
    <p:sldId id="282" r:id="rId47"/>
    <p:sldId id="343" r:id="rId48"/>
    <p:sldId id="344" r:id="rId49"/>
    <p:sldId id="345" r:id="rId50"/>
    <p:sldId id="405" r:id="rId51"/>
    <p:sldId id="406" r:id="rId52"/>
    <p:sldId id="286" r:id="rId53"/>
    <p:sldId id="283" r:id="rId54"/>
    <p:sldId id="346" r:id="rId55"/>
    <p:sldId id="347" r:id="rId56"/>
    <p:sldId id="348" r:id="rId57"/>
    <p:sldId id="381" r:id="rId58"/>
    <p:sldId id="284" r:id="rId59"/>
    <p:sldId id="350" r:id="rId60"/>
    <p:sldId id="351" r:id="rId61"/>
    <p:sldId id="352" r:id="rId62"/>
    <p:sldId id="357" r:id="rId63"/>
    <p:sldId id="358" r:id="rId64"/>
    <p:sldId id="359" r:id="rId65"/>
    <p:sldId id="382" r:id="rId66"/>
    <p:sldId id="383" r:id="rId67"/>
    <p:sldId id="384" r:id="rId68"/>
    <p:sldId id="385" r:id="rId69"/>
    <p:sldId id="386" r:id="rId70"/>
    <p:sldId id="387" r:id="rId71"/>
    <p:sldId id="322" r:id="rId72"/>
    <p:sldId id="360" r:id="rId73"/>
    <p:sldId id="361" r:id="rId74"/>
    <p:sldId id="362" r:id="rId75"/>
    <p:sldId id="363" r:id="rId76"/>
    <p:sldId id="364" r:id="rId77"/>
    <p:sldId id="365" r:id="rId78"/>
    <p:sldId id="366" r:id="rId79"/>
    <p:sldId id="367" r:id="rId80"/>
  </p:sldIdLst>
  <p:sldSz cx="9144000" cy="6858000" type="screen4x3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F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Средний стиль 2 - акцент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F5AB1C69-6EDB-4FF4-983F-18BD219EF322}" styleName="Средний стиль 2 - акцент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5940675A-B579-460E-94D1-54222C63F5DA}" styleName="Нет стиля, сетка таблицы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21E4AEA4-8DFA-4A89-87EB-49C32662AFE0}" styleName="Средний стиль 2 - акцент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93296810-A885-4BE3-A3E7-6D5BEEA58F35}" styleName="Средний стиль 2 - акцент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00A15C55-8517-42AA-B614-E9B94910E393}" styleName="Средний стиль 2 - акцент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BC89EF96-8CEA-46FF-86C4-4CE0E7609802}" styleName="Светлый стиль 3 — акцент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5DA37D80-6434-44D0-A028-1B22A696006F}" styleName="Светлый стиль 3 — акцент 2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 w="12700" cmpd="sng">
              <a:solidFill>
                <a:schemeClr val="accent2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  <a:tblStyle styleId="{8799B23B-EC83-4686-B30A-512413B5E67A}" styleName="Светлый стиль 3 — акцент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  <a:tblStyle styleId="{E8B1032C-EA38-4F05-BA0D-38AFFFC7BED3}" styleName="Светлый стиль 3 — акцент 6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 w="12700" cmpd="sng">
              <a:solidFill>
                <a:schemeClr val="accent6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20000"/>
            </a:schemeClr>
          </a:solidFill>
        </a:fill>
      </a:tcStyle>
    </a:band1H>
    <a:band1V>
      <a:tcStyle>
        <a:tcBdr/>
        <a:fill>
          <a:solidFill>
            <a:schemeClr val="accent6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6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6484" autoAdjust="0"/>
    <p:restoredTop sz="94660"/>
  </p:normalViewPr>
  <p:slideViewPr>
    <p:cSldViewPr>
      <p:cViewPr varScale="1">
        <p:scale>
          <a:sx n="106" d="100"/>
          <a:sy n="106" d="100"/>
        </p:scale>
        <p:origin x="138" y="138"/>
      </p:cViewPr>
      <p:guideLst>
        <p:guide orient="horz" pos="2160"/>
        <p:guide pos="2880"/>
      </p:guideLst>
    </p:cSldViewPr>
  </p:slideViewPr>
  <p:notesTextViewPr>
    <p:cViewPr>
      <p:scale>
        <a:sx n="3" d="2"/>
        <a:sy n="3" d="2"/>
      </p:scale>
      <p:origin x="0" y="0"/>
    </p:cViewPr>
  </p:notesTextViewPr>
  <p:sorterViewPr>
    <p:cViewPr varScale="1">
      <p:scale>
        <a:sx n="1" d="1"/>
        <a:sy n="1" d="1"/>
      </p:scale>
      <p:origin x="0" y="-16734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slide" Target="slides/slide62.xml"/><Relationship Id="rId68" Type="http://schemas.openxmlformats.org/officeDocument/2006/relationships/slide" Target="slides/slide67.xml"/><Relationship Id="rId84" Type="http://schemas.openxmlformats.org/officeDocument/2006/relationships/tableStyles" Target="tableStyles.xml"/><Relationship Id="rId16" Type="http://schemas.openxmlformats.org/officeDocument/2006/relationships/slide" Target="slides/slide15.xml"/><Relationship Id="rId11" Type="http://schemas.openxmlformats.org/officeDocument/2006/relationships/slide" Target="slides/slide10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74" Type="http://schemas.openxmlformats.org/officeDocument/2006/relationships/slide" Target="slides/slide73.xml"/><Relationship Id="rId79" Type="http://schemas.openxmlformats.org/officeDocument/2006/relationships/slide" Target="slides/slide78.xml"/><Relationship Id="rId5" Type="http://schemas.openxmlformats.org/officeDocument/2006/relationships/slide" Target="slides/slide4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slide" Target="slides/slide63.xml"/><Relationship Id="rId69" Type="http://schemas.openxmlformats.org/officeDocument/2006/relationships/slide" Target="slides/slide68.xml"/><Relationship Id="rId77" Type="http://schemas.openxmlformats.org/officeDocument/2006/relationships/slide" Target="slides/slide76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slide" Target="slides/slide71.xml"/><Relationship Id="rId80" Type="http://schemas.openxmlformats.org/officeDocument/2006/relationships/slide" Target="slides/slide79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slide" Target="slides/slide66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70" Type="http://schemas.openxmlformats.org/officeDocument/2006/relationships/slide" Target="slides/slide69.xml"/><Relationship Id="rId75" Type="http://schemas.openxmlformats.org/officeDocument/2006/relationships/slide" Target="slides/slide74.xml"/><Relationship Id="rId83" Type="http://schemas.openxmlformats.org/officeDocument/2006/relationships/theme" Target="theme/theme1.xml"/><Relationship Id="rId88" Type="http://schemas.microsoft.com/office/2016/11/relationships/changesInfo" Target="changesInfos/changesInfo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73" Type="http://schemas.openxmlformats.org/officeDocument/2006/relationships/slide" Target="slides/slide72.xml"/><Relationship Id="rId78" Type="http://schemas.openxmlformats.org/officeDocument/2006/relationships/slide" Target="slides/slide77.xml"/><Relationship Id="rId81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6" Type="http://schemas.openxmlformats.org/officeDocument/2006/relationships/slide" Target="slides/slide75.xml"/><Relationship Id="rId7" Type="http://schemas.openxmlformats.org/officeDocument/2006/relationships/slide" Target="slides/slide6.xml"/><Relationship Id="rId71" Type="http://schemas.openxmlformats.org/officeDocument/2006/relationships/slide" Target="slides/slide70.xml"/><Relationship Id="rId2" Type="http://schemas.openxmlformats.org/officeDocument/2006/relationships/slide" Target="slides/slide1.xml"/><Relationship Id="rId29" Type="http://schemas.openxmlformats.org/officeDocument/2006/relationships/slide" Target="slides/slide28.xml"/><Relationship Id="rId24" Type="http://schemas.openxmlformats.org/officeDocument/2006/relationships/slide" Target="slides/slide23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66" Type="http://schemas.openxmlformats.org/officeDocument/2006/relationships/slide" Target="slides/slide65.xml"/><Relationship Id="rId61" Type="http://schemas.openxmlformats.org/officeDocument/2006/relationships/slide" Target="slides/slide60.xml"/><Relationship Id="rId82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eugeniy sizov" userId="f166da1dfb7bc990" providerId="LiveId" clId="{CBB03645-8B2B-43D4-8CF1-788D1D3A41AC}"/>
    <pc:docChg chg="custSel modSld">
      <pc:chgData name="eugeniy sizov" userId="f166da1dfb7bc990" providerId="LiveId" clId="{CBB03645-8B2B-43D4-8CF1-788D1D3A41AC}" dt="2020-03-17T11:32:19.723" v="1" actId="27636"/>
      <pc:docMkLst>
        <pc:docMk/>
      </pc:docMkLst>
      <pc:sldChg chg="modSp mod">
        <pc:chgData name="eugeniy sizov" userId="f166da1dfb7bc990" providerId="LiveId" clId="{CBB03645-8B2B-43D4-8CF1-788D1D3A41AC}" dt="2020-03-17T11:32:19.723" v="1" actId="27636"/>
        <pc:sldMkLst>
          <pc:docMk/>
          <pc:sldMk cId="2057294236" sldId="286"/>
        </pc:sldMkLst>
        <pc:spChg chg="mod">
          <ac:chgData name="eugeniy sizov" userId="f166da1dfb7bc990" providerId="LiveId" clId="{CBB03645-8B2B-43D4-8CF1-788D1D3A41AC}" dt="2020-03-17T11:32:19.723" v="1" actId="27636"/>
          <ac:spMkLst>
            <pc:docMk/>
            <pc:sldMk cId="2057294236" sldId="286"/>
            <ac:spMk id="3" creationId="{00000000-0000-0000-0000-000000000000}"/>
          </ac:spMkLst>
        </pc:spChg>
      </pc:sldChg>
      <pc:sldChg chg="modSp">
        <pc:chgData name="eugeniy sizov" userId="f166da1dfb7bc990" providerId="LiveId" clId="{CBB03645-8B2B-43D4-8CF1-788D1D3A41AC}" dt="2020-03-17T11:32:19.452" v="0" actId="207"/>
        <pc:sldMkLst>
          <pc:docMk/>
          <pc:sldMk cId="2391645975" sldId="381"/>
        </pc:sldMkLst>
        <pc:spChg chg="mod">
          <ac:chgData name="eugeniy sizov" userId="f166da1dfb7bc990" providerId="LiveId" clId="{CBB03645-8B2B-43D4-8CF1-788D1D3A41AC}" dt="2020-03-17T11:32:19.452" v="0" actId="207"/>
          <ac:spMkLst>
            <pc:docMk/>
            <pc:sldMk cId="2391645975" sldId="381"/>
            <ac:spMk id="29699" creationId="{00000000-0000-0000-0000-000000000000}"/>
          </ac:spMkLst>
        </pc:spChg>
      </pc:sldChg>
    </pc:docChg>
  </pc:docChgLst>
  <pc:docChgLst>
    <pc:chgData name="eugeniy sizov" userId="f166da1dfb7bc990" providerId="LiveId" clId="{99ABC262-1883-4ED5-A24B-0399F56B7B47}"/>
    <pc:docChg chg="custSel addSld delSld modSld">
      <pc:chgData name="eugeniy sizov" userId="f166da1dfb7bc990" providerId="LiveId" clId="{99ABC262-1883-4ED5-A24B-0399F56B7B47}" dt="2018-11-13T10:08:58.072" v="2" actId="2696"/>
      <pc:docMkLst>
        <pc:docMk/>
      </pc:docMkLst>
      <pc:sldChg chg="modSp">
        <pc:chgData name="eugeniy sizov" userId="f166da1dfb7bc990" providerId="LiveId" clId="{99ABC262-1883-4ED5-A24B-0399F56B7B47}" dt="2018-11-13T10:08:53.750" v="1" actId="27636"/>
        <pc:sldMkLst>
          <pc:docMk/>
          <pc:sldMk cId="2057294236" sldId="286"/>
        </pc:sldMkLst>
        <pc:spChg chg="mod">
          <ac:chgData name="eugeniy sizov" userId="f166da1dfb7bc990" providerId="LiveId" clId="{99ABC262-1883-4ED5-A24B-0399F56B7B47}" dt="2018-11-13T10:08:53.750" v="1" actId="27636"/>
          <ac:spMkLst>
            <pc:docMk/>
            <pc:sldMk cId="2057294236" sldId="286"/>
            <ac:spMk id="3" creationId="{00000000-0000-0000-0000-000000000000}"/>
          </ac:spMkLst>
        </pc:spChg>
      </pc:sldChg>
      <pc:sldChg chg="add del">
        <pc:chgData name="eugeniy sizov" userId="f166da1dfb7bc990" providerId="LiveId" clId="{99ABC262-1883-4ED5-A24B-0399F56B7B47}" dt="2018-11-13T10:08:58.072" v="2" actId="2696"/>
        <pc:sldMkLst>
          <pc:docMk/>
          <pc:sldMk cId="843330757" sldId="371"/>
        </pc:sldMkLst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Подзаголовок 2"/>
          <p:cNvSpPr txBox="1">
            <a:spLocks/>
          </p:cNvSpPr>
          <p:nvPr/>
        </p:nvSpPr>
        <p:spPr bwMode="auto">
          <a:xfrm>
            <a:off x="179388" y="115888"/>
            <a:ext cx="6768876" cy="5715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kumimoji="1"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20000"/>
              </a:spcBef>
              <a:buClr>
                <a:srgbClr val="C00000"/>
              </a:buClr>
              <a:defRPr/>
            </a:pPr>
            <a:r>
              <a:rPr kumimoji="0" lang="ru-RU" sz="1800" b="1" dirty="0">
                <a:solidFill>
                  <a:srgbClr val="0070C0"/>
                </a:solidFill>
                <a:latin typeface="Tahoma" panose="020B0604030504040204" pitchFamily="34" charset="0"/>
                <a:cs typeface="Tahoma" panose="020B0604030504040204" pitchFamily="34" charset="0"/>
              </a:rPr>
              <a:t>Конфигурирование</a:t>
            </a:r>
            <a:r>
              <a:rPr kumimoji="0" lang="ru-RU" sz="1800" b="1" baseline="0" dirty="0">
                <a:solidFill>
                  <a:srgbClr val="0070C0"/>
                </a:solidFill>
                <a:latin typeface="Tahoma" panose="020B0604030504040204" pitchFamily="34" charset="0"/>
                <a:cs typeface="Tahoma" panose="020B0604030504040204" pitchFamily="34" charset="0"/>
              </a:rPr>
              <a:t> в системе 1С: Предприятие 8</a:t>
            </a:r>
            <a:endParaRPr kumimoji="0" lang="ru-RU" sz="1800" b="1" dirty="0">
              <a:solidFill>
                <a:srgbClr val="0070C0"/>
              </a:solidFill>
              <a:latin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5" name="TextBox 14"/>
          <p:cNvSpPr txBox="1">
            <a:spLocks noChangeArrowheads="1"/>
          </p:cNvSpPr>
          <p:nvPr/>
        </p:nvSpPr>
        <p:spPr bwMode="auto">
          <a:xfrm>
            <a:off x="5435600" y="138113"/>
            <a:ext cx="3525838" cy="3381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Arial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charset="0"/>
              </a:defRPr>
            </a:lvl9pPr>
          </a:lstStyle>
          <a:p>
            <a:pPr algn="r">
              <a:defRPr/>
            </a:pPr>
            <a:r>
              <a:rPr lang="ru-RU" sz="1600" dirty="0">
                <a:solidFill>
                  <a:srgbClr val="0070C0"/>
                </a:solidFill>
                <a:latin typeface="Tahoma" pitchFamily="34" charset="0"/>
                <a:cs typeface="Tahoma" pitchFamily="34" charset="0"/>
              </a:rPr>
              <a:t>Основные объекты</a:t>
            </a:r>
          </a:p>
        </p:txBody>
      </p:sp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179388" y="548679"/>
            <a:ext cx="8784000" cy="720081"/>
          </a:xfrm>
        </p:spPr>
        <p:txBody>
          <a:bodyPr/>
          <a:lstStyle>
            <a:lvl1pPr algn="ctr">
              <a:defRPr sz="3200" baseline="0"/>
            </a:lvl1pPr>
          </a:lstStyle>
          <a:p>
            <a:r>
              <a:rPr lang="ru-RU"/>
              <a:t>Образец заголовка</a:t>
            </a:r>
            <a:endParaRPr lang="ru-RU" dirty="0"/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>
          <a:xfrm>
            <a:off x="179388" y="1293839"/>
            <a:ext cx="8782050" cy="2223398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2400">
                <a:solidFill>
                  <a:srgbClr val="0070C0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ru-RU"/>
              <a:t>Образец подзаголовка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46152486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Содержимое 2"/>
          <p:cNvSpPr>
            <a:spLocks noGrp="1"/>
          </p:cNvSpPr>
          <p:nvPr>
            <p:ph idx="1"/>
          </p:nvPr>
        </p:nvSpPr>
        <p:spPr>
          <a:xfrm>
            <a:off x="185862" y="1268680"/>
            <a:ext cx="8784000" cy="4968631"/>
          </a:xfrm>
          <a:prstGeom prst="rect">
            <a:avLst/>
          </a:prstGeom>
        </p:spPr>
        <p:txBody>
          <a:bodyPr>
            <a:normAutofit/>
          </a:bodyPr>
          <a:lstStyle>
            <a:lvl1pPr marL="457200" indent="-457200">
              <a:buClr>
                <a:srgbClr val="C00000"/>
              </a:buClr>
              <a:buFontTx/>
              <a:buBlip>
                <a:blip r:embed="rId2"/>
              </a:buBlip>
              <a:defRPr/>
            </a:lvl1pPr>
            <a:lvl2pPr>
              <a:buClr>
                <a:srgbClr val="FF0000"/>
              </a:buClr>
              <a:buFont typeface="Verdana" pitchFamily="34" charset="0"/>
              <a:buChar char="•"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>
              <a:buClr>
                <a:srgbClr val="FF0000"/>
              </a:buClr>
              <a:buFont typeface="Wingdings" pitchFamily="2" charset="2"/>
              <a:buChar char="§"/>
              <a:defRPr b="1"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>
              <a:defRPr b="0"/>
            </a:lvl4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ru-RU" dirty="0"/>
          </a:p>
        </p:txBody>
      </p:sp>
      <p:sp>
        <p:nvSpPr>
          <p:cNvPr id="6" name="Заголовок 5"/>
          <p:cNvSpPr>
            <a:spLocks noGrp="1"/>
          </p:cNvSpPr>
          <p:nvPr>
            <p:ph type="title"/>
          </p:nvPr>
        </p:nvSpPr>
        <p:spPr>
          <a:xfrm>
            <a:off x="185862" y="548680"/>
            <a:ext cx="8784000" cy="720000"/>
          </a:xfrm>
        </p:spPr>
        <p:txBody>
          <a:bodyPr/>
          <a:lstStyle>
            <a:lvl1pPr>
              <a:lnSpc>
                <a:spcPct val="100000"/>
              </a:lnSpc>
              <a:defRPr sz="3200"/>
            </a:lvl1pPr>
          </a:lstStyle>
          <a:p>
            <a:r>
              <a:rPr lang="ru-RU"/>
              <a:t>Образец заголовка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19552583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2_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Содержимое 2"/>
          <p:cNvSpPr>
            <a:spLocks noGrp="1"/>
          </p:cNvSpPr>
          <p:nvPr>
            <p:ph idx="1"/>
          </p:nvPr>
        </p:nvSpPr>
        <p:spPr>
          <a:xfrm>
            <a:off x="185862" y="1340768"/>
            <a:ext cx="3954090" cy="4896543"/>
          </a:xfrm>
          <a:prstGeom prst="rect">
            <a:avLst/>
          </a:prstGeom>
        </p:spPr>
        <p:txBody>
          <a:bodyPr>
            <a:normAutofit/>
          </a:bodyPr>
          <a:lstStyle>
            <a:lvl1pPr marL="457200" indent="-457200">
              <a:buClr>
                <a:srgbClr val="C00000"/>
              </a:buClr>
              <a:buFontTx/>
              <a:buBlip>
                <a:blip r:embed="rId2"/>
              </a:buBlip>
              <a:defRPr/>
            </a:lvl1pPr>
            <a:lvl2pPr>
              <a:buClr>
                <a:srgbClr val="FF0000"/>
              </a:buClr>
              <a:buFont typeface="Verdana" pitchFamily="34" charset="0"/>
              <a:buChar char="•"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>
              <a:buClr>
                <a:srgbClr val="FF0000"/>
              </a:buClr>
              <a:buFont typeface="Wingdings" pitchFamily="2" charset="2"/>
              <a:buChar char="§"/>
              <a:defRPr b="1"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>
              <a:defRPr b="0"/>
            </a:lvl4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ru-RU" dirty="0"/>
          </a:p>
        </p:txBody>
      </p:sp>
      <p:sp>
        <p:nvSpPr>
          <p:cNvPr id="6" name="Заголовок 5"/>
          <p:cNvSpPr>
            <a:spLocks noGrp="1"/>
          </p:cNvSpPr>
          <p:nvPr>
            <p:ph type="title"/>
          </p:nvPr>
        </p:nvSpPr>
        <p:spPr>
          <a:xfrm>
            <a:off x="185862" y="548680"/>
            <a:ext cx="8784000" cy="720080"/>
          </a:xfrm>
        </p:spPr>
        <p:txBody>
          <a:bodyPr/>
          <a:lstStyle>
            <a:lvl1pPr>
              <a:lnSpc>
                <a:spcPct val="100000"/>
              </a:lnSpc>
              <a:defRPr sz="3200"/>
            </a:lvl1pPr>
          </a:lstStyle>
          <a:p>
            <a:r>
              <a:rPr lang="ru-RU"/>
              <a:t>Образец заголовка</a:t>
            </a:r>
            <a:endParaRPr lang="ru-RU" dirty="0"/>
          </a:p>
        </p:txBody>
      </p:sp>
      <p:sp>
        <p:nvSpPr>
          <p:cNvPr id="5" name="Рисунок 2"/>
          <p:cNvSpPr>
            <a:spLocks noGrp="1"/>
          </p:cNvSpPr>
          <p:nvPr>
            <p:ph type="pic" idx="10"/>
          </p:nvPr>
        </p:nvSpPr>
        <p:spPr>
          <a:xfrm>
            <a:off x="4314207" y="1340768"/>
            <a:ext cx="4629150" cy="489654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ru-RU" noProof="0"/>
              <a:t>Вставка рисунка</a:t>
            </a:r>
            <a:endParaRPr lang="ru-RU" noProof="0" dirty="0"/>
          </a:p>
        </p:txBody>
      </p:sp>
    </p:spTree>
    <p:extLst>
      <p:ext uri="{BB962C8B-B14F-4D97-AF65-F5344CB8AC3E}">
        <p14:creationId xmlns:p14="http://schemas.microsoft.com/office/powerpoint/2010/main" val="278076848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Содержимое 2"/>
          <p:cNvSpPr>
            <a:spLocks noGrp="1"/>
          </p:cNvSpPr>
          <p:nvPr>
            <p:ph idx="1"/>
          </p:nvPr>
        </p:nvSpPr>
        <p:spPr>
          <a:xfrm>
            <a:off x="185862" y="1268680"/>
            <a:ext cx="8784000" cy="4968631"/>
          </a:xfrm>
          <a:prstGeom prst="rect">
            <a:avLst/>
          </a:prstGeom>
        </p:spPr>
        <p:txBody>
          <a:bodyPr>
            <a:normAutofit/>
          </a:bodyPr>
          <a:lstStyle>
            <a:lvl1pPr marL="457200" indent="-457200">
              <a:buClr>
                <a:srgbClr val="C00000"/>
              </a:buClr>
              <a:buFontTx/>
              <a:buBlip>
                <a:blip r:embed="rId2"/>
              </a:buBlip>
              <a:defRPr/>
            </a:lvl1pPr>
            <a:lvl2pPr>
              <a:buClr>
                <a:srgbClr val="FF0000"/>
              </a:buClr>
              <a:buFont typeface="Verdana" pitchFamily="34" charset="0"/>
              <a:buChar char="•"/>
              <a:defRPr sz="2400">
                <a:solidFill>
                  <a:srgbClr val="FF0000"/>
                </a:solidFill>
              </a:defRPr>
            </a:lvl2pPr>
            <a:lvl3pPr>
              <a:buClr>
                <a:srgbClr val="FF0000"/>
              </a:buClr>
              <a:buFont typeface="Wingdings" pitchFamily="2" charset="2"/>
              <a:buChar char="§"/>
              <a:defRPr b="1">
                <a:solidFill>
                  <a:srgbClr val="0070C0"/>
                </a:solidFill>
              </a:defRPr>
            </a:lvl3pPr>
            <a:lvl4pPr>
              <a:defRPr b="0"/>
            </a:lvl4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ru-RU" dirty="0"/>
          </a:p>
        </p:txBody>
      </p:sp>
      <p:sp>
        <p:nvSpPr>
          <p:cNvPr id="6" name="Заголовок 5"/>
          <p:cNvSpPr>
            <a:spLocks noGrp="1"/>
          </p:cNvSpPr>
          <p:nvPr>
            <p:ph type="title"/>
          </p:nvPr>
        </p:nvSpPr>
        <p:spPr>
          <a:xfrm>
            <a:off x="174651" y="548680"/>
            <a:ext cx="8784000" cy="720000"/>
          </a:xfrm>
        </p:spPr>
        <p:txBody>
          <a:bodyPr/>
          <a:lstStyle>
            <a:lvl1pPr>
              <a:lnSpc>
                <a:spcPct val="100000"/>
              </a:lnSpc>
              <a:defRPr sz="3200"/>
            </a:lvl1pPr>
          </a:lstStyle>
          <a:p>
            <a:r>
              <a:rPr lang="ru-RU"/>
              <a:t>Образец заголовка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23349776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99506973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74788" y="548680"/>
            <a:ext cx="8784000" cy="720000"/>
          </a:xfrm>
        </p:spPr>
        <p:txBody>
          <a:bodyPr/>
          <a:lstStyle>
            <a:lvl1pPr>
              <a:lnSpc>
                <a:spcPct val="100000"/>
              </a:lnSpc>
              <a:defRPr sz="3200"/>
            </a:lvl1pPr>
          </a:lstStyle>
          <a:p>
            <a:r>
              <a:rPr lang="ru-RU"/>
              <a:t>Образец заголовка</a:t>
            </a:r>
            <a:endParaRPr lang="ru-RU" dirty="0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174788" y="1268680"/>
            <a:ext cx="8784000" cy="4968632"/>
          </a:xfrm>
          <a:prstGeom prst="rect">
            <a:avLst/>
          </a:prstGeom>
        </p:spPr>
        <p:txBody>
          <a:bodyPr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17000705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ru-RU" dirty="0"/>
          </a:p>
        </p:txBody>
      </p:sp>
      <p:sp>
        <p:nvSpPr>
          <p:cNvPr id="3" name="Дата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48D14C-B0B6-412E-A4FA-EB464F80DBC4}" type="datetimeFigureOut">
              <a:rPr lang="ru-RU" smtClean="0"/>
              <a:pPr/>
              <a:t>26.09.2020</a:t>
            </a:fld>
            <a:endParaRPr lang="ru-RU"/>
          </a:p>
        </p:txBody>
      </p:sp>
      <p:sp>
        <p:nvSpPr>
          <p:cNvPr id="4" name="Нижний колонтитул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9BDD8D-9978-4DC2-B244-F3D79A870A66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67916266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233ED7-CC3A-4DC7-BBB8-B1E15885FA80}" type="datetimeFigureOut">
              <a:rPr lang="ru-RU" smtClean="0"/>
              <a:t>26.09.2020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06510C-9D3D-4530-A20C-39119351C7AB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44997915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image" Target="../media/image3.pn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image" Target="../media/image2.png"/><Relationship Id="rId5" Type="http://schemas.openxmlformats.org/officeDocument/2006/relationships/slideLayout" Target="../slideLayouts/slideLayout5.xml"/><Relationship Id="rId10" Type="http://schemas.openxmlformats.org/officeDocument/2006/relationships/image" Target="../media/image1.jpeg"/><Relationship Id="rId4" Type="http://schemas.openxmlformats.org/officeDocument/2006/relationships/slideLayout" Target="../slideLayouts/slideLayout4.xml"/><Relationship Id="rId9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26" name="Группа 3"/>
          <p:cNvGrpSpPr>
            <a:grpSpLocks/>
          </p:cNvGrpSpPr>
          <p:nvPr/>
        </p:nvGrpSpPr>
        <p:grpSpPr bwMode="auto">
          <a:xfrm>
            <a:off x="185738" y="549275"/>
            <a:ext cx="8784000" cy="0"/>
            <a:chOff x="185862" y="620688"/>
            <a:chExt cx="8775700" cy="0"/>
          </a:xfrm>
        </p:grpSpPr>
        <p:cxnSp>
          <p:nvCxnSpPr>
            <p:cNvPr id="16" name="Прямая соединительная линия 15"/>
            <p:cNvCxnSpPr/>
            <p:nvPr/>
          </p:nvCxnSpPr>
          <p:spPr>
            <a:xfrm>
              <a:off x="185862" y="620688"/>
              <a:ext cx="8775700" cy="0"/>
            </a:xfrm>
            <a:prstGeom prst="line">
              <a:avLst/>
            </a:prstGeom>
            <a:ln w="3810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Прямая соединительная линия 16"/>
            <p:cNvCxnSpPr/>
            <p:nvPr/>
          </p:nvCxnSpPr>
          <p:spPr>
            <a:xfrm>
              <a:off x="185862" y="620688"/>
              <a:ext cx="2522537" cy="0"/>
            </a:xfrm>
            <a:prstGeom prst="line">
              <a:avLst/>
            </a:prstGeom>
            <a:ln w="38100">
              <a:solidFill>
                <a:srgbClr val="0070C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Заголовок 1"/>
          <p:cNvSpPr>
            <a:spLocks noGrp="1"/>
          </p:cNvSpPr>
          <p:nvPr>
            <p:ph type="title"/>
          </p:nvPr>
        </p:nvSpPr>
        <p:spPr bwMode="auto">
          <a:xfrm>
            <a:off x="188119" y="571977"/>
            <a:ext cx="8784000" cy="54879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ru-RU" dirty="0"/>
              <a:t>Заголовок</a:t>
            </a:r>
          </a:p>
        </p:txBody>
      </p:sp>
      <p:sp>
        <p:nvSpPr>
          <p:cNvPr id="8" name="Номер слайда 5"/>
          <p:cNvSpPr txBox="1">
            <a:spLocks/>
          </p:cNvSpPr>
          <p:nvPr/>
        </p:nvSpPr>
        <p:spPr>
          <a:xfrm>
            <a:off x="-93663" y="6310313"/>
            <a:ext cx="949326" cy="293687"/>
          </a:xfrm>
          <a:prstGeom prst="rect">
            <a:avLst/>
          </a:prstGeom>
        </p:spPr>
        <p:txBody>
          <a:bodyPr/>
          <a:lstStyle>
            <a:lvl1pPr>
              <a:defRPr kumimoji="1"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r">
              <a:defRPr/>
            </a:pPr>
            <a:fld id="{84FD9DA7-1D53-4DDE-8D05-49E2417E29ED}" type="slidenum">
              <a:rPr lang="ru-RU" sz="1600" smtClean="0">
                <a:solidFill>
                  <a:srgbClr val="0066CC"/>
                </a:solidFill>
                <a:latin typeface="Tahoma" panose="020B0604030504040204" pitchFamily="34" charset="0"/>
                <a:cs typeface="Tahoma" panose="020B0604030504040204" pitchFamily="34" charset="0"/>
              </a:rPr>
              <a:pPr algn="r">
                <a:defRPr/>
              </a:pPr>
              <a:t>‹#›</a:t>
            </a:fld>
            <a:r>
              <a:rPr lang="ru-RU" sz="1600" dirty="0">
                <a:solidFill>
                  <a:srgbClr val="FF0000"/>
                </a:solidFill>
                <a:latin typeface="Tahoma" panose="020B0604030504040204" pitchFamily="34" charset="0"/>
                <a:cs typeface="Tahoma" panose="020B0604030504040204" pitchFamily="34" charset="0"/>
              </a:rPr>
              <a:t>/81</a:t>
            </a:r>
          </a:p>
        </p:txBody>
      </p:sp>
      <p:grpSp>
        <p:nvGrpSpPr>
          <p:cNvPr id="1029" name="Группа 17"/>
          <p:cNvGrpSpPr>
            <a:grpSpLocks/>
          </p:cNvGrpSpPr>
          <p:nvPr/>
        </p:nvGrpSpPr>
        <p:grpSpPr bwMode="auto">
          <a:xfrm>
            <a:off x="185738" y="6604000"/>
            <a:ext cx="6402387" cy="180975"/>
            <a:chOff x="185862" y="620688"/>
            <a:chExt cx="8775700" cy="0"/>
          </a:xfrm>
        </p:grpSpPr>
        <p:cxnSp>
          <p:nvCxnSpPr>
            <p:cNvPr id="19" name="Прямая соединительная линия 18"/>
            <p:cNvCxnSpPr/>
            <p:nvPr/>
          </p:nvCxnSpPr>
          <p:spPr>
            <a:xfrm>
              <a:off x="185862" y="620688"/>
              <a:ext cx="8775700" cy="0"/>
            </a:xfrm>
            <a:prstGeom prst="line">
              <a:avLst/>
            </a:prstGeom>
            <a:ln w="3810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Прямая соединительная линия 19"/>
            <p:cNvCxnSpPr/>
            <p:nvPr/>
          </p:nvCxnSpPr>
          <p:spPr>
            <a:xfrm>
              <a:off x="185862" y="620688"/>
              <a:ext cx="2521952" cy="0"/>
            </a:xfrm>
            <a:prstGeom prst="line">
              <a:avLst/>
            </a:prstGeom>
            <a:ln w="38100">
              <a:solidFill>
                <a:srgbClr val="0070C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pic>
        <p:nvPicPr>
          <p:cNvPr id="1030" name="Рисунок 1"/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732588" y="6310313"/>
            <a:ext cx="2224087" cy="4111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1" name="Подзаголовок 2"/>
          <p:cNvSpPr txBox="1">
            <a:spLocks/>
          </p:cNvSpPr>
          <p:nvPr/>
        </p:nvSpPr>
        <p:spPr bwMode="auto">
          <a:xfrm>
            <a:off x="179388" y="115888"/>
            <a:ext cx="6768876" cy="5715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kumimoji="1"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20000"/>
              </a:spcBef>
              <a:buClr>
                <a:srgbClr val="C00000"/>
              </a:buClr>
              <a:defRPr/>
            </a:pPr>
            <a:r>
              <a:rPr kumimoji="0" lang="ru-RU" sz="1800" b="1" dirty="0">
                <a:solidFill>
                  <a:srgbClr val="0070C0"/>
                </a:solidFill>
                <a:latin typeface="Tahoma" panose="020B0604030504040204" pitchFamily="34" charset="0"/>
                <a:cs typeface="Tahoma" panose="020B0604030504040204" pitchFamily="34" charset="0"/>
              </a:rPr>
              <a:t>Конфигурирование</a:t>
            </a:r>
            <a:r>
              <a:rPr kumimoji="0" lang="ru-RU" sz="1800" b="1" baseline="0" dirty="0">
                <a:solidFill>
                  <a:srgbClr val="0070C0"/>
                </a:solidFill>
                <a:latin typeface="Tahoma" panose="020B0604030504040204" pitchFamily="34" charset="0"/>
                <a:cs typeface="Tahoma" panose="020B0604030504040204" pitchFamily="34" charset="0"/>
              </a:rPr>
              <a:t> в системе 1С: Предприятие 8</a:t>
            </a:r>
            <a:endParaRPr kumimoji="0" lang="ru-RU" sz="1800" b="1" dirty="0">
              <a:solidFill>
                <a:srgbClr val="0070C0"/>
              </a:solidFill>
              <a:latin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12" name="TextBox 14"/>
          <p:cNvSpPr txBox="1">
            <a:spLocks noChangeArrowheads="1"/>
          </p:cNvSpPr>
          <p:nvPr/>
        </p:nvSpPr>
        <p:spPr bwMode="auto">
          <a:xfrm>
            <a:off x="5435600" y="138113"/>
            <a:ext cx="3525838" cy="3381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Arial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charset="0"/>
              </a:defRPr>
            </a:lvl9pPr>
          </a:lstStyle>
          <a:p>
            <a:pPr algn="r">
              <a:defRPr/>
            </a:pPr>
            <a:r>
              <a:rPr lang="ru-RU" sz="1600" dirty="0">
                <a:solidFill>
                  <a:srgbClr val="0070C0"/>
                </a:solidFill>
                <a:latin typeface="Tahoma" pitchFamily="34" charset="0"/>
                <a:cs typeface="Tahoma" pitchFamily="34" charset="0"/>
              </a:rPr>
              <a:t>Основные объекты</a:t>
            </a:r>
          </a:p>
        </p:txBody>
      </p:sp>
    </p:spTree>
    <p:extLst>
      <p:ext uri="{BB962C8B-B14F-4D97-AF65-F5344CB8AC3E}">
        <p14:creationId xmlns:p14="http://schemas.microsoft.com/office/powerpoint/2010/main" val="320259525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7" r:id="rId1"/>
    <p:sldLayoutId id="2147483678" r:id="rId2"/>
    <p:sldLayoutId id="2147483679" r:id="rId3"/>
    <p:sldLayoutId id="2147483680" r:id="rId4"/>
    <p:sldLayoutId id="2147483681" r:id="rId5"/>
    <p:sldLayoutId id="2147483682" r:id="rId6"/>
    <p:sldLayoutId id="2147483683" r:id="rId7"/>
    <p:sldLayoutId id="2147483684" r:id="rId8"/>
  </p:sldLayoutIdLst>
  <p:txStyles>
    <p:titleStyle>
      <a:lvl1pPr algn="ctr" rtl="0" eaLnBrk="1" fontAlgn="base" hangingPunct="1">
        <a:spcBef>
          <a:spcPct val="0"/>
        </a:spcBef>
        <a:spcAft>
          <a:spcPct val="0"/>
        </a:spcAft>
        <a:defRPr sz="3200" b="1" kern="1200">
          <a:ln>
            <a:solidFill>
              <a:schemeClr val="bg1"/>
            </a:solidFill>
          </a:ln>
          <a:gradFill>
            <a:gsLst>
              <a:gs pos="55000">
                <a:srgbClr val="F50516"/>
              </a:gs>
              <a:gs pos="86000">
                <a:srgbClr val="C00000"/>
              </a:gs>
            </a:gsLst>
            <a:lin ang="5400000" scaled="0"/>
          </a:gradFill>
          <a:effectLst>
            <a:outerShdw blurRad="38100" dist="38100" dir="5400000" algn="ctr" rotWithShape="0">
              <a:schemeClr val="bg1">
                <a:lumMod val="50000"/>
              </a:schemeClr>
            </a:outerShdw>
          </a:effectLst>
          <a:latin typeface="Arial Black" pitchFamily="34" charset="0"/>
          <a:ea typeface="Verdana" pitchFamily="34" charset="0"/>
          <a:cs typeface="Verdana" pitchFamily="34" charset="0"/>
        </a:defRPr>
      </a:lvl1pPr>
      <a:lvl2pPr algn="ctr" rtl="0" eaLnBrk="1" fontAlgn="base" hangingPunct="1">
        <a:spcBef>
          <a:spcPct val="0"/>
        </a:spcBef>
        <a:spcAft>
          <a:spcPct val="0"/>
        </a:spcAft>
        <a:defRPr sz="4400" b="1">
          <a:solidFill>
            <a:schemeClr val="tx1"/>
          </a:solidFill>
          <a:latin typeface="Arial Black" pitchFamily="34" charset="0"/>
          <a:ea typeface="Verdana" pitchFamily="34" charset="0"/>
          <a:cs typeface="Verdana" pitchFamily="34" charset="0"/>
        </a:defRPr>
      </a:lvl2pPr>
      <a:lvl3pPr algn="ctr" rtl="0" eaLnBrk="1" fontAlgn="base" hangingPunct="1">
        <a:spcBef>
          <a:spcPct val="0"/>
        </a:spcBef>
        <a:spcAft>
          <a:spcPct val="0"/>
        </a:spcAft>
        <a:defRPr sz="4400" b="1">
          <a:solidFill>
            <a:schemeClr val="tx1"/>
          </a:solidFill>
          <a:latin typeface="Arial Black" pitchFamily="34" charset="0"/>
          <a:ea typeface="Verdana" pitchFamily="34" charset="0"/>
          <a:cs typeface="Verdana" pitchFamily="34" charset="0"/>
        </a:defRPr>
      </a:lvl3pPr>
      <a:lvl4pPr algn="ctr" rtl="0" eaLnBrk="1" fontAlgn="base" hangingPunct="1">
        <a:spcBef>
          <a:spcPct val="0"/>
        </a:spcBef>
        <a:spcAft>
          <a:spcPct val="0"/>
        </a:spcAft>
        <a:defRPr sz="4400" b="1">
          <a:solidFill>
            <a:schemeClr val="tx1"/>
          </a:solidFill>
          <a:latin typeface="Arial Black" pitchFamily="34" charset="0"/>
          <a:ea typeface="Verdana" pitchFamily="34" charset="0"/>
          <a:cs typeface="Verdana" pitchFamily="34" charset="0"/>
        </a:defRPr>
      </a:lvl4pPr>
      <a:lvl5pPr algn="ctr" rtl="0" eaLnBrk="1" fontAlgn="base" hangingPunct="1">
        <a:spcBef>
          <a:spcPct val="0"/>
        </a:spcBef>
        <a:spcAft>
          <a:spcPct val="0"/>
        </a:spcAft>
        <a:defRPr sz="4400" b="1">
          <a:solidFill>
            <a:schemeClr val="tx1"/>
          </a:solidFill>
          <a:latin typeface="Arial Black" pitchFamily="34" charset="0"/>
          <a:ea typeface="Verdana" pitchFamily="34" charset="0"/>
          <a:cs typeface="Verdana" pitchFamily="34" charset="0"/>
        </a:defRPr>
      </a:lvl5pPr>
      <a:lvl6pPr marL="457200" algn="l" rtl="0" eaLnBrk="1" fontAlgn="base" hangingPunct="1">
        <a:spcBef>
          <a:spcPct val="0"/>
        </a:spcBef>
        <a:spcAft>
          <a:spcPct val="0"/>
        </a:spcAft>
        <a:defRPr sz="2800" b="1">
          <a:solidFill>
            <a:srgbClr val="C00000"/>
          </a:solidFill>
          <a:latin typeface="Verdana" pitchFamily="34" charset="0"/>
          <a:ea typeface="Verdana" pitchFamily="34" charset="0"/>
          <a:cs typeface="Verdana" pitchFamily="34" charset="0"/>
        </a:defRPr>
      </a:lvl6pPr>
      <a:lvl7pPr marL="914400" algn="l" rtl="0" eaLnBrk="1" fontAlgn="base" hangingPunct="1">
        <a:spcBef>
          <a:spcPct val="0"/>
        </a:spcBef>
        <a:spcAft>
          <a:spcPct val="0"/>
        </a:spcAft>
        <a:defRPr sz="2800" b="1">
          <a:solidFill>
            <a:srgbClr val="C00000"/>
          </a:solidFill>
          <a:latin typeface="Verdana" pitchFamily="34" charset="0"/>
          <a:ea typeface="Verdana" pitchFamily="34" charset="0"/>
          <a:cs typeface="Verdana" pitchFamily="34" charset="0"/>
        </a:defRPr>
      </a:lvl7pPr>
      <a:lvl8pPr marL="1371600" algn="l" rtl="0" eaLnBrk="1" fontAlgn="base" hangingPunct="1">
        <a:spcBef>
          <a:spcPct val="0"/>
        </a:spcBef>
        <a:spcAft>
          <a:spcPct val="0"/>
        </a:spcAft>
        <a:defRPr sz="2800" b="1">
          <a:solidFill>
            <a:srgbClr val="C00000"/>
          </a:solidFill>
          <a:latin typeface="Verdana" pitchFamily="34" charset="0"/>
          <a:ea typeface="Verdana" pitchFamily="34" charset="0"/>
          <a:cs typeface="Verdana" pitchFamily="34" charset="0"/>
        </a:defRPr>
      </a:lvl8pPr>
      <a:lvl9pPr marL="1828800" algn="l" rtl="0" eaLnBrk="1" fontAlgn="base" hangingPunct="1">
        <a:spcBef>
          <a:spcPct val="0"/>
        </a:spcBef>
        <a:spcAft>
          <a:spcPct val="0"/>
        </a:spcAft>
        <a:defRPr sz="2800" b="1">
          <a:solidFill>
            <a:srgbClr val="C00000"/>
          </a:solidFill>
          <a:latin typeface="Verdana" pitchFamily="34" charset="0"/>
          <a:ea typeface="Verdana" pitchFamily="34" charset="0"/>
          <a:cs typeface="Verdana" pitchFamily="34" charset="0"/>
        </a:defRPr>
      </a:lvl9pPr>
    </p:titleStyle>
    <p:bodyStyle>
      <a:lvl1pPr marL="342900" indent="-342900" algn="l" rtl="0" eaLnBrk="1" fontAlgn="base" hangingPunct="1">
        <a:spcBef>
          <a:spcPct val="20000"/>
        </a:spcBef>
        <a:spcAft>
          <a:spcPct val="0"/>
        </a:spcAft>
        <a:buClr>
          <a:srgbClr val="C00000"/>
        </a:buClr>
        <a:defRPr sz="2800" b="1" kern="1200">
          <a:solidFill>
            <a:srgbClr val="0070C0"/>
          </a:solidFill>
          <a:latin typeface="Tahoma" pitchFamily="34" charset="0"/>
          <a:ea typeface="Tahoma" pitchFamily="34" charset="0"/>
          <a:cs typeface="Tahoma" pitchFamily="34" charset="0"/>
        </a:defRPr>
      </a:lvl1pPr>
      <a:lvl2pPr marL="742950" indent="-285750" algn="l" rtl="0" eaLnBrk="1" fontAlgn="base" hangingPunct="1">
        <a:spcBef>
          <a:spcPct val="20000"/>
        </a:spcBef>
        <a:spcAft>
          <a:spcPct val="0"/>
        </a:spcAft>
        <a:buBlip>
          <a:blip r:embed="rId11"/>
        </a:buBlip>
        <a:defRPr sz="2800" b="1" kern="1200">
          <a:solidFill>
            <a:srgbClr val="FF0000"/>
          </a:solidFill>
          <a:latin typeface="Tahoma" pitchFamily="34" charset="0"/>
          <a:ea typeface="Tahoma" pitchFamily="34" charset="0"/>
          <a:cs typeface="Tahoma" pitchFamily="34" charset="0"/>
        </a:defRPr>
      </a:lvl2pPr>
      <a:lvl3pPr marL="1143000" indent="-228600" algn="l" rtl="0" eaLnBrk="1" fontAlgn="base" hangingPunct="1">
        <a:spcBef>
          <a:spcPct val="20000"/>
        </a:spcBef>
        <a:spcAft>
          <a:spcPct val="0"/>
        </a:spcAft>
        <a:buBlip>
          <a:blip r:embed="rId12"/>
        </a:buBlip>
        <a:defRPr sz="2000" b="1" kern="1200">
          <a:solidFill>
            <a:srgbClr val="0070C0"/>
          </a:solidFill>
          <a:latin typeface="Tahoma" pitchFamily="34" charset="0"/>
          <a:ea typeface="Tahoma" pitchFamily="34" charset="0"/>
          <a:cs typeface="Tahoma" pitchFamily="34" charset="0"/>
        </a:defRPr>
      </a:lvl3pPr>
      <a:lvl4pPr marL="1600200" indent="-228600" algn="l" rtl="0" eaLnBrk="1" fontAlgn="base" hangingPunct="1">
        <a:spcBef>
          <a:spcPct val="20000"/>
        </a:spcBef>
        <a:spcAft>
          <a:spcPct val="0"/>
        </a:spcAft>
        <a:buClr>
          <a:srgbClr val="FF0000"/>
        </a:buClr>
        <a:buFont typeface="Wingdings" panose="05000000000000000000" pitchFamily="2" charset="2"/>
        <a:buChar char="§"/>
        <a:defRPr b="1" kern="1200">
          <a:solidFill>
            <a:srgbClr val="404040"/>
          </a:solidFill>
          <a:latin typeface="Tahoma" pitchFamily="34" charset="0"/>
          <a:ea typeface="Tahoma" pitchFamily="34" charset="0"/>
          <a:cs typeface="Tahoma" pitchFamily="34" charset="0"/>
        </a:defRPr>
      </a:lvl4pPr>
      <a:lvl5pPr marL="2057400" indent="-228600" algn="l" rtl="0" eaLnBrk="1" fontAlgn="base" hangingPunct="1">
        <a:spcBef>
          <a:spcPct val="20000"/>
        </a:spcBef>
        <a:spcAft>
          <a:spcPct val="0"/>
        </a:spcAft>
        <a:buClr>
          <a:srgbClr val="FF0000"/>
        </a:buClr>
        <a:buFont typeface="Arial" panose="020B0604020202020204" pitchFamily="34" charset="0"/>
        <a:buChar char="•"/>
        <a:defRPr sz="1600" kern="1200">
          <a:solidFill>
            <a:srgbClr val="404040"/>
          </a:solidFill>
          <a:latin typeface="Tahoma" pitchFamily="34" charset="0"/>
          <a:ea typeface="Tahoma" pitchFamily="34" charset="0"/>
          <a:cs typeface="Tahoma" pitchFamily="34" charset="0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5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5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7" Type="http://schemas.openxmlformats.org/officeDocument/2006/relationships/image" Target="../media/image11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10.png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5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5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5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jpeg"/><Relationship Id="rId2" Type="http://schemas.openxmlformats.org/officeDocument/2006/relationships/image" Target="../media/image14.jp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7.jpg"/><Relationship Id="rId4" Type="http://schemas.openxmlformats.org/officeDocument/2006/relationships/image" Target="../media/image16.jpg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7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7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7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Заголовок 3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ru-RU" dirty="0">
                <a:solidFill>
                  <a:srgbClr val="FF0000"/>
                </a:solidFill>
              </a:rPr>
              <a:t>Занятие 3</a:t>
            </a:r>
          </a:p>
        </p:txBody>
      </p:sp>
      <p:sp>
        <p:nvSpPr>
          <p:cNvPr id="5" name="Объект 4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ru-RU" dirty="0"/>
              <a:t>Темы:</a:t>
            </a:r>
          </a:p>
          <a:p>
            <a:pPr lvl="1"/>
            <a:r>
              <a:rPr lang="ru-RU" dirty="0">
                <a:solidFill>
                  <a:srgbClr val="FF0000"/>
                </a:solidFill>
              </a:rPr>
              <a:t>Встроенный программный язык</a:t>
            </a:r>
          </a:p>
        </p:txBody>
      </p:sp>
    </p:spTree>
    <p:extLst>
      <p:ext uri="{BB962C8B-B14F-4D97-AF65-F5344CB8AC3E}">
        <p14:creationId xmlns:p14="http://schemas.microsoft.com/office/powerpoint/2010/main" val="425985106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1000"/>
                            </p:stCondLst>
                            <p:childTnLst>
                              <p:par>
                                <p:cTn id="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10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5" grpId="0" build="p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Рисунок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00192" y="980728"/>
            <a:ext cx="2295238" cy="5190476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6655723" y="611396"/>
            <a:ext cx="158417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 smtClean="0"/>
              <a:t>Конфигуратор</a:t>
            </a:r>
            <a:endParaRPr lang="ru-RU" dirty="0"/>
          </a:p>
        </p:txBody>
      </p:sp>
      <p:graphicFrame>
        <p:nvGraphicFramePr>
          <p:cNvPr id="7" name="Таблица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88530780"/>
              </p:ext>
            </p:extLst>
          </p:nvPr>
        </p:nvGraphicFramePr>
        <p:xfrm>
          <a:off x="620890" y="1844824"/>
          <a:ext cx="3087014" cy="944880"/>
        </p:xfrm>
        <a:graphic>
          <a:graphicData uri="http://schemas.openxmlformats.org/drawingml/2006/table">
            <a:tbl>
              <a:tblPr/>
              <a:tblGrid>
                <a:gridCol w="851306">
                  <a:extLst>
                    <a:ext uri="{9D8B030D-6E8A-4147-A177-3AD203B41FA5}">
                      <a16:colId xmlns:a16="http://schemas.microsoft.com/office/drawing/2014/main" val="4276041812"/>
                    </a:ext>
                  </a:extLst>
                </a:gridCol>
                <a:gridCol w="851306">
                  <a:extLst>
                    <a:ext uri="{9D8B030D-6E8A-4147-A177-3AD203B41FA5}">
                      <a16:colId xmlns:a16="http://schemas.microsoft.com/office/drawing/2014/main" val="148024283"/>
                    </a:ext>
                  </a:extLst>
                </a:gridCol>
                <a:gridCol w="609905">
                  <a:extLst>
                    <a:ext uri="{9D8B030D-6E8A-4147-A177-3AD203B41FA5}">
                      <a16:colId xmlns:a16="http://schemas.microsoft.com/office/drawing/2014/main" val="2988203294"/>
                    </a:ext>
                  </a:extLst>
                </a:gridCol>
                <a:gridCol w="774497">
                  <a:extLst>
                    <a:ext uri="{9D8B030D-6E8A-4147-A177-3AD203B41FA5}">
                      <a16:colId xmlns:a16="http://schemas.microsoft.com/office/drawing/2014/main" val="3981689213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400">
                          <a:effectLst/>
                          <a:latin typeface="Verdana" panose="020B0604030504040204" pitchFamily="34" charset="0"/>
                        </a:rPr>
                        <a:t>Поле 1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400">
                          <a:effectLst/>
                          <a:latin typeface="Verdana" panose="020B0604030504040204" pitchFamily="34" charset="0"/>
                        </a:rPr>
                        <a:t>Поле 2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400">
                          <a:effectLst/>
                          <a:latin typeface="Verdana" panose="020B0604030504040204" pitchFamily="34" charset="0"/>
                        </a:rPr>
                        <a:t>…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400">
                          <a:effectLst/>
                          <a:latin typeface="Verdana" panose="020B0604030504040204" pitchFamily="34" charset="0"/>
                        </a:rPr>
                        <a:t>Поле </a:t>
                      </a:r>
                      <a:r>
                        <a:rPr lang="en-US" sz="1400">
                          <a:effectLst/>
                          <a:latin typeface="Verdana" panose="020B0604030504040204" pitchFamily="34" charset="0"/>
                        </a:rPr>
                        <a:t>n</a:t>
                      </a:r>
                      <a:endParaRPr lang="ru-RU" sz="1400">
                        <a:effectLst/>
                        <a:latin typeface="Verdana" panose="020B0604030504040204" pitchFamily="34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60004225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400">
                          <a:effectLst/>
                          <a:latin typeface="Verdana" panose="020B0604030504040204" pitchFamily="34" charset="0"/>
                        </a:rPr>
                        <a:t> 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400">
                          <a:effectLst/>
                          <a:latin typeface="Verdana" panose="020B0604030504040204" pitchFamily="34" charset="0"/>
                        </a:rPr>
                        <a:t> 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400">
                          <a:effectLst/>
                          <a:latin typeface="Verdana" panose="020B0604030504040204" pitchFamily="34" charset="0"/>
                        </a:rPr>
                        <a:t> 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400">
                          <a:effectLst/>
                          <a:latin typeface="Verdana" panose="020B0604030504040204" pitchFamily="34" charset="0"/>
                        </a:rPr>
                        <a:t> 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25077743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400">
                          <a:effectLst/>
                          <a:latin typeface="Verdana" panose="020B0604030504040204" pitchFamily="34" charset="0"/>
                        </a:rPr>
                        <a:t> 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400" dirty="0">
                          <a:effectLst/>
                          <a:latin typeface="Verdana" panose="020B0604030504040204" pitchFamily="34" charset="0"/>
                        </a:rPr>
                        <a:t> 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400">
                          <a:effectLst/>
                          <a:latin typeface="Verdana" panose="020B0604030504040204" pitchFamily="34" charset="0"/>
                        </a:rPr>
                        <a:t> 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400" dirty="0">
                          <a:effectLst/>
                          <a:latin typeface="Verdana" panose="020B0604030504040204" pitchFamily="34" charset="0"/>
                        </a:rPr>
                        <a:t> 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80961543"/>
                  </a:ext>
                </a:extLst>
              </a:tr>
            </a:tbl>
          </a:graphicData>
        </a:graphic>
      </p:graphicFrame>
      <p:graphicFrame>
        <p:nvGraphicFramePr>
          <p:cNvPr id="8" name="Таблица 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34900819"/>
              </p:ext>
            </p:extLst>
          </p:nvPr>
        </p:nvGraphicFramePr>
        <p:xfrm>
          <a:off x="623589" y="3327826"/>
          <a:ext cx="3087014" cy="944880"/>
        </p:xfrm>
        <a:graphic>
          <a:graphicData uri="http://schemas.openxmlformats.org/drawingml/2006/table">
            <a:tbl>
              <a:tblPr/>
              <a:tblGrid>
                <a:gridCol w="851306">
                  <a:extLst>
                    <a:ext uri="{9D8B030D-6E8A-4147-A177-3AD203B41FA5}">
                      <a16:colId xmlns:a16="http://schemas.microsoft.com/office/drawing/2014/main" val="3244277791"/>
                    </a:ext>
                  </a:extLst>
                </a:gridCol>
                <a:gridCol w="851306">
                  <a:extLst>
                    <a:ext uri="{9D8B030D-6E8A-4147-A177-3AD203B41FA5}">
                      <a16:colId xmlns:a16="http://schemas.microsoft.com/office/drawing/2014/main" val="149537977"/>
                    </a:ext>
                  </a:extLst>
                </a:gridCol>
                <a:gridCol w="609905">
                  <a:extLst>
                    <a:ext uri="{9D8B030D-6E8A-4147-A177-3AD203B41FA5}">
                      <a16:colId xmlns:a16="http://schemas.microsoft.com/office/drawing/2014/main" val="2614360597"/>
                    </a:ext>
                  </a:extLst>
                </a:gridCol>
                <a:gridCol w="774497">
                  <a:extLst>
                    <a:ext uri="{9D8B030D-6E8A-4147-A177-3AD203B41FA5}">
                      <a16:colId xmlns:a16="http://schemas.microsoft.com/office/drawing/2014/main" val="263970498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400">
                          <a:effectLst/>
                          <a:latin typeface="Verdana" panose="020B0604030504040204" pitchFamily="34" charset="0"/>
                        </a:rPr>
                        <a:t>Поле 1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400">
                          <a:effectLst/>
                          <a:latin typeface="Verdana" panose="020B0604030504040204" pitchFamily="34" charset="0"/>
                        </a:rPr>
                        <a:t>Поле 2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400" dirty="0">
                          <a:effectLst/>
                          <a:latin typeface="Verdana" panose="020B0604030504040204" pitchFamily="34" charset="0"/>
                        </a:rPr>
                        <a:t>…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400">
                          <a:effectLst/>
                          <a:latin typeface="Verdana" panose="020B0604030504040204" pitchFamily="34" charset="0"/>
                        </a:rPr>
                        <a:t>Поле </a:t>
                      </a:r>
                      <a:r>
                        <a:rPr lang="en-US" sz="1400">
                          <a:effectLst/>
                          <a:latin typeface="Verdana" panose="020B0604030504040204" pitchFamily="34" charset="0"/>
                        </a:rPr>
                        <a:t>n</a:t>
                      </a:r>
                      <a:endParaRPr lang="ru-RU" sz="1400">
                        <a:effectLst/>
                        <a:latin typeface="Verdana" panose="020B0604030504040204" pitchFamily="34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24649344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400">
                          <a:effectLst/>
                          <a:latin typeface="Verdana" panose="020B0604030504040204" pitchFamily="34" charset="0"/>
                        </a:rPr>
                        <a:t> 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400">
                          <a:effectLst/>
                          <a:latin typeface="Verdana" panose="020B0604030504040204" pitchFamily="34" charset="0"/>
                        </a:rPr>
                        <a:t> 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400">
                          <a:effectLst/>
                          <a:latin typeface="Verdana" panose="020B0604030504040204" pitchFamily="34" charset="0"/>
                        </a:rPr>
                        <a:t> 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400">
                          <a:effectLst/>
                          <a:latin typeface="Verdana" panose="020B0604030504040204" pitchFamily="34" charset="0"/>
                        </a:rPr>
                        <a:t> 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19574787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400">
                          <a:effectLst/>
                          <a:latin typeface="Verdana" panose="020B0604030504040204" pitchFamily="34" charset="0"/>
                        </a:rPr>
                        <a:t> 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400" dirty="0">
                          <a:effectLst/>
                          <a:latin typeface="Verdana" panose="020B0604030504040204" pitchFamily="34" charset="0"/>
                        </a:rPr>
                        <a:t> 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400">
                          <a:effectLst/>
                          <a:latin typeface="Verdana" panose="020B0604030504040204" pitchFamily="34" charset="0"/>
                        </a:rPr>
                        <a:t> 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400" dirty="0">
                          <a:effectLst/>
                          <a:latin typeface="Verdana" panose="020B0604030504040204" pitchFamily="34" charset="0"/>
                        </a:rPr>
                        <a:t> 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542742178"/>
                  </a:ext>
                </a:extLst>
              </a:tr>
            </a:tbl>
          </a:graphicData>
        </a:graphic>
      </p:graphicFrame>
      <p:graphicFrame>
        <p:nvGraphicFramePr>
          <p:cNvPr id="9" name="Таблица 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26402148"/>
              </p:ext>
            </p:extLst>
          </p:nvPr>
        </p:nvGraphicFramePr>
        <p:xfrm>
          <a:off x="642955" y="5137793"/>
          <a:ext cx="3087014" cy="944880"/>
        </p:xfrm>
        <a:graphic>
          <a:graphicData uri="http://schemas.openxmlformats.org/drawingml/2006/table">
            <a:tbl>
              <a:tblPr/>
              <a:tblGrid>
                <a:gridCol w="851306">
                  <a:extLst>
                    <a:ext uri="{9D8B030D-6E8A-4147-A177-3AD203B41FA5}">
                      <a16:colId xmlns:a16="http://schemas.microsoft.com/office/drawing/2014/main" val="1581262253"/>
                    </a:ext>
                  </a:extLst>
                </a:gridCol>
                <a:gridCol w="851306">
                  <a:extLst>
                    <a:ext uri="{9D8B030D-6E8A-4147-A177-3AD203B41FA5}">
                      <a16:colId xmlns:a16="http://schemas.microsoft.com/office/drawing/2014/main" val="1535123414"/>
                    </a:ext>
                  </a:extLst>
                </a:gridCol>
                <a:gridCol w="609905">
                  <a:extLst>
                    <a:ext uri="{9D8B030D-6E8A-4147-A177-3AD203B41FA5}">
                      <a16:colId xmlns:a16="http://schemas.microsoft.com/office/drawing/2014/main" val="1134284864"/>
                    </a:ext>
                  </a:extLst>
                </a:gridCol>
                <a:gridCol w="774497">
                  <a:extLst>
                    <a:ext uri="{9D8B030D-6E8A-4147-A177-3AD203B41FA5}">
                      <a16:colId xmlns:a16="http://schemas.microsoft.com/office/drawing/2014/main" val="1271037099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400">
                          <a:effectLst/>
                          <a:latin typeface="Verdana" panose="020B0604030504040204" pitchFamily="34" charset="0"/>
                        </a:rPr>
                        <a:t>Поле 1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400">
                          <a:effectLst/>
                          <a:latin typeface="Verdana" panose="020B0604030504040204" pitchFamily="34" charset="0"/>
                        </a:rPr>
                        <a:t>Поле 2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400">
                          <a:effectLst/>
                          <a:latin typeface="Verdana" panose="020B0604030504040204" pitchFamily="34" charset="0"/>
                        </a:rPr>
                        <a:t>…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400">
                          <a:effectLst/>
                          <a:latin typeface="Verdana" panose="020B0604030504040204" pitchFamily="34" charset="0"/>
                        </a:rPr>
                        <a:t>Поле </a:t>
                      </a:r>
                      <a:r>
                        <a:rPr lang="en-US" sz="1400">
                          <a:effectLst/>
                          <a:latin typeface="Verdana" panose="020B0604030504040204" pitchFamily="34" charset="0"/>
                        </a:rPr>
                        <a:t>n</a:t>
                      </a:r>
                      <a:endParaRPr lang="ru-RU" sz="1400">
                        <a:effectLst/>
                        <a:latin typeface="Verdana" panose="020B0604030504040204" pitchFamily="34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92454177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400">
                          <a:effectLst/>
                          <a:latin typeface="Verdana" panose="020B0604030504040204" pitchFamily="34" charset="0"/>
                        </a:rPr>
                        <a:t> 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400">
                          <a:effectLst/>
                          <a:latin typeface="Verdana" panose="020B0604030504040204" pitchFamily="34" charset="0"/>
                        </a:rPr>
                        <a:t> 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400">
                          <a:effectLst/>
                          <a:latin typeface="Verdana" panose="020B0604030504040204" pitchFamily="34" charset="0"/>
                        </a:rPr>
                        <a:t> 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400">
                          <a:effectLst/>
                          <a:latin typeface="Verdana" panose="020B0604030504040204" pitchFamily="34" charset="0"/>
                        </a:rPr>
                        <a:t> 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44238701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400">
                          <a:effectLst/>
                          <a:latin typeface="Verdana" panose="020B0604030504040204" pitchFamily="34" charset="0"/>
                        </a:rPr>
                        <a:t> 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400">
                          <a:effectLst/>
                          <a:latin typeface="Verdana" panose="020B0604030504040204" pitchFamily="34" charset="0"/>
                        </a:rPr>
                        <a:t> 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400">
                          <a:effectLst/>
                          <a:latin typeface="Verdana" panose="020B0604030504040204" pitchFamily="34" charset="0"/>
                        </a:rPr>
                        <a:t> 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400" dirty="0">
                          <a:effectLst/>
                          <a:latin typeface="Verdana" panose="020B0604030504040204" pitchFamily="34" charset="0"/>
                        </a:rPr>
                        <a:t> 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258232917"/>
                  </a:ext>
                </a:extLst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2061179" y="4314904"/>
            <a:ext cx="43204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…</a:t>
            </a:r>
            <a:endParaRPr lang="ru-RU" dirty="0"/>
          </a:p>
        </p:txBody>
      </p:sp>
      <p:sp>
        <p:nvSpPr>
          <p:cNvPr id="11" name="TextBox 10"/>
          <p:cNvSpPr txBox="1"/>
          <p:nvPr/>
        </p:nvSpPr>
        <p:spPr>
          <a:xfrm>
            <a:off x="620890" y="1475492"/>
            <a:ext cx="341558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 smtClean="0"/>
              <a:t>Таблица справочника «Валюты»</a:t>
            </a:r>
            <a:endParaRPr lang="ru-RU" dirty="0"/>
          </a:p>
        </p:txBody>
      </p:sp>
      <p:sp>
        <p:nvSpPr>
          <p:cNvPr id="12" name="TextBox 11"/>
          <p:cNvSpPr txBox="1"/>
          <p:nvPr/>
        </p:nvSpPr>
        <p:spPr>
          <a:xfrm>
            <a:off x="619572" y="2958505"/>
            <a:ext cx="407324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 smtClean="0"/>
              <a:t>Таблица справочника «Контрагенты»</a:t>
            </a:r>
            <a:endParaRPr lang="ru-RU" dirty="0"/>
          </a:p>
        </p:txBody>
      </p:sp>
      <p:sp>
        <p:nvSpPr>
          <p:cNvPr id="13" name="TextBox 12"/>
          <p:cNvSpPr txBox="1"/>
          <p:nvPr/>
        </p:nvSpPr>
        <p:spPr>
          <a:xfrm>
            <a:off x="620889" y="4777020"/>
            <a:ext cx="349718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 smtClean="0"/>
              <a:t>Таблица справочника «Склады»</a:t>
            </a:r>
            <a:endParaRPr lang="ru-RU" dirty="0"/>
          </a:p>
        </p:txBody>
      </p:sp>
      <p:sp>
        <p:nvSpPr>
          <p:cNvPr id="14" name="Стрелка влево 13"/>
          <p:cNvSpPr/>
          <p:nvPr/>
        </p:nvSpPr>
        <p:spPr>
          <a:xfrm>
            <a:off x="4337955" y="3000470"/>
            <a:ext cx="2117995" cy="1854112"/>
          </a:xfrm>
          <a:prstGeom prst="leftArrow">
            <a:avLst/>
          </a:prstGeom>
          <a:solidFill>
            <a:schemeClr val="accent2">
              <a:alpha val="20000"/>
            </a:schemeClr>
          </a:solidFill>
          <a:ln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 smtClean="0">
                <a:solidFill>
                  <a:schemeClr val="tx1"/>
                </a:solidFill>
              </a:rPr>
              <a:t>Обновить конфигурацию БД</a:t>
            </a:r>
            <a:endParaRPr lang="ru-RU" dirty="0">
              <a:solidFill>
                <a:schemeClr val="tx1"/>
              </a:solidFill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1403648" y="965185"/>
            <a:ext cx="162629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 smtClean="0"/>
              <a:t>База данных</a:t>
            </a:r>
            <a:endParaRPr lang="ru-RU" dirty="0"/>
          </a:p>
        </p:txBody>
      </p:sp>
      <p:sp>
        <p:nvSpPr>
          <p:cNvPr id="16" name="Цилиндр 15"/>
          <p:cNvSpPr/>
          <p:nvPr/>
        </p:nvSpPr>
        <p:spPr>
          <a:xfrm>
            <a:off x="271767" y="731650"/>
            <a:ext cx="4068360" cy="5688632"/>
          </a:xfrm>
          <a:prstGeom prst="can">
            <a:avLst>
              <a:gd name="adj" fmla="val 19215"/>
            </a:avLst>
          </a:prstGeom>
          <a:solidFill>
            <a:schemeClr val="accent1">
              <a:alpha val="1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7" name="Выноска 1 16"/>
          <p:cNvSpPr/>
          <p:nvPr/>
        </p:nvSpPr>
        <p:spPr>
          <a:xfrm>
            <a:off x="4572001" y="1334517"/>
            <a:ext cx="1453284" cy="726331"/>
          </a:xfrm>
          <a:prstGeom prst="borderCallout1">
            <a:avLst>
              <a:gd name="adj1" fmla="val 39940"/>
              <a:gd name="adj2" fmla="val 102718"/>
              <a:gd name="adj3" fmla="val 94391"/>
              <a:gd name="adj4" fmla="val 129767"/>
            </a:avLst>
          </a:prstGeom>
          <a:solidFill>
            <a:schemeClr val="accent3">
              <a:alpha val="12000"/>
            </a:schemeClr>
          </a:solidFill>
          <a:ln>
            <a:solidFill>
              <a:schemeClr val="accent3"/>
            </a:solidFill>
            <a:tailEnd type="triangle" w="med" len="lg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 smtClean="0">
                <a:solidFill>
                  <a:schemeClr val="tx1"/>
                </a:solidFill>
              </a:rPr>
              <a:t>Объекты метаданных</a:t>
            </a:r>
            <a:endParaRPr lang="ru-RU" dirty="0">
              <a:solidFill>
                <a:schemeClr val="tx1"/>
              </a:solidFill>
            </a:endParaRPr>
          </a:p>
        </p:txBody>
      </p:sp>
      <p:sp>
        <p:nvSpPr>
          <p:cNvPr id="18" name="Выноска 1 17"/>
          <p:cNvSpPr/>
          <p:nvPr/>
        </p:nvSpPr>
        <p:spPr>
          <a:xfrm>
            <a:off x="4670310" y="5247067"/>
            <a:ext cx="1453284" cy="726331"/>
          </a:xfrm>
          <a:prstGeom prst="borderCallout1">
            <a:avLst>
              <a:gd name="adj1" fmla="val 33708"/>
              <a:gd name="adj2" fmla="val -5678"/>
              <a:gd name="adj3" fmla="val 50765"/>
              <a:gd name="adj4" fmla="val -90140"/>
            </a:avLst>
          </a:prstGeom>
          <a:ln>
            <a:tailEnd type="triangle" w="med" len="lg"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ru-RU" dirty="0" smtClean="0">
                <a:solidFill>
                  <a:schemeClr val="tx1"/>
                </a:solidFill>
              </a:rPr>
              <a:t>Объекты базы данных</a:t>
            </a:r>
            <a:endParaRPr lang="ru-RU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45187050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1000"/>
                            </p:stCondLst>
                            <p:childTnLst>
                              <p:par>
                                <p:cTn id="14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1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1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1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10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/>
      <p:bldP spid="11" grpId="0"/>
      <p:bldP spid="12" grpId="0"/>
      <p:bldP spid="13" grpId="0"/>
      <p:bldP spid="14" grpId="0" animBg="1"/>
      <p:bldP spid="17" grpId="0" animBg="1"/>
      <p:bldP spid="18" grpId="0" animBg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" name="Таблица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21675595"/>
              </p:ext>
            </p:extLst>
          </p:nvPr>
        </p:nvGraphicFramePr>
        <p:xfrm>
          <a:off x="1127612" y="4950638"/>
          <a:ext cx="3087014" cy="944880"/>
        </p:xfrm>
        <a:graphic>
          <a:graphicData uri="http://schemas.openxmlformats.org/drawingml/2006/table">
            <a:tbl>
              <a:tblPr/>
              <a:tblGrid>
                <a:gridCol w="851306">
                  <a:extLst>
                    <a:ext uri="{9D8B030D-6E8A-4147-A177-3AD203B41FA5}">
                      <a16:colId xmlns:a16="http://schemas.microsoft.com/office/drawing/2014/main" val="4276041812"/>
                    </a:ext>
                  </a:extLst>
                </a:gridCol>
                <a:gridCol w="851306">
                  <a:extLst>
                    <a:ext uri="{9D8B030D-6E8A-4147-A177-3AD203B41FA5}">
                      <a16:colId xmlns:a16="http://schemas.microsoft.com/office/drawing/2014/main" val="148024283"/>
                    </a:ext>
                  </a:extLst>
                </a:gridCol>
                <a:gridCol w="609905">
                  <a:extLst>
                    <a:ext uri="{9D8B030D-6E8A-4147-A177-3AD203B41FA5}">
                      <a16:colId xmlns:a16="http://schemas.microsoft.com/office/drawing/2014/main" val="2988203294"/>
                    </a:ext>
                  </a:extLst>
                </a:gridCol>
                <a:gridCol w="774497">
                  <a:extLst>
                    <a:ext uri="{9D8B030D-6E8A-4147-A177-3AD203B41FA5}">
                      <a16:colId xmlns:a16="http://schemas.microsoft.com/office/drawing/2014/main" val="3981689213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400" dirty="0">
                          <a:effectLst/>
                          <a:latin typeface="Verdana" panose="020B0604030504040204" pitchFamily="34" charset="0"/>
                        </a:rPr>
                        <a:t>Поле 1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400" dirty="0">
                          <a:effectLst/>
                          <a:latin typeface="Verdana" panose="020B0604030504040204" pitchFamily="34" charset="0"/>
                        </a:rPr>
                        <a:t>Поле 2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400">
                          <a:effectLst/>
                          <a:latin typeface="Verdana" panose="020B0604030504040204" pitchFamily="34" charset="0"/>
                        </a:rPr>
                        <a:t>…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400">
                          <a:effectLst/>
                          <a:latin typeface="Verdana" panose="020B0604030504040204" pitchFamily="34" charset="0"/>
                        </a:rPr>
                        <a:t>Поле </a:t>
                      </a:r>
                      <a:r>
                        <a:rPr lang="en-US" sz="1400">
                          <a:effectLst/>
                          <a:latin typeface="Verdana" panose="020B0604030504040204" pitchFamily="34" charset="0"/>
                        </a:rPr>
                        <a:t>n</a:t>
                      </a:r>
                      <a:endParaRPr lang="ru-RU" sz="1400">
                        <a:effectLst/>
                        <a:latin typeface="Verdana" panose="020B0604030504040204" pitchFamily="34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0004225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400" dirty="0">
                          <a:effectLst/>
                          <a:latin typeface="Verdana" panose="020B0604030504040204" pitchFamily="34" charset="0"/>
                        </a:rPr>
                        <a:t> 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400" dirty="0">
                          <a:effectLst/>
                          <a:latin typeface="Verdana" panose="020B0604030504040204" pitchFamily="34" charset="0"/>
                        </a:rPr>
                        <a:t> 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400" dirty="0">
                          <a:effectLst/>
                          <a:latin typeface="Verdana" panose="020B0604030504040204" pitchFamily="34" charset="0"/>
                        </a:rPr>
                        <a:t> 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400" dirty="0">
                          <a:effectLst/>
                          <a:latin typeface="Verdana" panose="020B0604030504040204" pitchFamily="34" charset="0"/>
                        </a:rPr>
                        <a:t> 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5077743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400">
                          <a:effectLst/>
                          <a:latin typeface="Verdana" panose="020B0604030504040204" pitchFamily="34" charset="0"/>
                        </a:rPr>
                        <a:t> 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400" dirty="0">
                          <a:effectLst/>
                          <a:latin typeface="Verdana" panose="020B0604030504040204" pitchFamily="34" charset="0"/>
                        </a:rPr>
                        <a:t> 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400" dirty="0">
                          <a:effectLst/>
                          <a:latin typeface="Verdana" panose="020B0604030504040204" pitchFamily="34" charset="0"/>
                        </a:rPr>
                        <a:t> 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400" dirty="0">
                          <a:effectLst/>
                          <a:latin typeface="Verdana" panose="020B0604030504040204" pitchFamily="34" charset="0"/>
                        </a:rPr>
                        <a:t> 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0961543"/>
                  </a:ext>
                </a:extLst>
              </a:tr>
            </a:tbl>
          </a:graphicData>
        </a:graphic>
      </p:graphicFrame>
      <p:graphicFrame>
        <p:nvGraphicFramePr>
          <p:cNvPr id="8" name="Таблица 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65219856"/>
              </p:ext>
            </p:extLst>
          </p:nvPr>
        </p:nvGraphicFramePr>
        <p:xfrm>
          <a:off x="1373642" y="5157363"/>
          <a:ext cx="3087014" cy="944880"/>
        </p:xfrm>
        <a:graphic>
          <a:graphicData uri="http://schemas.openxmlformats.org/drawingml/2006/table">
            <a:tbl>
              <a:tblPr/>
              <a:tblGrid>
                <a:gridCol w="851306">
                  <a:extLst>
                    <a:ext uri="{9D8B030D-6E8A-4147-A177-3AD203B41FA5}">
                      <a16:colId xmlns:a16="http://schemas.microsoft.com/office/drawing/2014/main" val="3244277791"/>
                    </a:ext>
                  </a:extLst>
                </a:gridCol>
                <a:gridCol w="851306">
                  <a:extLst>
                    <a:ext uri="{9D8B030D-6E8A-4147-A177-3AD203B41FA5}">
                      <a16:colId xmlns:a16="http://schemas.microsoft.com/office/drawing/2014/main" val="149537977"/>
                    </a:ext>
                  </a:extLst>
                </a:gridCol>
                <a:gridCol w="609905">
                  <a:extLst>
                    <a:ext uri="{9D8B030D-6E8A-4147-A177-3AD203B41FA5}">
                      <a16:colId xmlns:a16="http://schemas.microsoft.com/office/drawing/2014/main" val="2614360597"/>
                    </a:ext>
                  </a:extLst>
                </a:gridCol>
                <a:gridCol w="774497">
                  <a:extLst>
                    <a:ext uri="{9D8B030D-6E8A-4147-A177-3AD203B41FA5}">
                      <a16:colId xmlns:a16="http://schemas.microsoft.com/office/drawing/2014/main" val="263970498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400" dirty="0">
                          <a:effectLst/>
                          <a:latin typeface="Verdana" panose="020B0604030504040204" pitchFamily="34" charset="0"/>
                        </a:rPr>
                        <a:t>Поле 1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400" dirty="0">
                          <a:effectLst/>
                          <a:latin typeface="Verdana" panose="020B0604030504040204" pitchFamily="34" charset="0"/>
                        </a:rPr>
                        <a:t>Поле 2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400" dirty="0">
                          <a:effectLst/>
                          <a:latin typeface="Verdana" panose="020B0604030504040204" pitchFamily="34" charset="0"/>
                        </a:rPr>
                        <a:t>…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400">
                          <a:effectLst/>
                          <a:latin typeface="Verdana" panose="020B0604030504040204" pitchFamily="34" charset="0"/>
                        </a:rPr>
                        <a:t>Поле </a:t>
                      </a:r>
                      <a:r>
                        <a:rPr lang="en-US" sz="1400">
                          <a:effectLst/>
                          <a:latin typeface="Verdana" panose="020B0604030504040204" pitchFamily="34" charset="0"/>
                        </a:rPr>
                        <a:t>n</a:t>
                      </a:r>
                      <a:endParaRPr lang="ru-RU" sz="1400">
                        <a:effectLst/>
                        <a:latin typeface="Verdana" panose="020B0604030504040204" pitchFamily="34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4649344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400">
                          <a:effectLst/>
                          <a:latin typeface="Verdana" panose="020B0604030504040204" pitchFamily="34" charset="0"/>
                        </a:rPr>
                        <a:t> 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400" dirty="0">
                          <a:effectLst/>
                          <a:latin typeface="Verdana" panose="020B0604030504040204" pitchFamily="34" charset="0"/>
                        </a:rPr>
                        <a:t> 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400" dirty="0">
                          <a:effectLst/>
                          <a:latin typeface="Verdana" panose="020B0604030504040204" pitchFamily="34" charset="0"/>
                        </a:rPr>
                        <a:t> 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400" dirty="0">
                          <a:effectLst/>
                          <a:latin typeface="Verdana" panose="020B0604030504040204" pitchFamily="34" charset="0"/>
                        </a:rPr>
                        <a:t> 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9574787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400" dirty="0">
                          <a:effectLst/>
                          <a:latin typeface="Verdana" panose="020B0604030504040204" pitchFamily="34" charset="0"/>
                        </a:rPr>
                        <a:t> 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400" dirty="0">
                          <a:effectLst/>
                          <a:latin typeface="Verdana" panose="020B0604030504040204" pitchFamily="34" charset="0"/>
                        </a:rPr>
                        <a:t> 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400" dirty="0">
                          <a:effectLst/>
                          <a:latin typeface="Verdana" panose="020B0604030504040204" pitchFamily="34" charset="0"/>
                        </a:rPr>
                        <a:t> 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400" dirty="0">
                          <a:effectLst/>
                          <a:latin typeface="Verdana" panose="020B0604030504040204" pitchFamily="34" charset="0"/>
                        </a:rPr>
                        <a:t> 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42742178"/>
                  </a:ext>
                </a:extLst>
              </a:tr>
            </a:tbl>
          </a:graphicData>
        </a:graphic>
      </p:graphicFrame>
      <p:graphicFrame>
        <p:nvGraphicFramePr>
          <p:cNvPr id="9" name="Таблица 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13935337"/>
              </p:ext>
            </p:extLst>
          </p:nvPr>
        </p:nvGraphicFramePr>
        <p:xfrm>
          <a:off x="1619672" y="5397019"/>
          <a:ext cx="3087014" cy="944880"/>
        </p:xfrm>
        <a:graphic>
          <a:graphicData uri="http://schemas.openxmlformats.org/drawingml/2006/table">
            <a:tbl>
              <a:tblPr/>
              <a:tblGrid>
                <a:gridCol w="851306">
                  <a:extLst>
                    <a:ext uri="{9D8B030D-6E8A-4147-A177-3AD203B41FA5}">
                      <a16:colId xmlns:a16="http://schemas.microsoft.com/office/drawing/2014/main" val="1581262253"/>
                    </a:ext>
                  </a:extLst>
                </a:gridCol>
                <a:gridCol w="851306">
                  <a:extLst>
                    <a:ext uri="{9D8B030D-6E8A-4147-A177-3AD203B41FA5}">
                      <a16:colId xmlns:a16="http://schemas.microsoft.com/office/drawing/2014/main" val="1535123414"/>
                    </a:ext>
                  </a:extLst>
                </a:gridCol>
                <a:gridCol w="609905">
                  <a:extLst>
                    <a:ext uri="{9D8B030D-6E8A-4147-A177-3AD203B41FA5}">
                      <a16:colId xmlns:a16="http://schemas.microsoft.com/office/drawing/2014/main" val="1134284864"/>
                    </a:ext>
                  </a:extLst>
                </a:gridCol>
                <a:gridCol w="774497">
                  <a:extLst>
                    <a:ext uri="{9D8B030D-6E8A-4147-A177-3AD203B41FA5}">
                      <a16:colId xmlns:a16="http://schemas.microsoft.com/office/drawing/2014/main" val="1271037099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400" dirty="0">
                          <a:effectLst/>
                          <a:latin typeface="Verdana" panose="020B0604030504040204" pitchFamily="34" charset="0"/>
                        </a:rPr>
                        <a:t>Поле 1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400" dirty="0">
                          <a:effectLst/>
                          <a:latin typeface="Verdana" panose="020B0604030504040204" pitchFamily="34" charset="0"/>
                        </a:rPr>
                        <a:t>Поле 2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400">
                          <a:effectLst/>
                          <a:latin typeface="Verdana" panose="020B0604030504040204" pitchFamily="34" charset="0"/>
                        </a:rPr>
                        <a:t>…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400">
                          <a:effectLst/>
                          <a:latin typeface="Verdana" panose="020B0604030504040204" pitchFamily="34" charset="0"/>
                        </a:rPr>
                        <a:t>Поле </a:t>
                      </a:r>
                      <a:r>
                        <a:rPr lang="en-US" sz="1400">
                          <a:effectLst/>
                          <a:latin typeface="Verdana" panose="020B0604030504040204" pitchFamily="34" charset="0"/>
                        </a:rPr>
                        <a:t>n</a:t>
                      </a:r>
                      <a:endParaRPr lang="ru-RU" sz="1400">
                        <a:effectLst/>
                        <a:latin typeface="Verdana" panose="020B0604030504040204" pitchFamily="34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2454177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400">
                          <a:effectLst/>
                          <a:latin typeface="Verdana" panose="020B0604030504040204" pitchFamily="34" charset="0"/>
                        </a:rPr>
                        <a:t> 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400" dirty="0">
                          <a:effectLst/>
                          <a:latin typeface="Verdana" panose="020B0604030504040204" pitchFamily="34" charset="0"/>
                        </a:rPr>
                        <a:t> 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400" dirty="0">
                          <a:effectLst/>
                          <a:latin typeface="Verdana" panose="020B0604030504040204" pitchFamily="34" charset="0"/>
                        </a:rPr>
                        <a:t> 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400" dirty="0">
                          <a:effectLst/>
                          <a:latin typeface="Verdana" panose="020B0604030504040204" pitchFamily="34" charset="0"/>
                        </a:rPr>
                        <a:t> 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4238701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400">
                          <a:effectLst/>
                          <a:latin typeface="Verdana" panose="020B0604030504040204" pitchFamily="34" charset="0"/>
                        </a:rPr>
                        <a:t> 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400">
                          <a:effectLst/>
                          <a:latin typeface="Verdana" panose="020B0604030504040204" pitchFamily="34" charset="0"/>
                        </a:rPr>
                        <a:t> 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400">
                          <a:effectLst/>
                          <a:latin typeface="Verdana" panose="020B0604030504040204" pitchFamily="34" charset="0"/>
                        </a:rPr>
                        <a:t> 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400" dirty="0">
                          <a:effectLst/>
                          <a:latin typeface="Verdana" panose="020B0604030504040204" pitchFamily="34" charset="0"/>
                        </a:rPr>
                        <a:t> 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58232917"/>
                  </a:ext>
                </a:extLst>
              </a:tr>
            </a:tbl>
          </a:graphicData>
        </a:graphic>
      </p:graphicFrame>
      <p:sp>
        <p:nvSpPr>
          <p:cNvPr id="16" name="Цилиндр 15"/>
          <p:cNvSpPr/>
          <p:nvPr/>
        </p:nvSpPr>
        <p:spPr>
          <a:xfrm>
            <a:off x="899592" y="4077072"/>
            <a:ext cx="4068360" cy="2448272"/>
          </a:xfrm>
          <a:prstGeom prst="can">
            <a:avLst>
              <a:gd name="adj" fmla="val 19215"/>
            </a:avLst>
          </a:prstGeom>
          <a:solidFill>
            <a:schemeClr val="accent1">
              <a:alpha val="1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ru-RU" dirty="0" smtClean="0">
                <a:solidFill>
                  <a:schemeClr val="tx1"/>
                </a:solidFill>
              </a:rPr>
              <a:t>База данных</a:t>
            </a:r>
            <a:endParaRPr lang="ru-RU" dirty="0">
              <a:solidFill>
                <a:schemeClr val="tx1"/>
              </a:solidFill>
            </a:endParaRPr>
          </a:p>
        </p:txBody>
      </p:sp>
      <p:pic>
        <p:nvPicPr>
          <p:cNvPr id="18" name="Рисунок 1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32498" y="561021"/>
            <a:ext cx="5857389" cy="3444044"/>
          </a:xfrm>
          <a:prstGeom prst="rect">
            <a:avLst/>
          </a:prstGeom>
        </p:spPr>
      </p:pic>
      <p:sp>
        <p:nvSpPr>
          <p:cNvPr id="2" name="Стрелка углом 1"/>
          <p:cNvSpPr/>
          <p:nvPr/>
        </p:nvSpPr>
        <p:spPr>
          <a:xfrm>
            <a:off x="755576" y="1760915"/>
            <a:ext cx="2493485" cy="1656184"/>
          </a:xfrm>
          <a:prstGeom prst="bentArrow">
            <a:avLst/>
          </a:prstGeom>
          <a:noFill/>
          <a:ln w="50800"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b" anchorCtr="0"/>
          <a:lstStyle/>
          <a:p>
            <a:pPr algn="r"/>
            <a:r>
              <a:rPr lang="ru-RU" dirty="0" smtClean="0">
                <a:solidFill>
                  <a:srgbClr val="C00000"/>
                </a:solidFill>
              </a:rPr>
              <a:t>1С: Предприятие 8</a:t>
            </a:r>
            <a:endParaRPr lang="ru-RU" dirty="0">
              <a:solidFill>
                <a:srgbClr val="C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81996789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1000"/>
                            </p:stCondLst>
                            <p:childTnLst>
                              <p:par>
                                <p:cTn id="9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10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" name="Таблица 6"/>
          <p:cNvGraphicFramePr>
            <a:graphicFrameLocks noGrp="1"/>
          </p:cNvGraphicFramePr>
          <p:nvPr>
            <p:extLst/>
          </p:nvPr>
        </p:nvGraphicFramePr>
        <p:xfrm>
          <a:off x="1127612" y="4950638"/>
          <a:ext cx="3087014" cy="944880"/>
        </p:xfrm>
        <a:graphic>
          <a:graphicData uri="http://schemas.openxmlformats.org/drawingml/2006/table">
            <a:tbl>
              <a:tblPr/>
              <a:tblGrid>
                <a:gridCol w="851306">
                  <a:extLst>
                    <a:ext uri="{9D8B030D-6E8A-4147-A177-3AD203B41FA5}">
                      <a16:colId xmlns:a16="http://schemas.microsoft.com/office/drawing/2014/main" val="4276041812"/>
                    </a:ext>
                  </a:extLst>
                </a:gridCol>
                <a:gridCol w="851306">
                  <a:extLst>
                    <a:ext uri="{9D8B030D-6E8A-4147-A177-3AD203B41FA5}">
                      <a16:colId xmlns:a16="http://schemas.microsoft.com/office/drawing/2014/main" val="148024283"/>
                    </a:ext>
                  </a:extLst>
                </a:gridCol>
                <a:gridCol w="609905">
                  <a:extLst>
                    <a:ext uri="{9D8B030D-6E8A-4147-A177-3AD203B41FA5}">
                      <a16:colId xmlns:a16="http://schemas.microsoft.com/office/drawing/2014/main" val="2988203294"/>
                    </a:ext>
                  </a:extLst>
                </a:gridCol>
                <a:gridCol w="774497">
                  <a:extLst>
                    <a:ext uri="{9D8B030D-6E8A-4147-A177-3AD203B41FA5}">
                      <a16:colId xmlns:a16="http://schemas.microsoft.com/office/drawing/2014/main" val="3981689213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400" dirty="0">
                          <a:effectLst/>
                          <a:latin typeface="Verdana" panose="020B0604030504040204" pitchFamily="34" charset="0"/>
                        </a:rPr>
                        <a:t>Поле 1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400" dirty="0">
                          <a:effectLst/>
                          <a:latin typeface="Verdana" panose="020B0604030504040204" pitchFamily="34" charset="0"/>
                        </a:rPr>
                        <a:t>Поле 2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400">
                          <a:effectLst/>
                          <a:latin typeface="Verdana" panose="020B0604030504040204" pitchFamily="34" charset="0"/>
                        </a:rPr>
                        <a:t>…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400">
                          <a:effectLst/>
                          <a:latin typeface="Verdana" panose="020B0604030504040204" pitchFamily="34" charset="0"/>
                        </a:rPr>
                        <a:t>Поле </a:t>
                      </a:r>
                      <a:r>
                        <a:rPr lang="en-US" sz="1400">
                          <a:effectLst/>
                          <a:latin typeface="Verdana" panose="020B0604030504040204" pitchFamily="34" charset="0"/>
                        </a:rPr>
                        <a:t>n</a:t>
                      </a:r>
                      <a:endParaRPr lang="ru-RU" sz="1400">
                        <a:effectLst/>
                        <a:latin typeface="Verdana" panose="020B0604030504040204" pitchFamily="34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0004225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400" dirty="0">
                          <a:effectLst/>
                          <a:latin typeface="Verdana" panose="020B0604030504040204" pitchFamily="34" charset="0"/>
                        </a:rPr>
                        <a:t> 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400" dirty="0">
                          <a:effectLst/>
                          <a:latin typeface="Verdana" panose="020B0604030504040204" pitchFamily="34" charset="0"/>
                        </a:rPr>
                        <a:t> 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400" dirty="0">
                          <a:effectLst/>
                          <a:latin typeface="Verdana" panose="020B0604030504040204" pitchFamily="34" charset="0"/>
                        </a:rPr>
                        <a:t> 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400" dirty="0">
                          <a:effectLst/>
                          <a:latin typeface="Verdana" panose="020B0604030504040204" pitchFamily="34" charset="0"/>
                        </a:rPr>
                        <a:t> 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5077743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400">
                          <a:effectLst/>
                          <a:latin typeface="Verdana" panose="020B0604030504040204" pitchFamily="34" charset="0"/>
                        </a:rPr>
                        <a:t> 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400" dirty="0">
                          <a:effectLst/>
                          <a:latin typeface="Verdana" panose="020B0604030504040204" pitchFamily="34" charset="0"/>
                        </a:rPr>
                        <a:t> 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400" dirty="0">
                          <a:effectLst/>
                          <a:latin typeface="Verdana" panose="020B0604030504040204" pitchFamily="34" charset="0"/>
                        </a:rPr>
                        <a:t> 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400" dirty="0">
                          <a:effectLst/>
                          <a:latin typeface="Verdana" panose="020B0604030504040204" pitchFamily="34" charset="0"/>
                        </a:rPr>
                        <a:t> 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0961543"/>
                  </a:ext>
                </a:extLst>
              </a:tr>
            </a:tbl>
          </a:graphicData>
        </a:graphic>
      </p:graphicFrame>
      <p:graphicFrame>
        <p:nvGraphicFramePr>
          <p:cNvPr id="8" name="Таблица 7"/>
          <p:cNvGraphicFramePr>
            <a:graphicFrameLocks noGrp="1"/>
          </p:cNvGraphicFramePr>
          <p:nvPr>
            <p:extLst/>
          </p:nvPr>
        </p:nvGraphicFramePr>
        <p:xfrm>
          <a:off x="1373642" y="5157363"/>
          <a:ext cx="3087014" cy="944880"/>
        </p:xfrm>
        <a:graphic>
          <a:graphicData uri="http://schemas.openxmlformats.org/drawingml/2006/table">
            <a:tbl>
              <a:tblPr/>
              <a:tblGrid>
                <a:gridCol w="851306">
                  <a:extLst>
                    <a:ext uri="{9D8B030D-6E8A-4147-A177-3AD203B41FA5}">
                      <a16:colId xmlns:a16="http://schemas.microsoft.com/office/drawing/2014/main" val="3244277791"/>
                    </a:ext>
                  </a:extLst>
                </a:gridCol>
                <a:gridCol w="851306">
                  <a:extLst>
                    <a:ext uri="{9D8B030D-6E8A-4147-A177-3AD203B41FA5}">
                      <a16:colId xmlns:a16="http://schemas.microsoft.com/office/drawing/2014/main" val="149537977"/>
                    </a:ext>
                  </a:extLst>
                </a:gridCol>
                <a:gridCol w="609905">
                  <a:extLst>
                    <a:ext uri="{9D8B030D-6E8A-4147-A177-3AD203B41FA5}">
                      <a16:colId xmlns:a16="http://schemas.microsoft.com/office/drawing/2014/main" val="2614360597"/>
                    </a:ext>
                  </a:extLst>
                </a:gridCol>
                <a:gridCol w="774497">
                  <a:extLst>
                    <a:ext uri="{9D8B030D-6E8A-4147-A177-3AD203B41FA5}">
                      <a16:colId xmlns:a16="http://schemas.microsoft.com/office/drawing/2014/main" val="263970498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400" dirty="0">
                          <a:effectLst/>
                          <a:latin typeface="Verdana" panose="020B0604030504040204" pitchFamily="34" charset="0"/>
                        </a:rPr>
                        <a:t>Поле 1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400" dirty="0">
                          <a:effectLst/>
                          <a:latin typeface="Verdana" panose="020B0604030504040204" pitchFamily="34" charset="0"/>
                        </a:rPr>
                        <a:t>Поле 2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400" dirty="0">
                          <a:effectLst/>
                          <a:latin typeface="Verdana" panose="020B0604030504040204" pitchFamily="34" charset="0"/>
                        </a:rPr>
                        <a:t>…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400">
                          <a:effectLst/>
                          <a:latin typeface="Verdana" panose="020B0604030504040204" pitchFamily="34" charset="0"/>
                        </a:rPr>
                        <a:t>Поле </a:t>
                      </a:r>
                      <a:r>
                        <a:rPr lang="en-US" sz="1400">
                          <a:effectLst/>
                          <a:latin typeface="Verdana" panose="020B0604030504040204" pitchFamily="34" charset="0"/>
                        </a:rPr>
                        <a:t>n</a:t>
                      </a:r>
                      <a:endParaRPr lang="ru-RU" sz="1400">
                        <a:effectLst/>
                        <a:latin typeface="Verdana" panose="020B0604030504040204" pitchFamily="34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4649344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400">
                          <a:effectLst/>
                          <a:latin typeface="Verdana" panose="020B0604030504040204" pitchFamily="34" charset="0"/>
                        </a:rPr>
                        <a:t> 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400" dirty="0">
                          <a:effectLst/>
                          <a:latin typeface="Verdana" panose="020B0604030504040204" pitchFamily="34" charset="0"/>
                        </a:rPr>
                        <a:t> 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400" dirty="0">
                          <a:effectLst/>
                          <a:latin typeface="Verdana" panose="020B0604030504040204" pitchFamily="34" charset="0"/>
                        </a:rPr>
                        <a:t> 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400" dirty="0">
                          <a:effectLst/>
                          <a:latin typeface="Verdana" panose="020B0604030504040204" pitchFamily="34" charset="0"/>
                        </a:rPr>
                        <a:t> 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9574787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400" dirty="0">
                          <a:effectLst/>
                          <a:latin typeface="Verdana" panose="020B0604030504040204" pitchFamily="34" charset="0"/>
                        </a:rPr>
                        <a:t> 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400" dirty="0">
                          <a:effectLst/>
                          <a:latin typeface="Verdana" panose="020B0604030504040204" pitchFamily="34" charset="0"/>
                        </a:rPr>
                        <a:t> 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400" dirty="0">
                          <a:effectLst/>
                          <a:latin typeface="Verdana" panose="020B0604030504040204" pitchFamily="34" charset="0"/>
                        </a:rPr>
                        <a:t> 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400" dirty="0">
                          <a:effectLst/>
                          <a:latin typeface="Verdana" panose="020B0604030504040204" pitchFamily="34" charset="0"/>
                        </a:rPr>
                        <a:t> 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42742178"/>
                  </a:ext>
                </a:extLst>
              </a:tr>
            </a:tbl>
          </a:graphicData>
        </a:graphic>
      </p:graphicFrame>
      <p:graphicFrame>
        <p:nvGraphicFramePr>
          <p:cNvPr id="9" name="Таблица 8"/>
          <p:cNvGraphicFramePr>
            <a:graphicFrameLocks noGrp="1"/>
          </p:cNvGraphicFramePr>
          <p:nvPr>
            <p:extLst/>
          </p:nvPr>
        </p:nvGraphicFramePr>
        <p:xfrm>
          <a:off x="1619672" y="5397019"/>
          <a:ext cx="3087014" cy="944880"/>
        </p:xfrm>
        <a:graphic>
          <a:graphicData uri="http://schemas.openxmlformats.org/drawingml/2006/table">
            <a:tbl>
              <a:tblPr/>
              <a:tblGrid>
                <a:gridCol w="851306">
                  <a:extLst>
                    <a:ext uri="{9D8B030D-6E8A-4147-A177-3AD203B41FA5}">
                      <a16:colId xmlns:a16="http://schemas.microsoft.com/office/drawing/2014/main" val="1581262253"/>
                    </a:ext>
                  </a:extLst>
                </a:gridCol>
                <a:gridCol w="851306">
                  <a:extLst>
                    <a:ext uri="{9D8B030D-6E8A-4147-A177-3AD203B41FA5}">
                      <a16:colId xmlns:a16="http://schemas.microsoft.com/office/drawing/2014/main" val="1535123414"/>
                    </a:ext>
                  </a:extLst>
                </a:gridCol>
                <a:gridCol w="609905">
                  <a:extLst>
                    <a:ext uri="{9D8B030D-6E8A-4147-A177-3AD203B41FA5}">
                      <a16:colId xmlns:a16="http://schemas.microsoft.com/office/drawing/2014/main" val="1134284864"/>
                    </a:ext>
                  </a:extLst>
                </a:gridCol>
                <a:gridCol w="774497">
                  <a:extLst>
                    <a:ext uri="{9D8B030D-6E8A-4147-A177-3AD203B41FA5}">
                      <a16:colId xmlns:a16="http://schemas.microsoft.com/office/drawing/2014/main" val="1271037099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400" dirty="0">
                          <a:effectLst/>
                          <a:latin typeface="Verdana" panose="020B0604030504040204" pitchFamily="34" charset="0"/>
                        </a:rPr>
                        <a:t>Поле 1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400" dirty="0">
                          <a:effectLst/>
                          <a:latin typeface="Verdana" panose="020B0604030504040204" pitchFamily="34" charset="0"/>
                        </a:rPr>
                        <a:t>Поле 2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400">
                          <a:effectLst/>
                          <a:latin typeface="Verdana" panose="020B0604030504040204" pitchFamily="34" charset="0"/>
                        </a:rPr>
                        <a:t>…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400">
                          <a:effectLst/>
                          <a:latin typeface="Verdana" panose="020B0604030504040204" pitchFamily="34" charset="0"/>
                        </a:rPr>
                        <a:t>Поле </a:t>
                      </a:r>
                      <a:r>
                        <a:rPr lang="en-US" sz="1400">
                          <a:effectLst/>
                          <a:latin typeface="Verdana" panose="020B0604030504040204" pitchFamily="34" charset="0"/>
                        </a:rPr>
                        <a:t>n</a:t>
                      </a:r>
                      <a:endParaRPr lang="ru-RU" sz="1400">
                        <a:effectLst/>
                        <a:latin typeface="Verdana" panose="020B0604030504040204" pitchFamily="34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2454177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400">
                          <a:effectLst/>
                          <a:latin typeface="Verdana" panose="020B0604030504040204" pitchFamily="34" charset="0"/>
                        </a:rPr>
                        <a:t> 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400" dirty="0">
                          <a:effectLst/>
                          <a:latin typeface="Verdana" panose="020B0604030504040204" pitchFamily="34" charset="0"/>
                        </a:rPr>
                        <a:t> 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400" dirty="0">
                          <a:effectLst/>
                          <a:latin typeface="Verdana" panose="020B0604030504040204" pitchFamily="34" charset="0"/>
                        </a:rPr>
                        <a:t> 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400" dirty="0">
                          <a:effectLst/>
                          <a:latin typeface="Verdana" panose="020B0604030504040204" pitchFamily="34" charset="0"/>
                        </a:rPr>
                        <a:t> 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4238701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400">
                          <a:effectLst/>
                          <a:latin typeface="Verdana" panose="020B0604030504040204" pitchFamily="34" charset="0"/>
                        </a:rPr>
                        <a:t> 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400">
                          <a:effectLst/>
                          <a:latin typeface="Verdana" panose="020B0604030504040204" pitchFamily="34" charset="0"/>
                        </a:rPr>
                        <a:t> 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400">
                          <a:effectLst/>
                          <a:latin typeface="Verdana" panose="020B0604030504040204" pitchFamily="34" charset="0"/>
                        </a:rPr>
                        <a:t> 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400" dirty="0">
                          <a:effectLst/>
                          <a:latin typeface="Verdana" panose="020B0604030504040204" pitchFamily="34" charset="0"/>
                        </a:rPr>
                        <a:t> 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58232917"/>
                  </a:ext>
                </a:extLst>
              </a:tr>
            </a:tbl>
          </a:graphicData>
        </a:graphic>
      </p:graphicFrame>
      <p:sp>
        <p:nvSpPr>
          <p:cNvPr id="16" name="Цилиндр 15"/>
          <p:cNvSpPr/>
          <p:nvPr/>
        </p:nvSpPr>
        <p:spPr>
          <a:xfrm>
            <a:off x="899592" y="4077072"/>
            <a:ext cx="4068360" cy="2448272"/>
          </a:xfrm>
          <a:prstGeom prst="can">
            <a:avLst>
              <a:gd name="adj" fmla="val 19215"/>
            </a:avLst>
          </a:prstGeom>
          <a:solidFill>
            <a:schemeClr val="accent1">
              <a:alpha val="1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ru-RU" dirty="0" smtClean="0">
                <a:solidFill>
                  <a:schemeClr val="tx1"/>
                </a:solidFill>
              </a:rPr>
              <a:t>База данных</a:t>
            </a:r>
            <a:endParaRPr lang="ru-RU" dirty="0">
              <a:solidFill>
                <a:schemeClr val="tx1"/>
              </a:solidFill>
            </a:endParaRPr>
          </a:p>
        </p:txBody>
      </p:sp>
      <p:pic>
        <p:nvPicPr>
          <p:cNvPr id="11" name="Рисунок 10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32498" y="561020"/>
            <a:ext cx="5857389" cy="34440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69240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" name="Таблица 6"/>
          <p:cNvGraphicFramePr>
            <a:graphicFrameLocks noGrp="1"/>
          </p:cNvGraphicFramePr>
          <p:nvPr>
            <p:extLst/>
          </p:nvPr>
        </p:nvGraphicFramePr>
        <p:xfrm>
          <a:off x="1127612" y="4950638"/>
          <a:ext cx="3087014" cy="944880"/>
        </p:xfrm>
        <a:graphic>
          <a:graphicData uri="http://schemas.openxmlformats.org/drawingml/2006/table">
            <a:tbl>
              <a:tblPr/>
              <a:tblGrid>
                <a:gridCol w="851306">
                  <a:extLst>
                    <a:ext uri="{9D8B030D-6E8A-4147-A177-3AD203B41FA5}">
                      <a16:colId xmlns:a16="http://schemas.microsoft.com/office/drawing/2014/main" val="4276041812"/>
                    </a:ext>
                  </a:extLst>
                </a:gridCol>
                <a:gridCol w="851306">
                  <a:extLst>
                    <a:ext uri="{9D8B030D-6E8A-4147-A177-3AD203B41FA5}">
                      <a16:colId xmlns:a16="http://schemas.microsoft.com/office/drawing/2014/main" val="148024283"/>
                    </a:ext>
                  </a:extLst>
                </a:gridCol>
                <a:gridCol w="609905">
                  <a:extLst>
                    <a:ext uri="{9D8B030D-6E8A-4147-A177-3AD203B41FA5}">
                      <a16:colId xmlns:a16="http://schemas.microsoft.com/office/drawing/2014/main" val="2988203294"/>
                    </a:ext>
                  </a:extLst>
                </a:gridCol>
                <a:gridCol w="774497">
                  <a:extLst>
                    <a:ext uri="{9D8B030D-6E8A-4147-A177-3AD203B41FA5}">
                      <a16:colId xmlns:a16="http://schemas.microsoft.com/office/drawing/2014/main" val="3981689213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400" dirty="0">
                          <a:effectLst/>
                          <a:latin typeface="Verdana" panose="020B0604030504040204" pitchFamily="34" charset="0"/>
                        </a:rPr>
                        <a:t>Поле 1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400" dirty="0">
                          <a:effectLst/>
                          <a:latin typeface="Verdana" panose="020B0604030504040204" pitchFamily="34" charset="0"/>
                        </a:rPr>
                        <a:t>Поле 2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400">
                          <a:effectLst/>
                          <a:latin typeface="Verdana" panose="020B0604030504040204" pitchFamily="34" charset="0"/>
                        </a:rPr>
                        <a:t>…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400">
                          <a:effectLst/>
                          <a:latin typeface="Verdana" panose="020B0604030504040204" pitchFamily="34" charset="0"/>
                        </a:rPr>
                        <a:t>Поле </a:t>
                      </a:r>
                      <a:r>
                        <a:rPr lang="en-US" sz="1400">
                          <a:effectLst/>
                          <a:latin typeface="Verdana" panose="020B0604030504040204" pitchFamily="34" charset="0"/>
                        </a:rPr>
                        <a:t>n</a:t>
                      </a:r>
                      <a:endParaRPr lang="ru-RU" sz="1400">
                        <a:effectLst/>
                        <a:latin typeface="Verdana" panose="020B0604030504040204" pitchFamily="34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0004225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400" dirty="0">
                          <a:effectLst/>
                          <a:latin typeface="Verdana" panose="020B0604030504040204" pitchFamily="34" charset="0"/>
                        </a:rPr>
                        <a:t> 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400" dirty="0">
                          <a:effectLst/>
                          <a:latin typeface="Verdana" panose="020B0604030504040204" pitchFamily="34" charset="0"/>
                        </a:rPr>
                        <a:t> 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400" dirty="0">
                          <a:effectLst/>
                          <a:latin typeface="Verdana" panose="020B0604030504040204" pitchFamily="34" charset="0"/>
                        </a:rPr>
                        <a:t> 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400" dirty="0">
                          <a:effectLst/>
                          <a:latin typeface="Verdana" panose="020B0604030504040204" pitchFamily="34" charset="0"/>
                        </a:rPr>
                        <a:t> 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5077743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400">
                          <a:effectLst/>
                          <a:latin typeface="Verdana" panose="020B0604030504040204" pitchFamily="34" charset="0"/>
                        </a:rPr>
                        <a:t> 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400" dirty="0">
                          <a:effectLst/>
                          <a:latin typeface="Verdana" panose="020B0604030504040204" pitchFamily="34" charset="0"/>
                        </a:rPr>
                        <a:t> 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400" dirty="0">
                          <a:effectLst/>
                          <a:latin typeface="Verdana" panose="020B0604030504040204" pitchFamily="34" charset="0"/>
                        </a:rPr>
                        <a:t> 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400" dirty="0">
                          <a:effectLst/>
                          <a:latin typeface="Verdana" panose="020B0604030504040204" pitchFamily="34" charset="0"/>
                        </a:rPr>
                        <a:t> 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0961543"/>
                  </a:ext>
                </a:extLst>
              </a:tr>
            </a:tbl>
          </a:graphicData>
        </a:graphic>
      </p:graphicFrame>
      <p:graphicFrame>
        <p:nvGraphicFramePr>
          <p:cNvPr id="8" name="Таблица 7"/>
          <p:cNvGraphicFramePr>
            <a:graphicFrameLocks noGrp="1"/>
          </p:cNvGraphicFramePr>
          <p:nvPr>
            <p:extLst/>
          </p:nvPr>
        </p:nvGraphicFramePr>
        <p:xfrm>
          <a:off x="1373642" y="5157363"/>
          <a:ext cx="3087014" cy="944880"/>
        </p:xfrm>
        <a:graphic>
          <a:graphicData uri="http://schemas.openxmlformats.org/drawingml/2006/table">
            <a:tbl>
              <a:tblPr/>
              <a:tblGrid>
                <a:gridCol w="851306">
                  <a:extLst>
                    <a:ext uri="{9D8B030D-6E8A-4147-A177-3AD203B41FA5}">
                      <a16:colId xmlns:a16="http://schemas.microsoft.com/office/drawing/2014/main" val="3244277791"/>
                    </a:ext>
                  </a:extLst>
                </a:gridCol>
                <a:gridCol w="851306">
                  <a:extLst>
                    <a:ext uri="{9D8B030D-6E8A-4147-A177-3AD203B41FA5}">
                      <a16:colId xmlns:a16="http://schemas.microsoft.com/office/drawing/2014/main" val="149537977"/>
                    </a:ext>
                  </a:extLst>
                </a:gridCol>
                <a:gridCol w="609905">
                  <a:extLst>
                    <a:ext uri="{9D8B030D-6E8A-4147-A177-3AD203B41FA5}">
                      <a16:colId xmlns:a16="http://schemas.microsoft.com/office/drawing/2014/main" val="2614360597"/>
                    </a:ext>
                  </a:extLst>
                </a:gridCol>
                <a:gridCol w="774497">
                  <a:extLst>
                    <a:ext uri="{9D8B030D-6E8A-4147-A177-3AD203B41FA5}">
                      <a16:colId xmlns:a16="http://schemas.microsoft.com/office/drawing/2014/main" val="263970498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400" dirty="0">
                          <a:effectLst/>
                          <a:latin typeface="Verdana" panose="020B0604030504040204" pitchFamily="34" charset="0"/>
                        </a:rPr>
                        <a:t>Поле 1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400" dirty="0">
                          <a:effectLst/>
                          <a:latin typeface="Verdana" panose="020B0604030504040204" pitchFamily="34" charset="0"/>
                        </a:rPr>
                        <a:t>Поле 2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400" dirty="0">
                          <a:effectLst/>
                          <a:latin typeface="Verdana" panose="020B0604030504040204" pitchFamily="34" charset="0"/>
                        </a:rPr>
                        <a:t>…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400">
                          <a:effectLst/>
                          <a:latin typeface="Verdana" panose="020B0604030504040204" pitchFamily="34" charset="0"/>
                        </a:rPr>
                        <a:t>Поле </a:t>
                      </a:r>
                      <a:r>
                        <a:rPr lang="en-US" sz="1400">
                          <a:effectLst/>
                          <a:latin typeface="Verdana" panose="020B0604030504040204" pitchFamily="34" charset="0"/>
                        </a:rPr>
                        <a:t>n</a:t>
                      </a:r>
                      <a:endParaRPr lang="ru-RU" sz="1400">
                        <a:effectLst/>
                        <a:latin typeface="Verdana" panose="020B0604030504040204" pitchFamily="34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4649344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400">
                          <a:effectLst/>
                          <a:latin typeface="Verdana" panose="020B0604030504040204" pitchFamily="34" charset="0"/>
                        </a:rPr>
                        <a:t> 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400" dirty="0">
                          <a:effectLst/>
                          <a:latin typeface="Verdana" panose="020B0604030504040204" pitchFamily="34" charset="0"/>
                        </a:rPr>
                        <a:t> 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400" dirty="0">
                          <a:effectLst/>
                          <a:latin typeface="Verdana" panose="020B0604030504040204" pitchFamily="34" charset="0"/>
                        </a:rPr>
                        <a:t> 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400" dirty="0">
                          <a:effectLst/>
                          <a:latin typeface="Verdana" panose="020B0604030504040204" pitchFamily="34" charset="0"/>
                        </a:rPr>
                        <a:t> 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9574787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400" dirty="0">
                          <a:effectLst/>
                          <a:latin typeface="Verdana" panose="020B0604030504040204" pitchFamily="34" charset="0"/>
                        </a:rPr>
                        <a:t> 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400" dirty="0">
                          <a:effectLst/>
                          <a:latin typeface="Verdana" panose="020B0604030504040204" pitchFamily="34" charset="0"/>
                        </a:rPr>
                        <a:t> 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400" dirty="0">
                          <a:effectLst/>
                          <a:latin typeface="Verdana" panose="020B0604030504040204" pitchFamily="34" charset="0"/>
                        </a:rPr>
                        <a:t> 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400" dirty="0">
                          <a:effectLst/>
                          <a:latin typeface="Verdana" panose="020B0604030504040204" pitchFamily="34" charset="0"/>
                        </a:rPr>
                        <a:t> 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42742178"/>
                  </a:ext>
                </a:extLst>
              </a:tr>
            </a:tbl>
          </a:graphicData>
        </a:graphic>
      </p:graphicFrame>
      <p:graphicFrame>
        <p:nvGraphicFramePr>
          <p:cNvPr id="9" name="Таблица 8"/>
          <p:cNvGraphicFramePr>
            <a:graphicFrameLocks noGrp="1"/>
          </p:cNvGraphicFramePr>
          <p:nvPr>
            <p:extLst/>
          </p:nvPr>
        </p:nvGraphicFramePr>
        <p:xfrm>
          <a:off x="1619672" y="5397019"/>
          <a:ext cx="3087014" cy="944880"/>
        </p:xfrm>
        <a:graphic>
          <a:graphicData uri="http://schemas.openxmlformats.org/drawingml/2006/table">
            <a:tbl>
              <a:tblPr/>
              <a:tblGrid>
                <a:gridCol w="851306">
                  <a:extLst>
                    <a:ext uri="{9D8B030D-6E8A-4147-A177-3AD203B41FA5}">
                      <a16:colId xmlns:a16="http://schemas.microsoft.com/office/drawing/2014/main" val="1581262253"/>
                    </a:ext>
                  </a:extLst>
                </a:gridCol>
                <a:gridCol w="851306">
                  <a:extLst>
                    <a:ext uri="{9D8B030D-6E8A-4147-A177-3AD203B41FA5}">
                      <a16:colId xmlns:a16="http://schemas.microsoft.com/office/drawing/2014/main" val="1535123414"/>
                    </a:ext>
                  </a:extLst>
                </a:gridCol>
                <a:gridCol w="609905">
                  <a:extLst>
                    <a:ext uri="{9D8B030D-6E8A-4147-A177-3AD203B41FA5}">
                      <a16:colId xmlns:a16="http://schemas.microsoft.com/office/drawing/2014/main" val="1134284864"/>
                    </a:ext>
                  </a:extLst>
                </a:gridCol>
                <a:gridCol w="774497">
                  <a:extLst>
                    <a:ext uri="{9D8B030D-6E8A-4147-A177-3AD203B41FA5}">
                      <a16:colId xmlns:a16="http://schemas.microsoft.com/office/drawing/2014/main" val="1271037099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400" dirty="0">
                          <a:effectLst/>
                          <a:latin typeface="Verdana" panose="020B0604030504040204" pitchFamily="34" charset="0"/>
                        </a:rPr>
                        <a:t>Поле 1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400" dirty="0">
                          <a:effectLst/>
                          <a:latin typeface="Verdana" panose="020B0604030504040204" pitchFamily="34" charset="0"/>
                        </a:rPr>
                        <a:t>Поле 2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400">
                          <a:effectLst/>
                          <a:latin typeface="Verdana" panose="020B0604030504040204" pitchFamily="34" charset="0"/>
                        </a:rPr>
                        <a:t>…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400">
                          <a:effectLst/>
                          <a:latin typeface="Verdana" panose="020B0604030504040204" pitchFamily="34" charset="0"/>
                        </a:rPr>
                        <a:t>Поле </a:t>
                      </a:r>
                      <a:r>
                        <a:rPr lang="en-US" sz="1400">
                          <a:effectLst/>
                          <a:latin typeface="Verdana" panose="020B0604030504040204" pitchFamily="34" charset="0"/>
                        </a:rPr>
                        <a:t>n</a:t>
                      </a:r>
                      <a:endParaRPr lang="ru-RU" sz="1400">
                        <a:effectLst/>
                        <a:latin typeface="Verdana" panose="020B0604030504040204" pitchFamily="34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2454177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400">
                          <a:effectLst/>
                          <a:latin typeface="Verdana" panose="020B0604030504040204" pitchFamily="34" charset="0"/>
                        </a:rPr>
                        <a:t> 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400" dirty="0">
                          <a:effectLst/>
                          <a:latin typeface="Verdana" panose="020B0604030504040204" pitchFamily="34" charset="0"/>
                        </a:rPr>
                        <a:t> 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400" dirty="0">
                          <a:effectLst/>
                          <a:latin typeface="Verdana" panose="020B0604030504040204" pitchFamily="34" charset="0"/>
                        </a:rPr>
                        <a:t> 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400" dirty="0">
                          <a:effectLst/>
                          <a:latin typeface="Verdana" panose="020B0604030504040204" pitchFamily="34" charset="0"/>
                        </a:rPr>
                        <a:t> 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4238701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400">
                          <a:effectLst/>
                          <a:latin typeface="Verdana" panose="020B0604030504040204" pitchFamily="34" charset="0"/>
                        </a:rPr>
                        <a:t> 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400">
                          <a:effectLst/>
                          <a:latin typeface="Verdana" panose="020B0604030504040204" pitchFamily="34" charset="0"/>
                        </a:rPr>
                        <a:t> 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400">
                          <a:effectLst/>
                          <a:latin typeface="Verdana" panose="020B0604030504040204" pitchFamily="34" charset="0"/>
                        </a:rPr>
                        <a:t> 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400" dirty="0">
                          <a:effectLst/>
                          <a:latin typeface="Verdana" panose="020B0604030504040204" pitchFamily="34" charset="0"/>
                        </a:rPr>
                        <a:t> 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58232917"/>
                  </a:ext>
                </a:extLst>
              </a:tr>
            </a:tbl>
          </a:graphicData>
        </a:graphic>
      </p:graphicFrame>
      <p:sp>
        <p:nvSpPr>
          <p:cNvPr id="16" name="Цилиндр 15"/>
          <p:cNvSpPr/>
          <p:nvPr/>
        </p:nvSpPr>
        <p:spPr>
          <a:xfrm>
            <a:off x="899592" y="4077072"/>
            <a:ext cx="4068360" cy="2448272"/>
          </a:xfrm>
          <a:prstGeom prst="can">
            <a:avLst>
              <a:gd name="adj" fmla="val 19215"/>
            </a:avLst>
          </a:prstGeom>
          <a:solidFill>
            <a:schemeClr val="accent1">
              <a:alpha val="1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ru-RU" dirty="0" smtClean="0">
                <a:solidFill>
                  <a:schemeClr val="tx1"/>
                </a:solidFill>
              </a:rPr>
              <a:t>База данных</a:t>
            </a:r>
            <a:endParaRPr lang="ru-RU" dirty="0">
              <a:solidFill>
                <a:schemeClr val="tx1"/>
              </a:solidFill>
            </a:endParaRPr>
          </a:p>
        </p:txBody>
      </p:sp>
      <p:sp>
        <p:nvSpPr>
          <p:cNvPr id="3" name="Прямоугольник 2"/>
          <p:cNvSpPr/>
          <p:nvPr/>
        </p:nvSpPr>
        <p:spPr>
          <a:xfrm>
            <a:off x="3131840" y="587357"/>
            <a:ext cx="5858046" cy="3306270"/>
          </a:xfrm>
          <a:prstGeom prst="rect">
            <a:avLst/>
          </a:prstGeom>
          <a:noFill/>
          <a:ln>
            <a:solidFill>
              <a:schemeClr val="accent6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2" name="Прямоугольник 11"/>
          <p:cNvSpPr/>
          <p:nvPr/>
        </p:nvSpPr>
        <p:spPr>
          <a:xfrm>
            <a:off x="3131840" y="587357"/>
            <a:ext cx="5867832" cy="393371"/>
          </a:xfrm>
          <a:prstGeom prst="rect">
            <a:avLst/>
          </a:prstGeom>
          <a:noFill/>
          <a:ln>
            <a:solidFill>
              <a:schemeClr val="accent6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ru-RU" dirty="0" smtClean="0">
                <a:solidFill>
                  <a:srgbClr val="C00000"/>
                </a:solidFill>
              </a:rPr>
              <a:t>1С: Предприятие 8</a:t>
            </a:r>
            <a:endParaRPr lang="ru-RU" dirty="0">
              <a:solidFill>
                <a:srgbClr val="C00000"/>
              </a:solidFill>
            </a:endParaRPr>
          </a:p>
        </p:txBody>
      </p:sp>
      <p:sp>
        <p:nvSpPr>
          <p:cNvPr id="4" name="Блок-схема: альтернативный процесс 3"/>
          <p:cNvSpPr/>
          <p:nvPr/>
        </p:nvSpPr>
        <p:spPr>
          <a:xfrm>
            <a:off x="3915212" y="1200480"/>
            <a:ext cx="2304256" cy="1008112"/>
          </a:xfrm>
          <a:prstGeom prst="flowChartAlternateProcess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 smtClean="0">
                <a:solidFill>
                  <a:schemeClr val="tx1"/>
                </a:solidFill>
              </a:rPr>
              <a:t>Программные объекты</a:t>
            </a:r>
            <a:endParaRPr lang="ru-RU" dirty="0">
              <a:solidFill>
                <a:schemeClr val="tx1"/>
              </a:solidFill>
            </a:endParaRPr>
          </a:p>
        </p:txBody>
      </p:sp>
      <p:sp>
        <p:nvSpPr>
          <p:cNvPr id="13" name="Блок-схема: альтернативный процесс 12"/>
          <p:cNvSpPr/>
          <p:nvPr/>
        </p:nvSpPr>
        <p:spPr>
          <a:xfrm>
            <a:off x="6444866" y="2472424"/>
            <a:ext cx="2304256" cy="1008112"/>
          </a:xfrm>
          <a:prstGeom prst="flowChartAlternateProcess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 smtClean="0">
                <a:solidFill>
                  <a:schemeClr val="tx1"/>
                </a:solidFill>
              </a:rPr>
              <a:t>Программные объекты</a:t>
            </a:r>
            <a:endParaRPr lang="ru-RU" dirty="0">
              <a:solidFill>
                <a:schemeClr val="tx1"/>
              </a:solidFill>
            </a:endParaRPr>
          </a:p>
        </p:txBody>
      </p:sp>
      <p:sp>
        <p:nvSpPr>
          <p:cNvPr id="14" name="Блок-схема: альтернативный процесс 13"/>
          <p:cNvSpPr/>
          <p:nvPr/>
        </p:nvSpPr>
        <p:spPr>
          <a:xfrm>
            <a:off x="3899846" y="2449344"/>
            <a:ext cx="2304256" cy="1008112"/>
          </a:xfrm>
          <a:prstGeom prst="flowChartAlternateProcess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 smtClean="0">
                <a:solidFill>
                  <a:schemeClr val="tx1"/>
                </a:solidFill>
              </a:rPr>
              <a:t>Программные объекты</a:t>
            </a:r>
            <a:endParaRPr lang="ru-RU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82050441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" name="Таблица 6"/>
          <p:cNvGraphicFramePr>
            <a:graphicFrameLocks noGrp="1"/>
          </p:cNvGraphicFramePr>
          <p:nvPr>
            <p:extLst/>
          </p:nvPr>
        </p:nvGraphicFramePr>
        <p:xfrm>
          <a:off x="1127612" y="4950638"/>
          <a:ext cx="3087014" cy="944880"/>
        </p:xfrm>
        <a:graphic>
          <a:graphicData uri="http://schemas.openxmlformats.org/drawingml/2006/table">
            <a:tbl>
              <a:tblPr/>
              <a:tblGrid>
                <a:gridCol w="851306">
                  <a:extLst>
                    <a:ext uri="{9D8B030D-6E8A-4147-A177-3AD203B41FA5}">
                      <a16:colId xmlns:a16="http://schemas.microsoft.com/office/drawing/2014/main" val="4276041812"/>
                    </a:ext>
                  </a:extLst>
                </a:gridCol>
                <a:gridCol w="851306">
                  <a:extLst>
                    <a:ext uri="{9D8B030D-6E8A-4147-A177-3AD203B41FA5}">
                      <a16:colId xmlns:a16="http://schemas.microsoft.com/office/drawing/2014/main" val="148024283"/>
                    </a:ext>
                  </a:extLst>
                </a:gridCol>
                <a:gridCol w="609905">
                  <a:extLst>
                    <a:ext uri="{9D8B030D-6E8A-4147-A177-3AD203B41FA5}">
                      <a16:colId xmlns:a16="http://schemas.microsoft.com/office/drawing/2014/main" val="2988203294"/>
                    </a:ext>
                  </a:extLst>
                </a:gridCol>
                <a:gridCol w="774497">
                  <a:extLst>
                    <a:ext uri="{9D8B030D-6E8A-4147-A177-3AD203B41FA5}">
                      <a16:colId xmlns:a16="http://schemas.microsoft.com/office/drawing/2014/main" val="3981689213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400" dirty="0">
                          <a:effectLst/>
                          <a:latin typeface="Verdana" panose="020B0604030504040204" pitchFamily="34" charset="0"/>
                        </a:rPr>
                        <a:t>Поле 1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400" dirty="0">
                          <a:effectLst/>
                          <a:latin typeface="Verdana" panose="020B0604030504040204" pitchFamily="34" charset="0"/>
                        </a:rPr>
                        <a:t>Поле 2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400">
                          <a:effectLst/>
                          <a:latin typeface="Verdana" panose="020B0604030504040204" pitchFamily="34" charset="0"/>
                        </a:rPr>
                        <a:t>…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400">
                          <a:effectLst/>
                          <a:latin typeface="Verdana" panose="020B0604030504040204" pitchFamily="34" charset="0"/>
                        </a:rPr>
                        <a:t>Поле </a:t>
                      </a:r>
                      <a:r>
                        <a:rPr lang="en-US" sz="1400">
                          <a:effectLst/>
                          <a:latin typeface="Verdana" panose="020B0604030504040204" pitchFamily="34" charset="0"/>
                        </a:rPr>
                        <a:t>n</a:t>
                      </a:r>
                      <a:endParaRPr lang="ru-RU" sz="1400">
                        <a:effectLst/>
                        <a:latin typeface="Verdana" panose="020B0604030504040204" pitchFamily="34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0004225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400" dirty="0">
                          <a:effectLst/>
                          <a:latin typeface="Verdana" panose="020B0604030504040204" pitchFamily="34" charset="0"/>
                        </a:rPr>
                        <a:t> 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400" dirty="0">
                          <a:effectLst/>
                          <a:latin typeface="Verdana" panose="020B0604030504040204" pitchFamily="34" charset="0"/>
                        </a:rPr>
                        <a:t> 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400" dirty="0">
                          <a:effectLst/>
                          <a:latin typeface="Verdana" panose="020B0604030504040204" pitchFamily="34" charset="0"/>
                        </a:rPr>
                        <a:t> 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400" dirty="0">
                          <a:effectLst/>
                          <a:latin typeface="Verdana" panose="020B0604030504040204" pitchFamily="34" charset="0"/>
                        </a:rPr>
                        <a:t> 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5077743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400">
                          <a:effectLst/>
                          <a:latin typeface="Verdana" panose="020B0604030504040204" pitchFamily="34" charset="0"/>
                        </a:rPr>
                        <a:t> 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400" dirty="0">
                          <a:effectLst/>
                          <a:latin typeface="Verdana" panose="020B0604030504040204" pitchFamily="34" charset="0"/>
                        </a:rPr>
                        <a:t> 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400" dirty="0">
                          <a:effectLst/>
                          <a:latin typeface="Verdana" panose="020B0604030504040204" pitchFamily="34" charset="0"/>
                        </a:rPr>
                        <a:t> 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400" dirty="0">
                          <a:effectLst/>
                          <a:latin typeface="Verdana" panose="020B0604030504040204" pitchFamily="34" charset="0"/>
                        </a:rPr>
                        <a:t> 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0961543"/>
                  </a:ext>
                </a:extLst>
              </a:tr>
            </a:tbl>
          </a:graphicData>
        </a:graphic>
      </p:graphicFrame>
      <p:graphicFrame>
        <p:nvGraphicFramePr>
          <p:cNvPr id="8" name="Таблица 7"/>
          <p:cNvGraphicFramePr>
            <a:graphicFrameLocks noGrp="1"/>
          </p:cNvGraphicFramePr>
          <p:nvPr>
            <p:extLst/>
          </p:nvPr>
        </p:nvGraphicFramePr>
        <p:xfrm>
          <a:off x="1373642" y="5157363"/>
          <a:ext cx="3087014" cy="944880"/>
        </p:xfrm>
        <a:graphic>
          <a:graphicData uri="http://schemas.openxmlformats.org/drawingml/2006/table">
            <a:tbl>
              <a:tblPr/>
              <a:tblGrid>
                <a:gridCol w="851306">
                  <a:extLst>
                    <a:ext uri="{9D8B030D-6E8A-4147-A177-3AD203B41FA5}">
                      <a16:colId xmlns:a16="http://schemas.microsoft.com/office/drawing/2014/main" val="3244277791"/>
                    </a:ext>
                  </a:extLst>
                </a:gridCol>
                <a:gridCol w="851306">
                  <a:extLst>
                    <a:ext uri="{9D8B030D-6E8A-4147-A177-3AD203B41FA5}">
                      <a16:colId xmlns:a16="http://schemas.microsoft.com/office/drawing/2014/main" val="149537977"/>
                    </a:ext>
                  </a:extLst>
                </a:gridCol>
                <a:gridCol w="609905">
                  <a:extLst>
                    <a:ext uri="{9D8B030D-6E8A-4147-A177-3AD203B41FA5}">
                      <a16:colId xmlns:a16="http://schemas.microsoft.com/office/drawing/2014/main" val="2614360597"/>
                    </a:ext>
                  </a:extLst>
                </a:gridCol>
                <a:gridCol w="774497">
                  <a:extLst>
                    <a:ext uri="{9D8B030D-6E8A-4147-A177-3AD203B41FA5}">
                      <a16:colId xmlns:a16="http://schemas.microsoft.com/office/drawing/2014/main" val="263970498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400" dirty="0">
                          <a:effectLst/>
                          <a:latin typeface="Verdana" panose="020B0604030504040204" pitchFamily="34" charset="0"/>
                        </a:rPr>
                        <a:t>Поле 1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400" dirty="0">
                          <a:effectLst/>
                          <a:latin typeface="Verdana" panose="020B0604030504040204" pitchFamily="34" charset="0"/>
                        </a:rPr>
                        <a:t>Поле 2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400" dirty="0">
                          <a:effectLst/>
                          <a:latin typeface="Verdana" panose="020B0604030504040204" pitchFamily="34" charset="0"/>
                        </a:rPr>
                        <a:t>…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400">
                          <a:effectLst/>
                          <a:latin typeface="Verdana" panose="020B0604030504040204" pitchFamily="34" charset="0"/>
                        </a:rPr>
                        <a:t>Поле </a:t>
                      </a:r>
                      <a:r>
                        <a:rPr lang="en-US" sz="1400">
                          <a:effectLst/>
                          <a:latin typeface="Verdana" panose="020B0604030504040204" pitchFamily="34" charset="0"/>
                        </a:rPr>
                        <a:t>n</a:t>
                      </a:r>
                      <a:endParaRPr lang="ru-RU" sz="1400">
                        <a:effectLst/>
                        <a:latin typeface="Verdana" panose="020B0604030504040204" pitchFamily="34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4649344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400">
                          <a:effectLst/>
                          <a:latin typeface="Verdana" panose="020B0604030504040204" pitchFamily="34" charset="0"/>
                        </a:rPr>
                        <a:t> 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400" dirty="0">
                          <a:effectLst/>
                          <a:latin typeface="Verdana" panose="020B0604030504040204" pitchFamily="34" charset="0"/>
                        </a:rPr>
                        <a:t> 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400" dirty="0">
                          <a:effectLst/>
                          <a:latin typeface="Verdana" panose="020B0604030504040204" pitchFamily="34" charset="0"/>
                        </a:rPr>
                        <a:t> 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400" dirty="0">
                          <a:effectLst/>
                          <a:latin typeface="Verdana" panose="020B0604030504040204" pitchFamily="34" charset="0"/>
                        </a:rPr>
                        <a:t> 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9574787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400" dirty="0">
                          <a:effectLst/>
                          <a:latin typeface="Verdana" panose="020B0604030504040204" pitchFamily="34" charset="0"/>
                        </a:rPr>
                        <a:t> 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400" dirty="0">
                          <a:effectLst/>
                          <a:latin typeface="Verdana" panose="020B0604030504040204" pitchFamily="34" charset="0"/>
                        </a:rPr>
                        <a:t> 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400" dirty="0">
                          <a:effectLst/>
                          <a:latin typeface="Verdana" panose="020B0604030504040204" pitchFamily="34" charset="0"/>
                        </a:rPr>
                        <a:t> 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400" dirty="0">
                          <a:effectLst/>
                          <a:latin typeface="Verdana" panose="020B0604030504040204" pitchFamily="34" charset="0"/>
                        </a:rPr>
                        <a:t> 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42742178"/>
                  </a:ext>
                </a:extLst>
              </a:tr>
            </a:tbl>
          </a:graphicData>
        </a:graphic>
      </p:graphicFrame>
      <p:graphicFrame>
        <p:nvGraphicFramePr>
          <p:cNvPr id="9" name="Таблица 8"/>
          <p:cNvGraphicFramePr>
            <a:graphicFrameLocks noGrp="1"/>
          </p:cNvGraphicFramePr>
          <p:nvPr>
            <p:extLst/>
          </p:nvPr>
        </p:nvGraphicFramePr>
        <p:xfrm>
          <a:off x="1619672" y="5397019"/>
          <a:ext cx="3087014" cy="944880"/>
        </p:xfrm>
        <a:graphic>
          <a:graphicData uri="http://schemas.openxmlformats.org/drawingml/2006/table">
            <a:tbl>
              <a:tblPr/>
              <a:tblGrid>
                <a:gridCol w="851306">
                  <a:extLst>
                    <a:ext uri="{9D8B030D-6E8A-4147-A177-3AD203B41FA5}">
                      <a16:colId xmlns:a16="http://schemas.microsoft.com/office/drawing/2014/main" val="1581262253"/>
                    </a:ext>
                  </a:extLst>
                </a:gridCol>
                <a:gridCol w="851306">
                  <a:extLst>
                    <a:ext uri="{9D8B030D-6E8A-4147-A177-3AD203B41FA5}">
                      <a16:colId xmlns:a16="http://schemas.microsoft.com/office/drawing/2014/main" val="1535123414"/>
                    </a:ext>
                  </a:extLst>
                </a:gridCol>
                <a:gridCol w="609905">
                  <a:extLst>
                    <a:ext uri="{9D8B030D-6E8A-4147-A177-3AD203B41FA5}">
                      <a16:colId xmlns:a16="http://schemas.microsoft.com/office/drawing/2014/main" val="1134284864"/>
                    </a:ext>
                  </a:extLst>
                </a:gridCol>
                <a:gridCol w="774497">
                  <a:extLst>
                    <a:ext uri="{9D8B030D-6E8A-4147-A177-3AD203B41FA5}">
                      <a16:colId xmlns:a16="http://schemas.microsoft.com/office/drawing/2014/main" val="1271037099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400" dirty="0">
                          <a:effectLst/>
                          <a:latin typeface="Verdana" panose="020B0604030504040204" pitchFamily="34" charset="0"/>
                        </a:rPr>
                        <a:t>Поле 1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400" dirty="0">
                          <a:effectLst/>
                          <a:latin typeface="Verdana" panose="020B0604030504040204" pitchFamily="34" charset="0"/>
                        </a:rPr>
                        <a:t>Поле 2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400">
                          <a:effectLst/>
                          <a:latin typeface="Verdana" panose="020B0604030504040204" pitchFamily="34" charset="0"/>
                        </a:rPr>
                        <a:t>…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400">
                          <a:effectLst/>
                          <a:latin typeface="Verdana" panose="020B0604030504040204" pitchFamily="34" charset="0"/>
                        </a:rPr>
                        <a:t>Поле </a:t>
                      </a:r>
                      <a:r>
                        <a:rPr lang="en-US" sz="1400">
                          <a:effectLst/>
                          <a:latin typeface="Verdana" panose="020B0604030504040204" pitchFamily="34" charset="0"/>
                        </a:rPr>
                        <a:t>n</a:t>
                      </a:r>
                      <a:endParaRPr lang="ru-RU" sz="1400">
                        <a:effectLst/>
                        <a:latin typeface="Verdana" panose="020B0604030504040204" pitchFamily="34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2454177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400">
                          <a:effectLst/>
                          <a:latin typeface="Verdana" panose="020B0604030504040204" pitchFamily="34" charset="0"/>
                        </a:rPr>
                        <a:t> 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400" dirty="0">
                          <a:effectLst/>
                          <a:latin typeface="Verdana" panose="020B0604030504040204" pitchFamily="34" charset="0"/>
                        </a:rPr>
                        <a:t> 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400" dirty="0">
                          <a:effectLst/>
                          <a:latin typeface="Verdana" panose="020B0604030504040204" pitchFamily="34" charset="0"/>
                        </a:rPr>
                        <a:t> 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400" dirty="0">
                          <a:effectLst/>
                          <a:latin typeface="Verdana" panose="020B0604030504040204" pitchFamily="34" charset="0"/>
                        </a:rPr>
                        <a:t> 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4238701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400">
                          <a:effectLst/>
                          <a:latin typeface="Verdana" panose="020B0604030504040204" pitchFamily="34" charset="0"/>
                        </a:rPr>
                        <a:t> 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400">
                          <a:effectLst/>
                          <a:latin typeface="Verdana" panose="020B0604030504040204" pitchFamily="34" charset="0"/>
                        </a:rPr>
                        <a:t> 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400">
                          <a:effectLst/>
                          <a:latin typeface="Verdana" panose="020B0604030504040204" pitchFamily="34" charset="0"/>
                        </a:rPr>
                        <a:t> 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400" dirty="0">
                          <a:effectLst/>
                          <a:latin typeface="Verdana" panose="020B0604030504040204" pitchFamily="34" charset="0"/>
                        </a:rPr>
                        <a:t> 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58232917"/>
                  </a:ext>
                </a:extLst>
              </a:tr>
            </a:tbl>
          </a:graphicData>
        </a:graphic>
      </p:graphicFrame>
      <p:sp>
        <p:nvSpPr>
          <p:cNvPr id="16" name="Цилиндр 15"/>
          <p:cNvSpPr/>
          <p:nvPr/>
        </p:nvSpPr>
        <p:spPr>
          <a:xfrm>
            <a:off x="899592" y="4077072"/>
            <a:ext cx="4068360" cy="2448272"/>
          </a:xfrm>
          <a:prstGeom prst="can">
            <a:avLst>
              <a:gd name="adj" fmla="val 19215"/>
            </a:avLst>
          </a:prstGeom>
          <a:solidFill>
            <a:schemeClr val="accent1">
              <a:alpha val="1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ru-RU" dirty="0" smtClean="0">
                <a:solidFill>
                  <a:schemeClr val="tx1"/>
                </a:solidFill>
              </a:rPr>
              <a:t>База данных</a:t>
            </a:r>
            <a:endParaRPr lang="ru-RU" dirty="0">
              <a:solidFill>
                <a:schemeClr val="tx1"/>
              </a:solidFill>
            </a:endParaRPr>
          </a:p>
        </p:txBody>
      </p:sp>
      <p:sp>
        <p:nvSpPr>
          <p:cNvPr id="3" name="Прямоугольник 2"/>
          <p:cNvSpPr/>
          <p:nvPr/>
        </p:nvSpPr>
        <p:spPr>
          <a:xfrm>
            <a:off x="3131840" y="587357"/>
            <a:ext cx="5858046" cy="3306270"/>
          </a:xfrm>
          <a:prstGeom prst="rect">
            <a:avLst/>
          </a:prstGeom>
          <a:noFill/>
          <a:ln>
            <a:solidFill>
              <a:schemeClr val="accent6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2" name="Прямоугольник 11"/>
          <p:cNvSpPr/>
          <p:nvPr/>
        </p:nvSpPr>
        <p:spPr>
          <a:xfrm>
            <a:off x="3131840" y="587357"/>
            <a:ext cx="5867832" cy="393371"/>
          </a:xfrm>
          <a:prstGeom prst="rect">
            <a:avLst/>
          </a:prstGeom>
          <a:noFill/>
          <a:ln>
            <a:solidFill>
              <a:schemeClr val="accent6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ru-RU" dirty="0" smtClean="0">
                <a:solidFill>
                  <a:srgbClr val="C00000"/>
                </a:solidFill>
              </a:rPr>
              <a:t>1С: Предприятие 8</a:t>
            </a:r>
            <a:endParaRPr lang="ru-RU" dirty="0">
              <a:solidFill>
                <a:srgbClr val="C00000"/>
              </a:solidFill>
            </a:endParaRPr>
          </a:p>
        </p:txBody>
      </p:sp>
      <p:sp>
        <p:nvSpPr>
          <p:cNvPr id="4" name="Блок-схема: альтернативный процесс 3"/>
          <p:cNvSpPr/>
          <p:nvPr/>
        </p:nvSpPr>
        <p:spPr>
          <a:xfrm>
            <a:off x="3915212" y="1200480"/>
            <a:ext cx="2304256" cy="1008112"/>
          </a:xfrm>
          <a:prstGeom prst="flowChartAlternateProcess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 smtClean="0">
                <a:solidFill>
                  <a:schemeClr val="tx1"/>
                </a:solidFill>
              </a:rPr>
              <a:t>Другие программные объекты</a:t>
            </a:r>
            <a:endParaRPr lang="ru-RU" dirty="0">
              <a:solidFill>
                <a:schemeClr val="tx1"/>
              </a:solidFill>
            </a:endParaRPr>
          </a:p>
        </p:txBody>
      </p:sp>
      <p:sp>
        <p:nvSpPr>
          <p:cNvPr id="13" name="Блок-схема: альтернативный процесс 12"/>
          <p:cNvSpPr/>
          <p:nvPr/>
        </p:nvSpPr>
        <p:spPr>
          <a:xfrm>
            <a:off x="6444866" y="2472424"/>
            <a:ext cx="2304256" cy="1008112"/>
          </a:xfrm>
          <a:prstGeom prst="flowChartAlternateProcess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 smtClean="0">
                <a:solidFill>
                  <a:schemeClr val="tx1"/>
                </a:solidFill>
              </a:rPr>
              <a:t>Прикладные программные объекты</a:t>
            </a:r>
            <a:endParaRPr lang="ru-RU" dirty="0">
              <a:solidFill>
                <a:schemeClr val="tx1"/>
              </a:solidFill>
            </a:endParaRPr>
          </a:p>
        </p:txBody>
      </p:sp>
      <p:sp>
        <p:nvSpPr>
          <p:cNvPr id="14" name="Блок-схема: альтернативный процесс 13"/>
          <p:cNvSpPr/>
          <p:nvPr/>
        </p:nvSpPr>
        <p:spPr>
          <a:xfrm>
            <a:off x="3899846" y="2449344"/>
            <a:ext cx="2304256" cy="1008112"/>
          </a:xfrm>
          <a:prstGeom prst="flowChartAlternateProcess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 smtClean="0">
                <a:solidFill>
                  <a:schemeClr val="tx1"/>
                </a:solidFill>
              </a:rPr>
              <a:t>Интерфейсные программные объекты</a:t>
            </a:r>
            <a:endParaRPr lang="ru-RU" dirty="0">
              <a:solidFill>
                <a:schemeClr val="tx1"/>
              </a:solidFill>
            </a:endParaRPr>
          </a:p>
        </p:txBody>
      </p:sp>
      <p:cxnSp>
        <p:nvCxnSpPr>
          <p:cNvPr id="5" name="Прямая со стрелкой 4"/>
          <p:cNvCxnSpPr/>
          <p:nvPr/>
        </p:nvCxnSpPr>
        <p:spPr>
          <a:xfrm flipH="1">
            <a:off x="5093064" y="3549213"/>
            <a:ext cx="2052320" cy="1751995"/>
          </a:xfrm>
          <a:prstGeom prst="straightConnector1">
            <a:avLst/>
          </a:prstGeom>
          <a:ln w="38100">
            <a:solidFill>
              <a:srgbClr val="00B050"/>
            </a:solidFill>
            <a:headEnd type="triangle" w="med" len="lg"/>
            <a:tailEnd type="triangle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6" name="Рисунок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74777" y="2300218"/>
            <a:ext cx="1657143" cy="1761905"/>
          </a:xfrm>
          <a:prstGeom prst="rect">
            <a:avLst/>
          </a:prstGeom>
        </p:spPr>
      </p:pic>
      <p:cxnSp>
        <p:nvCxnSpPr>
          <p:cNvPr id="15" name="Прямая со стрелкой 14"/>
          <p:cNvCxnSpPr/>
          <p:nvPr/>
        </p:nvCxnSpPr>
        <p:spPr>
          <a:xfrm flipH="1" flipV="1">
            <a:off x="2531920" y="3051969"/>
            <a:ext cx="1116043" cy="6412"/>
          </a:xfrm>
          <a:prstGeom prst="straightConnector1">
            <a:avLst/>
          </a:prstGeom>
          <a:ln w="38100">
            <a:solidFill>
              <a:srgbClr val="00B050"/>
            </a:solidFill>
            <a:headEnd type="triangle" w="med" len="lg"/>
            <a:tailEnd type="triangle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7" name="Рисунок 1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3841" y="587357"/>
            <a:ext cx="1455831" cy="466431"/>
          </a:xfrm>
          <a:prstGeom prst="rect">
            <a:avLst/>
          </a:prstGeom>
        </p:spPr>
      </p:pic>
      <p:pic>
        <p:nvPicPr>
          <p:cNvPr id="18" name="Рисунок 17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1768" y="1046976"/>
            <a:ext cx="1838095" cy="371429"/>
          </a:xfrm>
          <a:prstGeom prst="rect">
            <a:avLst/>
          </a:prstGeom>
        </p:spPr>
      </p:pic>
      <p:pic>
        <p:nvPicPr>
          <p:cNvPr id="19" name="Рисунок 18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09146" y="1445390"/>
            <a:ext cx="910260" cy="839879"/>
          </a:xfrm>
          <a:prstGeom prst="rect">
            <a:avLst/>
          </a:prstGeom>
        </p:spPr>
      </p:pic>
      <p:pic>
        <p:nvPicPr>
          <p:cNvPr id="20" name="Рисунок 19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224318" y="1445390"/>
            <a:ext cx="962481" cy="532103"/>
          </a:xfrm>
          <a:prstGeom prst="rect">
            <a:avLst/>
          </a:prstGeom>
        </p:spPr>
      </p:pic>
      <p:pic>
        <p:nvPicPr>
          <p:cNvPr id="21" name="Рисунок 20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005518" y="589356"/>
            <a:ext cx="916498" cy="928099"/>
          </a:xfrm>
          <a:prstGeom prst="rect">
            <a:avLst/>
          </a:prstGeom>
        </p:spPr>
      </p:pic>
      <p:cxnSp>
        <p:nvCxnSpPr>
          <p:cNvPr id="22" name="Прямая со стрелкой 21"/>
          <p:cNvCxnSpPr/>
          <p:nvPr/>
        </p:nvCxnSpPr>
        <p:spPr>
          <a:xfrm flipH="1" flipV="1">
            <a:off x="2470902" y="1753661"/>
            <a:ext cx="1116043" cy="6412"/>
          </a:xfrm>
          <a:prstGeom prst="straightConnector1">
            <a:avLst/>
          </a:prstGeom>
          <a:ln w="38100">
            <a:solidFill>
              <a:srgbClr val="00B050"/>
            </a:solidFill>
            <a:headEnd type="triangle" w="med" len="lg"/>
            <a:tailEnd type="triangle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Прямая со стрелкой 22"/>
          <p:cNvCxnSpPr/>
          <p:nvPr/>
        </p:nvCxnSpPr>
        <p:spPr>
          <a:xfrm flipH="1" flipV="1">
            <a:off x="6261367" y="1766624"/>
            <a:ext cx="1046937" cy="637123"/>
          </a:xfrm>
          <a:prstGeom prst="straightConnector1">
            <a:avLst/>
          </a:prstGeom>
          <a:ln w="38100">
            <a:solidFill>
              <a:schemeClr val="tx2"/>
            </a:solidFill>
            <a:headEnd type="triangle" w="med" len="lg"/>
            <a:tailEnd type="triangle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Прямая со стрелкой 24"/>
          <p:cNvCxnSpPr/>
          <p:nvPr/>
        </p:nvCxnSpPr>
        <p:spPr>
          <a:xfrm flipH="1" flipV="1">
            <a:off x="5911962" y="1766626"/>
            <a:ext cx="16844" cy="1014302"/>
          </a:xfrm>
          <a:prstGeom prst="straightConnector1">
            <a:avLst/>
          </a:prstGeom>
          <a:ln w="38100">
            <a:solidFill>
              <a:schemeClr val="tx2"/>
            </a:solidFill>
            <a:headEnd type="triangle" w="med" len="lg"/>
            <a:tailEnd type="triangle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Прямая со стрелкой 30"/>
          <p:cNvCxnSpPr/>
          <p:nvPr/>
        </p:nvCxnSpPr>
        <p:spPr>
          <a:xfrm flipH="1" flipV="1">
            <a:off x="5781933" y="2976480"/>
            <a:ext cx="1116043" cy="6412"/>
          </a:xfrm>
          <a:prstGeom prst="straightConnector1">
            <a:avLst/>
          </a:prstGeom>
          <a:ln w="38100">
            <a:solidFill>
              <a:schemeClr val="tx2"/>
            </a:solidFill>
            <a:headEnd type="triangle" w="med" len="lg"/>
            <a:tailEnd type="triangle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24635250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10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10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10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10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10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10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10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10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10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10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Цилиндр 15"/>
          <p:cNvSpPr/>
          <p:nvPr/>
        </p:nvSpPr>
        <p:spPr>
          <a:xfrm>
            <a:off x="1403648" y="5661248"/>
            <a:ext cx="4857719" cy="864096"/>
          </a:xfrm>
          <a:prstGeom prst="can">
            <a:avLst>
              <a:gd name="adj" fmla="val 19215"/>
            </a:avLst>
          </a:prstGeom>
          <a:solidFill>
            <a:schemeClr val="accent3">
              <a:lumMod val="40000"/>
              <a:lumOff val="60000"/>
              <a:alpha val="15000"/>
            </a:schemeClr>
          </a:solidFill>
          <a:ln>
            <a:solidFill>
              <a:schemeClr val="accent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ru-RU" dirty="0" smtClean="0">
                <a:solidFill>
                  <a:schemeClr val="tx1"/>
                </a:solidFill>
              </a:rPr>
              <a:t>База данных</a:t>
            </a:r>
            <a:endParaRPr lang="ru-RU" dirty="0">
              <a:solidFill>
                <a:schemeClr val="tx1"/>
              </a:solidFill>
            </a:endParaRPr>
          </a:p>
        </p:txBody>
      </p:sp>
      <p:sp>
        <p:nvSpPr>
          <p:cNvPr id="3" name="Прямоугольник 2"/>
          <p:cNvSpPr/>
          <p:nvPr/>
        </p:nvSpPr>
        <p:spPr>
          <a:xfrm>
            <a:off x="187018" y="3204953"/>
            <a:ext cx="8810374" cy="2382770"/>
          </a:xfrm>
          <a:prstGeom prst="rect">
            <a:avLst/>
          </a:prstGeom>
          <a:solidFill>
            <a:srgbClr val="00B0F0">
              <a:alpha val="5000"/>
            </a:srgbClr>
          </a:solidFill>
          <a:ln>
            <a:solidFill>
              <a:srgbClr val="00B0F0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r>
              <a:rPr lang="ru-RU" b="1" dirty="0" smtClean="0">
                <a:solidFill>
                  <a:srgbClr val="00B0F0"/>
                </a:solidFill>
              </a:rPr>
              <a:t>Сервер</a:t>
            </a:r>
            <a:endParaRPr lang="ru-RU" b="1" dirty="0">
              <a:solidFill>
                <a:srgbClr val="00B0F0"/>
              </a:solidFill>
            </a:endParaRPr>
          </a:p>
        </p:txBody>
      </p:sp>
      <p:sp>
        <p:nvSpPr>
          <p:cNvPr id="12" name="Прямоугольник 11"/>
          <p:cNvSpPr/>
          <p:nvPr/>
        </p:nvSpPr>
        <p:spPr>
          <a:xfrm>
            <a:off x="187018" y="587357"/>
            <a:ext cx="8812654" cy="2534859"/>
          </a:xfrm>
          <a:prstGeom prst="rect">
            <a:avLst/>
          </a:prstGeom>
          <a:solidFill>
            <a:srgbClr val="FF0000">
              <a:alpha val="8000"/>
            </a:srgbClr>
          </a:solidFill>
          <a:ln>
            <a:solidFill>
              <a:srgbClr val="FF0000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r>
              <a:rPr lang="ru-RU" b="1" dirty="0" smtClean="0">
                <a:solidFill>
                  <a:srgbClr val="C00000"/>
                </a:solidFill>
              </a:rPr>
              <a:t>Клиент</a:t>
            </a:r>
            <a:endParaRPr lang="ru-RU" b="1" dirty="0">
              <a:solidFill>
                <a:srgbClr val="C00000"/>
              </a:solidFill>
            </a:endParaRPr>
          </a:p>
        </p:txBody>
      </p:sp>
      <p:sp>
        <p:nvSpPr>
          <p:cNvPr id="13" name="Блок-схема: альтернативный процесс 12"/>
          <p:cNvSpPr/>
          <p:nvPr/>
        </p:nvSpPr>
        <p:spPr>
          <a:xfrm>
            <a:off x="1208689" y="3259235"/>
            <a:ext cx="2304256" cy="1008112"/>
          </a:xfrm>
          <a:prstGeom prst="flowChartAlternateProcess">
            <a:avLst/>
          </a:prstGeom>
          <a:noFill/>
          <a:ln w="381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 smtClean="0">
                <a:solidFill>
                  <a:schemeClr val="tx1"/>
                </a:solidFill>
              </a:rPr>
              <a:t>Прикладные программные объекты</a:t>
            </a:r>
            <a:endParaRPr lang="ru-RU" dirty="0">
              <a:solidFill>
                <a:schemeClr val="tx1"/>
              </a:solidFill>
            </a:endParaRPr>
          </a:p>
        </p:txBody>
      </p:sp>
      <p:sp>
        <p:nvSpPr>
          <p:cNvPr id="14" name="Блок-схема: альтернативный процесс 13"/>
          <p:cNvSpPr/>
          <p:nvPr/>
        </p:nvSpPr>
        <p:spPr>
          <a:xfrm>
            <a:off x="3489877" y="692696"/>
            <a:ext cx="2304256" cy="1008112"/>
          </a:xfrm>
          <a:prstGeom prst="flowChartAlternateProcess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>
                <a:solidFill>
                  <a:schemeClr val="tx1"/>
                </a:solidFill>
              </a:rPr>
              <a:t>Д</a:t>
            </a:r>
            <a:r>
              <a:rPr lang="ru-RU" dirty="0" smtClean="0">
                <a:solidFill>
                  <a:schemeClr val="tx1"/>
                </a:solidFill>
              </a:rPr>
              <a:t>ругие программные объекты</a:t>
            </a:r>
            <a:endParaRPr lang="ru-RU" dirty="0">
              <a:solidFill>
                <a:schemeClr val="tx1"/>
              </a:solidFill>
            </a:endParaRPr>
          </a:p>
        </p:txBody>
      </p:sp>
      <p:sp>
        <p:nvSpPr>
          <p:cNvPr id="24" name="Блок-схема: альтернативный процесс 23"/>
          <p:cNvSpPr/>
          <p:nvPr/>
        </p:nvSpPr>
        <p:spPr>
          <a:xfrm>
            <a:off x="6470649" y="709095"/>
            <a:ext cx="2304256" cy="1008112"/>
          </a:xfrm>
          <a:prstGeom prst="flowChartAlternateProcess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 smtClean="0">
                <a:solidFill>
                  <a:schemeClr val="tx1"/>
                </a:solidFill>
              </a:rPr>
              <a:t>Форма клиентского приложения</a:t>
            </a:r>
            <a:br>
              <a:rPr lang="ru-RU" dirty="0" smtClean="0">
                <a:solidFill>
                  <a:schemeClr val="tx1"/>
                </a:solidFill>
              </a:rPr>
            </a:br>
            <a:r>
              <a:rPr lang="ru-RU" dirty="0" smtClean="0">
                <a:solidFill>
                  <a:schemeClr val="tx1"/>
                </a:solidFill>
              </a:rPr>
              <a:t> (на клиенте)</a:t>
            </a:r>
            <a:endParaRPr lang="ru-RU" dirty="0">
              <a:solidFill>
                <a:schemeClr val="tx1"/>
              </a:solidFill>
            </a:endParaRPr>
          </a:p>
        </p:txBody>
      </p:sp>
      <p:sp>
        <p:nvSpPr>
          <p:cNvPr id="26" name="Блок-схема: альтернативный процесс 25"/>
          <p:cNvSpPr/>
          <p:nvPr/>
        </p:nvSpPr>
        <p:spPr>
          <a:xfrm>
            <a:off x="6516216" y="3284984"/>
            <a:ext cx="2304256" cy="1008112"/>
          </a:xfrm>
          <a:prstGeom prst="flowChartAlternateProcess">
            <a:avLst/>
          </a:prstGeom>
          <a:noFill/>
          <a:ln w="381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 smtClean="0">
                <a:solidFill>
                  <a:schemeClr val="tx1"/>
                </a:solidFill>
              </a:rPr>
              <a:t>Форма клиентского приложения</a:t>
            </a:r>
            <a:br>
              <a:rPr lang="ru-RU" dirty="0" smtClean="0">
                <a:solidFill>
                  <a:schemeClr val="tx1"/>
                </a:solidFill>
              </a:rPr>
            </a:br>
            <a:r>
              <a:rPr lang="ru-RU" dirty="0" smtClean="0">
                <a:solidFill>
                  <a:schemeClr val="tx1"/>
                </a:solidFill>
              </a:rPr>
              <a:t> (на сервере)</a:t>
            </a:r>
            <a:endParaRPr lang="ru-RU" dirty="0">
              <a:solidFill>
                <a:schemeClr val="tx1"/>
              </a:solidFill>
            </a:endParaRPr>
          </a:p>
        </p:txBody>
      </p:sp>
      <p:sp>
        <p:nvSpPr>
          <p:cNvPr id="48" name="Блок-схема: альтернативный процесс 47"/>
          <p:cNvSpPr/>
          <p:nvPr/>
        </p:nvSpPr>
        <p:spPr>
          <a:xfrm>
            <a:off x="3635896" y="4353207"/>
            <a:ext cx="2304256" cy="1008112"/>
          </a:xfrm>
          <a:prstGeom prst="flowChartAlternateProcess">
            <a:avLst/>
          </a:prstGeom>
          <a:noFill/>
          <a:ln w="381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>
                <a:solidFill>
                  <a:schemeClr val="tx1"/>
                </a:solidFill>
              </a:rPr>
              <a:t>Другие программные объекты</a:t>
            </a:r>
          </a:p>
        </p:txBody>
      </p:sp>
      <p:cxnSp>
        <p:nvCxnSpPr>
          <p:cNvPr id="50" name="Прямая со стрелкой 49"/>
          <p:cNvCxnSpPr/>
          <p:nvPr/>
        </p:nvCxnSpPr>
        <p:spPr>
          <a:xfrm>
            <a:off x="8532440" y="1717207"/>
            <a:ext cx="0" cy="1584176"/>
          </a:xfrm>
          <a:prstGeom prst="straightConnector1">
            <a:avLst/>
          </a:prstGeom>
          <a:ln w="38100">
            <a:solidFill>
              <a:schemeClr val="tx2"/>
            </a:solidFill>
            <a:headEnd type="triangle" w="med" len="lg"/>
            <a:tailEnd type="triangle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1" name="Прямая со стрелкой 50"/>
          <p:cNvCxnSpPr/>
          <p:nvPr/>
        </p:nvCxnSpPr>
        <p:spPr>
          <a:xfrm flipH="1">
            <a:off x="1858019" y="4293096"/>
            <a:ext cx="11679" cy="1286956"/>
          </a:xfrm>
          <a:prstGeom prst="straightConnector1">
            <a:avLst/>
          </a:prstGeom>
          <a:ln w="38100">
            <a:solidFill>
              <a:schemeClr val="tx2"/>
            </a:solidFill>
            <a:headEnd type="triangle" w="med" len="lg"/>
            <a:tailEnd type="triangle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2" name="Прямая со стрелкой 51"/>
          <p:cNvCxnSpPr/>
          <p:nvPr/>
        </p:nvCxnSpPr>
        <p:spPr>
          <a:xfrm>
            <a:off x="3512945" y="3429000"/>
            <a:ext cx="2957704" cy="0"/>
          </a:xfrm>
          <a:prstGeom prst="straightConnector1">
            <a:avLst/>
          </a:prstGeom>
          <a:ln w="38100">
            <a:solidFill>
              <a:schemeClr val="tx2"/>
            </a:solidFill>
            <a:headEnd type="triangle" w="med" len="lg"/>
            <a:tailEnd type="triangle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51116520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10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10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Цилиндр 15"/>
          <p:cNvSpPr/>
          <p:nvPr/>
        </p:nvSpPr>
        <p:spPr>
          <a:xfrm>
            <a:off x="1403648" y="5661248"/>
            <a:ext cx="4857719" cy="864096"/>
          </a:xfrm>
          <a:prstGeom prst="can">
            <a:avLst>
              <a:gd name="adj" fmla="val 19215"/>
            </a:avLst>
          </a:prstGeom>
          <a:solidFill>
            <a:schemeClr val="accent3">
              <a:lumMod val="40000"/>
              <a:lumOff val="60000"/>
              <a:alpha val="15000"/>
            </a:schemeClr>
          </a:solidFill>
          <a:ln>
            <a:solidFill>
              <a:schemeClr val="accent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ru-RU" dirty="0" smtClean="0">
                <a:solidFill>
                  <a:schemeClr val="tx1"/>
                </a:solidFill>
              </a:rPr>
              <a:t>База данных</a:t>
            </a:r>
            <a:endParaRPr lang="ru-RU" dirty="0">
              <a:solidFill>
                <a:schemeClr val="tx1"/>
              </a:solidFill>
            </a:endParaRPr>
          </a:p>
        </p:txBody>
      </p:sp>
      <p:sp>
        <p:nvSpPr>
          <p:cNvPr id="3" name="Прямоугольник 2"/>
          <p:cNvSpPr/>
          <p:nvPr/>
        </p:nvSpPr>
        <p:spPr>
          <a:xfrm>
            <a:off x="187018" y="3204953"/>
            <a:ext cx="8810374" cy="2382770"/>
          </a:xfrm>
          <a:prstGeom prst="rect">
            <a:avLst/>
          </a:prstGeom>
          <a:solidFill>
            <a:srgbClr val="00B0F0">
              <a:alpha val="5000"/>
            </a:srgbClr>
          </a:solidFill>
          <a:ln>
            <a:solidFill>
              <a:srgbClr val="00B0F0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r>
              <a:rPr lang="ru-RU" b="1" dirty="0" smtClean="0">
                <a:solidFill>
                  <a:srgbClr val="00B0F0"/>
                </a:solidFill>
              </a:rPr>
              <a:t>Сервер</a:t>
            </a:r>
            <a:endParaRPr lang="ru-RU" b="1" dirty="0">
              <a:solidFill>
                <a:srgbClr val="00B0F0"/>
              </a:solidFill>
            </a:endParaRPr>
          </a:p>
        </p:txBody>
      </p:sp>
      <p:sp>
        <p:nvSpPr>
          <p:cNvPr id="12" name="Прямоугольник 11"/>
          <p:cNvSpPr/>
          <p:nvPr/>
        </p:nvSpPr>
        <p:spPr>
          <a:xfrm>
            <a:off x="187018" y="587357"/>
            <a:ext cx="8812654" cy="2534859"/>
          </a:xfrm>
          <a:prstGeom prst="rect">
            <a:avLst/>
          </a:prstGeom>
          <a:solidFill>
            <a:srgbClr val="FF0000">
              <a:alpha val="8000"/>
            </a:srgbClr>
          </a:solidFill>
          <a:ln>
            <a:solidFill>
              <a:srgbClr val="FF0000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r>
              <a:rPr lang="ru-RU" b="1" dirty="0" smtClean="0">
                <a:solidFill>
                  <a:srgbClr val="C00000"/>
                </a:solidFill>
              </a:rPr>
              <a:t>Клиент</a:t>
            </a:r>
            <a:endParaRPr lang="ru-RU" b="1" dirty="0">
              <a:solidFill>
                <a:srgbClr val="C00000"/>
              </a:solidFill>
            </a:endParaRPr>
          </a:p>
        </p:txBody>
      </p:sp>
      <p:sp>
        <p:nvSpPr>
          <p:cNvPr id="13" name="Блок-схема: альтернативный процесс 12"/>
          <p:cNvSpPr/>
          <p:nvPr/>
        </p:nvSpPr>
        <p:spPr>
          <a:xfrm>
            <a:off x="1208689" y="3259235"/>
            <a:ext cx="2304256" cy="1008112"/>
          </a:xfrm>
          <a:prstGeom prst="flowChartAlternateProcess">
            <a:avLst/>
          </a:prstGeom>
          <a:noFill/>
          <a:ln w="381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 smtClean="0">
                <a:solidFill>
                  <a:schemeClr val="tx1"/>
                </a:solidFill>
              </a:rPr>
              <a:t>Прикладные программные объекты</a:t>
            </a:r>
            <a:endParaRPr lang="ru-RU" dirty="0">
              <a:solidFill>
                <a:schemeClr val="tx1"/>
              </a:solidFill>
            </a:endParaRPr>
          </a:p>
        </p:txBody>
      </p:sp>
      <p:sp>
        <p:nvSpPr>
          <p:cNvPr id="24" name="Блок-схема: альтернативный процесс 23"/>
          <p:cNvSpPr/>
          <p:nvPr/>
        </p:nvSpPr>
        <p:spPr>
          <a:xfrm>
            <a:off x="6470649" y="709095"/>
            <a:ext cx="2304256" cy="1008112"/>
          </a:xfrm>
          <a:prstGeom prst="flowChartAlternateProcess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 smtClean="0">
                <a:solidFill>
                  <a:schemeClr val="tx1"/>
                </a:solidFill>
              </a:rPr>
              <a:t>Форма клиентского приложения</a:t>
            </a:r>
            <a:br>
              <a:rPr lang="ru-RU" dirty="0" smtClean="0">
                <a:solidFill>
                  <a:schemeClr val="tx1"/>
                </a:solidFill>
              </a:rPr>
            </a:br>
            <a:r>
              <a:rPr lang="ru-RU" dirty="0" smtClean="0">
                <a:solidFill>
                  <a:schemeClr val="tx1"/>
                </a:solidFill>
              </a:rPr>
              <a:t> (на клиенте)</a:t>
            </a:r>
            <a:endParaRPr lang="ru-RU" dirty="0">
              <a:solidFill>
                <a:schemeClr val="tx1"/>
              </a:solidFill>
            </a:endParaRPr>
          </a:p>
        </p:txBody>
      </p:sp>
      <p:sp>
        <p:nvSpPr>
          <p:cNvPr id="26" name="Блок-схема: альтернативный процесс 25"/>
          <p:cNvSpPr/>
          <p:nvPr/>
        </p:nvSpPr>
        <p:spPr>
          <a:xfrm>
            <a:off x="6516216" y="3284984"/>
            <a:ext cx="2304256" cy="1008112"/>
          </a:xfrm>
          <a:prstGeom prst="flowChartAlternateProcess">
            <a:avLst/>
          </a:prstGeom>
          <a:noFill/>
          <a:ln w="381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 smtClean="0">
                <a:solidFill>
                  <a:schemeClr val="tx1"/>
                </a:solidFill>
              </a:rPr>
              <a:t>Форма клиентского приложения</a:t>
            </a:r>
            <a:br>
              <a:rPr lang="ru-RU" dirty="0" smtClean="0">
                <a:solidFill>
                  <a:schemeClr val="tx1"/>
                </a:solidFill>
              </a:rPr>
            </a:br>
            <a:r>
              <a:rPr lang="ru-RU" dirty="0" smtClean="0">
                <a:solidFill>
                  <a:schemeClr val="tx1"/>
                </a:solidFill>
              </a:rPr>
              <a:t> (на сервере)</a:t>
            </a:r>
            <a:endParaRPr lang="ru-RU" dirty="0">
              <a:solidFill>
                <a:schemeClr val="tx1"/>
              </a:solidFill>
            </a:endParaRPr>
          </a:p>
        </p:txBody>
      </p:sp>
      <p:cxnSp>
        <p:nvCxnSpPr>
          <p:cNvPr id="50" name="Прямая со стрелкой 49"/>
          <p:cNvCxnSpPr/>
          <p:nvPr/>
        </p:nvCxnSpPr>
        <p:spPr>
          <a:xfrm>
            <a:off x="8532440" y="1717207"/>
            <a:ext cx="0" cy="1584176"/>
          </a:xfrm>
          <a:prstGeom prst="straightConnector1">
            <a:avLst/>
          </a:prstGeom>
          <a:ln w="38100">
            <a:solidFill>
              <a:schemeClr val="tx2"/>
            </a:solidFill>
            <a:headEnd type="triangle" w="med" len="lg"/>
            <a:tailEnd type="triangle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2" name="Прямая со стрелкой 51"/>
          <p:cNvCxnSpPr/>
          <p:nvPr/>
        </p:nvCxnSpPr>
        <p:spPr>
          <a:xfrm>
            <a:off x="3512945" y="3429000"/>
            <a:ext cx="2957704" cy="0"/>
          </a:xfrm>
          <a:prstGeom prst="straightConnector1">
            <a:avLst/>
          </a:prstGeom>
          <a:ln w="38100">
            <a:solidFill>
              <a:schemeClr val="tx2"/>
            </a:solidFill>
            <a:headEnd type="triangle" w="med" len="lg"/>
            <a:tailEnd type="triangle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Прямая со стрелкой 14"/>
          <p:cNvCxnSpPr/>
          <p:nvPr/>
        </p:nvCxnSpPr>
        <p:spPr>
          <a:xfrm flipH="1">
            <a:off x="1858019" y="4267347"/>
            <a:ext cx="11679" cy="1286956"/>
          </a:xfrm>
          <a:prstGeom prst="straightConnector1">
            <a:avLst/>
          </a:prstGeom>
          <a:ln w="38100">
            <a:solidFill>
              <a:schemeClr val="tx2"/>
            </a:solidFill>
            <a:headEnd type="triangle" w="med" len="lg"/>
            <a:tailEnd type="triangle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26273504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Цилиндр 15"/>
          <p:cNvSpPr/>
          <p:nvPr/>
        </p:nvSpPr>
        <p:spPr>
          <a:xfrm>
            <a:off x="1403648" y="5661248"/>
            <a:ext cx="4857719" cy="864096"/>
          </a:xfrm>
          <a:prstGeom prst="can">
            <a:avLst>
              <a:gd name="adj" fmla="val 19215"/>
            </a:avLst>
          </a:prstGeom>
          <a:solidFill>
            <a:schemeClr val="accent3">
              <a:lumMod val="40000"/>
              <a:lumOff val="60000"/>
              <a:alpha val="15000"/>
            </a:schemeClr>
          </a:solidFill>
          <a:ln>
            <a:solidFill>
              <a:schemeClr val="accent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ru-RU" dirty="0" smtClean="0">
                <a:solidFill>
                  <a:schemeClr val="tx1"/>
                </a:solidFill>
              </a:rPr>
              <a:t>База данных</a:t>
            </a:r>
            <a:endParaRPr lang="ru-RU" dirty="0">
              <a:solidFill>
                <a:schemeClr val="tx1"/>
              </a:solidFill>
            </a:endParaRPr>
          </a:p>
        </p:txBody>
      </p:sp>
      <p:sp>
        <p:nvSpPr>
          <p:cNvPr id="3" name="Прямоугольник 2"/>
          <p:cNvSpPr/>
          <p:nvPr/>
        </p:nvSpPr>
        <p:spPr>
          <a:xfrm>
            <a:off x="187018" y="3204953"/>
            <a:ext cx="8810374" cy="2382770"/>
          </a:xfrm>
          <a:prstGeom prst="rect">
            <a:avLst/>
          </a:prstGeom>
          <a:solidFill>
            <a:srgbClr val="00B0F0">
              <a:alpha val="5000"/>
            </a:srgbClr>
          </a:solidFill>
          <a:ln>
            <a:solidFill>
              <a:srgbClr val="00B0F0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r>
              <a:rPr lang="ru-RU" b="1" dirty="0" smtClean="0">
                <a:solidFill>
                  <a:srgbClr val="00B0F0"/>
                </a:solidFill>
              </a:rPr>
              <a:t>Сервер</a:t>
            </a:r>
            <a:endParaRPr lang="ru-RU" b="1" dirty="0">
              <a:solidFill>
                <a:srgbClr val="00B0F0"/>
              </a:solidFill>
            </a:endParaRPr>
          </a:p>
        </p:txBody>
      </p:sp>
      <p:sp>
        <p:nvSpPr>
          <p:cNvPr id="12" name="Прямоугольник 11"/>
          <p:cNvSpPr/>
          <p:nvPr/>
        </p:nvSpPr>
        <p:spPr>
          <a:xfrm>
            <a:off x="187018" y="587357"/>
            <a:ext cx="8812654" cy="2534859"/>
          </a:xfrm>
          <a:prstGeom prst="rect">
            <a:avLst/>
          </a:prstGeom>
          <a:solidFill>
            <a:srgbClr val="FF0000">
              <a:alpha val="8000"/>
            </a:srgbClr>
          </a:solidFill>
          <a:ln>
            <a:solidFill>
              <a:srgbClr val="FF0000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r>
              <a:rPr lang="ru-RU" b="1" dirty="0" smtClean="0">
                <a:solidFill>
                  <a:srgbClr val="C00000"/>
                </a:solidFill>
              </a:rPr>
              <a:t>Клиент</a:t>
            </a:r>
            <a:endParaRPr lang="ru-RU" b="1" dirty="0">
              <a:solidFill>
                <a:srgbClr val="C00000"/>
              </a:solidFill>
            </a:endParaRPr>
          </a:p>
        </p:txBody>
      </p:sp>
      <p:sp>
        <p:nvSpPr>
          <p:cNvPr id="13" name="Блок-схема: альтернативный процесс 12"/>
          <p:cNvSpPr/>
          <p:nvPr/>
        </p:nvSpPr>
        <p:spPr>
          <a:xfrm>
            <a:off x="1208689" y="3259235"/>
            <a:ext cx="2304256" cy="1008112"/>
          </a:xfrm>
          <a:prstGeom prst="flowChartAlternateProcess">
            <a:avLst/>
          </a:prstGeom>
          <a:noFill/>
          <a:ln w="381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 smtClean="0">
                <a:solidFill>
                  <a:schemeClr val="tx1"/>
                </a:solidFill>
              </a:rPr>
              <a:t>Прикладные программные объекты</a:t>
            </a:r>
            <a:endParaRPr lang="ru-RU" dirty="0">
              <a:solidFill>
                <a:schemeClr val="tx1"/>
              </a:solidFill>
            </a:endParaRPr>
          </a:p>
        </p:txBody>
      </p:sp>
      <p:sp>
        <p:nvSpPr>
          <p:cNvPr id="24" name="Блок-схема: альтернативный процесс 23"/>
          <p:cNvSpPr/>
          <p:nvPr/>
        </p:nvSpPr>
        <p:spPr>
          <a:xfrm>
            <a:off x="6470649" y="709095"/>
            <a:ext cx="2304256" cy="1008112"/>
          </a:xfrm>
          <a:prstGeom prst="flowChartAlternateProcess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 smtClean="0">
                <a:solidFill>
                  <a:schemeClr val="tx1"/>
                </a:solidFill>
              </a:rPr>
              <a:t>Форма клиентского приложения</a:t>
            </a:r>
            <a:br>
              <a:rPr lang="ru-RU" dirty="0" smtClean="0">
                <a:solidFill>
                  <a:schemeClr val="tx1"/>
                </a:solidFill>
              </a:rPr>
            </a:br>
            <a:r>
              <a:rPr lang="ru-RU" dirty="0" smtClean="0">
                <a:solidFill>
                  <a:schemeClr val="tx1"/>
                </a:solidFill>
              </a:rPr>
              <a:t> (на клиенте)</a:t>
            </a:r>
            <a:endParaRPr lang="ru-RU" dirty="0">
              <a:solidFill>
                <a:schemeClr val="tx1"/>
              </a:solidFill>
            </a:endParaRPr>
          </a:p>
        </p:txBody>
      </p:sp>
      <p:sp>
        <p:nvSpPr>
          <p:cNvPr id="26" name="Блок-схема: альтернативный процесс 25"/>
          <p:cNvSpPr/>
          <p:nvPr/>
        </p:nvSpPr>
        <p:spPr>
          <a:xfrm>
            <a:off x="6516216" y="3284984"/>
            <a:ext cx="2304256" cy="1008112"/>
          </a:xfrm>
          <a:prstGeom prst="flowChartAlternateProcess">
            <a:avLst/>
          </a:prstGeom>
          <a:noFill/>
          <a:ln w="381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 smtClean="0">
                <a:solidFill>
                  <a:schemeClr val="tx1"/>
                </a:solidFill>
              </a:rPr>
              <a:t>Форма клиентского приложения</a:t>
            </a:r>
            <a:br>
              <a:rPr lang="ru-RU" dirty="0" smtClean="0">
                <a:solidFill>
                  <a:schemeClr val="tx1"/>
                </a:solidFill>
              </a:rPr>
            </a:br>
            <a:r>
              <a:rPr lang="ru-RU" dirty="0" smtClean="0">
                <a:solidFill>
                  <a:schemeClr val="tx1"/>
                </a:solidFill>
              </a:rPr>
              <a:t> (на сервере)</a:t>
            </a:r>
            <a:endParaRPr lang="ru-RU" dirty="0">
              <a:solidFill>
                <a:schemeClr val="tx1"/>
              </a:solidFill>
            </a:endParaRPr>
          </a:p>
        </p:txBody>
      </p:sp>
      <p:sp>
        <p:nvSpPr>
          <p:cNvPr id="28" name="Выноска 3 27"/>
          <p:cNvSpPr/>
          <p:nvPr/>
        </p:nvSpPr>
        <p:spPr>
          <a:xfrm>
            <a:off x="6532021" y="1802263"/>
            <a:ext cx="1728192" cy="504000"/>
          </a:xfrm>
          <a:prstGeom prst="borderCallout3">
            <a:avLst>
              <a:gd name="adj1" fmla="val 18750"/>
              <a:gd name="adj2" fmla="val -8333"/>
              <a:gd name="adj3" fmla="val 18750"/>
              <a:gd name="adj4" fmla="val -16667"/>
              <a:gd name="adj5" fmla="val -47795"/>
              <a:gd name="adj6" fmla="val -17677"/>
              <a:gd name="adj7" fmla="val -72169"/>
              <a:gd name="adj8" fmla="val 13874"/>
            </a:avLst>
          </a:prstGeom>
          <a:solidFill>
            <a:schemeClr val="accent6">
              <a:lumMod val="20000"/>
              <a:lumOff val="80000"/>
            </a:schemeClr>
          </a:solidFill>
          <a:ln w="15875">
            <a:prstDash val="sysDot"/>
            <a:tailEnd type="stealt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>
                <a:solidFill>
                  <a:schemeClr val="tx1"/>
                </a:solidFill>
              </a:rPr>
              <a:t>Модуль формы</a:t>
            </a:r>
            <a:br>
              <a:rPr lang="ru-RU" dirty="0">
                <a:solidFill>
                  <a:schemeClr val="tx1"/>
                </a:solidFill>
              </a:rPr>
            </a:br>
            <a:r>
              <a:rPr lang="ru-RU" dirty="0">
                <a:solidFill>
                  <a:schemeClr val="tx1"/>
                </a:solidFill>
              </a:rPr>
              <a:t>&amp;На Клиенте</a:t>
            </a:r>
          </a:p>
        </p:txBody>
      </p:sp>
      <p:sp>
        <p:nvSpPr>
          <p:cNvPr id="37" name="Выноска 3 36"/>
          <p:cNvSpPr/>
          <p:nvPr/>
        </p:nvSpPr>
        <p:spPr>
          <a:xfrm>
            <a:off x="6532021" y="4350084"/>
            <a:ext cx="1728192" cy="504000"/>
          </a:xfrm>
          <a:prstGeom prst="borderCallout3">
            <a:avLst>
              <a:gd name="adj1" fmla="val 18750"/>
              <a:gd name="adj2" fmla="val -8333"/>
              <a:gd name="adj3" fmla="val 18750"/>
              <a:gd name="adj4" fmla="val -16667"/>
              <a:gd name="adj5" fmla="val -47795"/>
              <a:gd name="adj6" fmla="val -17677"/>
              <a:gd name="adj7" fmla="val -72169"/>
              <a:gd name="adj8" fmla="val 13874"/>
            </a:avLst>
          </a:prstGeom>
          <a:solidFill>
            <a:schemeClr val="tx2">
              <a:lumMod val="20000"/>
              <a:lumOff val="80000"/>
            </a:schemeClr>
          </a:solidFill>
          <a:ln w="15875">
            <a:prstDash val="sysDot"/>
            <a:tailEnd type="stealt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>
                <a:solidFill>
                  <a:schemeClr val="tx1"/>
                </a:solidFill>
              </a:rPr>
              <a:t>Модуль формы</a:t>
            </a:r>
            <a:br>
              <a:rPr lang="ru-RU" dirty="0">
                <a:solidFill>
                  <a:schemeClr val="tx1"/>
                </a:solidFill>
              </a:rPr>
            </a:br>
            <a:r>
              <a:rPr lang="ru-RU" dirty="0">
                <a:solidFill>
                  <a:schemeClr val="tx1"/>
                </a:solidFill>
              </a:rPr>
              <a:t>&amp;На </a:t>
            </a:r>
            <a:r>
              <a:rPr lang="ru-RU" dirty="0" smtClean="0">
                <a:solidFill>
                  <a:schemeClr val="tx1"/>
                </a:solidFill>
              </a:rPr>
              <a:t>Сервере</a:t>
            </a:r>
            <a:endParaRPr lang="ru-RU" dirty="0">
              <a:solidFill>
                <a:schemeClr val="tx1"/>
              </a:solidFill>
            </a:endParaRPr>
          </a:p>
        </p:txBody>
      </p:sp>
      <p:cxnSp>
        <p:nvCxnSpPr>
          <p:cNvPr id="19" name="Прямая со стрелкой 18"/>
          <p:cNvCxnSpPr/>
          <p:nvPr/>
        </p:nvCxnSpPr>
        <p:spPr>
          <a:xfrm>
            <a:off x="8532440" y="1717207"/>
            <a:ext cx="0" cy="1584176"/>
          </a:xfrm>
          <a:prstGeom prst="straightConnector1">
            <a:avLst/>
          </a:prstGeom>
          <a:ln w="38100">
            <a:solidFill>
              <a:schemeClr val="tx2"/>
            </a:solidFill>
            <a:headEnd type="triangle" w="med" len="lg"/>
            <a:tailEnd type="triangle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Прямая со стрелкой 19"/>
          <p:cNvCxnSpPr/>
          <p:nvPr/>
        </p:nvCxnSpPr>
        <p:spPr>
          <a:xfrm>
            <a:off x="3512945" y="3429000"/>
            <a:ext cx="2957704" cy="0"/>
          </a:xfrm>
          <a:prstGeom prst="straightConnector1">
            <a:avLst/>
          </a:prstGeom>
          <a:ln w="38100">
            <a:solidFill>
              <a:schemeClr val="tx2"/>
            </a:solidFill>
            <a:headEnd type="triangle" w="med" len="lg"/>
            <a:tailEnd type="triangle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Прямая со стрелкой 21"/>
          <p:cNvCxnSpPr/>
          <p:nvPr/>
        </p:nvCxnSpPr>
        <p:spPr>
          <a:xfrm flipH="1">
            <a:off x="1858019" y="4267347"/>
            <a:ext cx="11679" cy="1286956"/>
          </a:xfrm>
          <a:prstGeom prst="straightConnector1">
            <a:avLst/>
          </a:prstGeom>
          <a:ln w="38100">
            <a:solidFill>
              <a:schemeClr val="tx2"/>
            </a:solidFill>
            <a:headEnd type="triangle" w="med" len="lg"/>
            <a:tailEnd type="triangle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6299370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10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1000"/>
                            </p:stCondLst>
                            <p:childTnLst>
                              <p:par>
                                <p:cTn id="12" presetID="26" presetClass="emph" presetSubtype="0" repeatCount="300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3" dur="1000" tmFilter="0, 0; .2, .5; .8, .5; 1, 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4" dur="500" autoRev="1" fill="hold"/>
                                        <p:tgtEl>
                                          <p:spTgt spid="28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  <p:par>
                                <p:cTn id="15" presetID="26" presetClass="emph" presetSubtype="0" repeatCount="3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6" dur="1000" tmFilter="0, 0; .2, .5; .8, .5; 1, 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7" dur="500" autoRev="1" fill="hold"/>
                                        <p:tgtEl>
                                          <p:spTgt spid="37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8" grpId="0" animBg="1"/>
      <p:bldP spid="28" grpId="1" animBg="1"/>
      <p:bldP spid="37" grpId="0" animBg="1"/>
      <p:bldP spid="37" grpId="1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Цилиндр 15"/>
          <p:cNvSpPr/>
          <p:nvPr/>
        </p:nvSpPr>
        <p:spPr>
          <a:xfrm>
            <a:off x="1403648" y="5661248"/>
            <a:ext cx="4857719" cy="864096"/>
          </a:xfrm>
          <a:prstGeom prst="can">
            <a:avLst>
              <a:gd name="adj" fmla="val 19215"/>
            </a:avLst>
          </a:prstGeom>
          <a:solidFill>
            <a:schemeClr val="accent3">
              <a:lumMod val="40000"/>
              <a:lumOff val="60000"/>
              <a:alpha val="15000"/>
            </a:schemeClr>
          </a:solidFill>
          <a:ln>
            <a:solidFill>
              <a:schemeClr val="accent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ru-RU" dirty="0" smtClean="0">
                <a:solidFill>
                  <a:schemeClr val="tx1"/>
                </a:solidFill>
              </a:rPr>
              <a:t>База данных</a:t>
            </a:r>
            <a:endParaRPr lang="ru-RU" dirty="0">
              <a:solidFill>
                <a:schemeClr val="tx1"/>
              </a:solidFill>
            </a:endParaRPr>
          </a:p>
        </p:txBody>
      </p:sp>
      <p:sp>
        <p:nvSpPr>
          <p:cNvPr id="3" name="Прямоугольник 2"/>
          <p:cNvSpPr/>
          <p:nvPr/>
        </p:nvSpPr>
        <p:spPr>
          <a:xfrm>
            <a:off x="187018" y="3204953"/>
            <a:ext cx="8810374" cy="2382770"/>
          </a:xfrm>
          <a:prstGeom prst="rect">
            <a:avLst/>
          </a:prstGeom>
          <a:solidFill>
            <a:srgbClr val="00B0F0">
              <a:alpha val="5000"/>
            </a:srgbClr>
          </a:solidFill>
          <a:ln>
            <a:solidFill>
              <a:srgbClr val="00B0F0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r>
              <a:rPr lang="ru-RU" b="1" dirty="0" smtClean="0">
                <a:solidFill>
                  <a:srgbClr val="00B0F0"/>
                </a:solidFill>
              </a:rPr>
              <a:t>Сервер</a:t>
            </a:r>
            <a:endParaRPr lang="ru-RU" b="1" dirty="0">
              <a:solidFill>
                <a:srgbClr val="00B0F0"/>
              </a:solidFill>
            </a:endParaRPr>
          </a:p>
        </p:txBody>
      </p:sp>
      <p:sp>
        <p:nvSpPr>
          <p:cNvPr id="12" name="Прямоугольник 11"/>
          <p:cNvSpPr/>
          <p:nvPr/>
        </p:nvSpPr>
        <p:spPr>
          <a:xfrm>
            <a:off x="187018" y="587357"/>
            <a:ext cx="8812654" cy="2534859"/>
          </a:xfrm>
          <a:prstGeom prst="rect">
            <a:avLst/>
          </a:prstGeom>
          <a:solidFill>
            <a:srgbClr val="FF0000">
              <a:alpha val="8000"/>
            </a:srgbClr>
          </a:solidFill>
          <a:ln>
            <a:solidFill>
              <a:srgbClr val="FF0000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r>
              <a:rPr lang="ru-RU" b="1" dirty="0" smtClean="0">
                <a:solidFill>
                  <a:srgbClr val="C00000"/>
                </a:solidFill>
              </a:rPr>
              <a:t>Клиент</a:t>
            </a:r>
            <a:endParaRPr lang="ru-RU" b="1" dirty="0">
              <a:solidFill>
                <a:srgbClr val="C00000"/>
              </a:solidFill>
            </a:endParaRPr>
          </a:p>
        </p:txBody>
      </p:sp>
      <p:sp>
        <p:nvSpPr>
          <p:cNvPr id="13" name="Блок-схема: альтернативный процесс 12"/>
          <p:cNvSpPr/>
          <p:nvPr/>
        </p:nvSpPr>
        <p:spPr>
          <a:xfrm>
            <a:off x="1208689" y="3259235"/>
            <a:ext cx="2304256" cy="1008112"/>
          </a:xfrm>
          <a:prstGeom prst="flowChartAlternateProcess">
            <a:avLst/>
          </a:prstGeom>
          <a:noFill/>
          <a:ln w="381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 smtClean="0">
                <a:solidFill>
                  <a:schemeClr val="tx1"/>
                </a:solidFill>
              </a:rPr>
              <a:t>Прикладные программные объекты</a:t>
            </a:r>
            <a:endParaRPr lang="ru-RU" dirty="0">
              <a:solidFill>
                <a:schemeClr val="tx1"/>
              </a:solidFill>
            </a:endParaRPr>
          </a:p>
        </p:txBody>
      </p:sp>
      <p:sp>
        <p:nvSpPr>
          <p:cNvPr id="24" name="Блок-схема: альтернативный процесс 23"/>
          <p:cNvSpPr/>
          <p:nvPr/>
        </p:nvSpPr>
        <p:spPr>
          <a:xfrm>
            <a:off x="6470649" y="709095"/>
            <a:ext cx="2304256" cy="1008112"/>
          </a:xfrm>
          <a:prstGeom prst="flowChartAlternateProcess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 smtClean="0">
                <a:solidFill>
                  <a:schemeClr val="tx1"/>
                </a:solidFill>
              </a:rPr>
              <a:t>Форма клиентского приложения</a:t>
            </a:r>
            <a:br>
              <a:rPr lang="ru-RU" dirty="0" smtClean="0">
                <a:solidFill>
                  <a:schemeClr val="tx1"/>
                </a:solidFill>
              </a:rPr>
            </a:br>
            <a:r>
              <a:rPr lang="ru-RU" dirty="0" smtClean="0">
                <a:solidFill>
                  <a:schemeClr val="tx1"/>
                </a:solidFill>
              </a:rPr>
              <a:t> (на клиенте)</a:t>
            </a:r>
            <a:endParaRPr lang="ru-RU" dirty="0">
              <a:solidFill>
                <a:schemeClr val="tx1"/>
              </a:solidFill>
            </a:endParaRPr>
          </a:p>
        </p:txBody>
      </p:sp>
      <p:sp>
        <p:nvSpPr>
          <p:cNvPr id="26" name="Блок-схема: альтернативный процесс 25"/>
          <p:cNvSpPr/>
          <p:nvPr/>
        </p:nvSpPr>
        <p:spPr>
          <a:xfrm>
            <a:off x="6516216" y="3284984"/>
            <a:ext cx="2304256" cy="1008112"/>
          </a:xfrm>
          <a:prstGeom prst="flowChartAlternateProcess">
            <a:avLst/>
          </a:prstGeom>
          <a:noFill/>
          <a:ln w="381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 smtClean="0">
                <a:solidFill>
                  <a:schemeClr val="tx1"/>
                </a:solidFill>
              </a:rPr>
              <a:t>Форма клиентского приложения</a:t>
            </a:r>
            <a:br>
              <a:rPr lang="ru-RU" dirty="0" smtClean="0">
                <a:solidFill>
                  <a:schemeClr val="tx1"/>
                </a:solidFill>
              </a:rPr>
            </a:br>
            <a:r>
              <a:rPr lang="ru-RU" dirty="0" smtClean="0">
                <a:solidFill>
                  <a:schemeClr val="tx1"/>
                </a:solidFill>
              </a:rPr>
              <a:t> (на сервере)</a:t>
            </a:r>
            <a:endParaRPr lang="ru-RU" dirty="0">
              <a:solidFill>
                <a:schemeClr val="tx1"/>
              </a:solidFill>
            </a:endParaRPr>
          </a:p>
        </p:txBody>
      </p:sp>
      <p:sp>
        <p:nvSpPr>
          <p:cNvPr id="28" name="Выноска 3 27"/>
          <p:cNvSpPr/>
          <p:nvPr/>
        </p:nvSpPr>
        <p:spPr>
          <a:xfrm>
            <a:off x="6532021" y="1802263"/>
            <a:ext cx="1728192" cy="504000"/>
          </a:xfrm>
          <a:prstGeom prst="borderCallout3">
            <a:avLst>
              <a:gd name="adj1" fmla="val 18750"/>
              <a:gd name="adj2" fmla="val -8333"/>
              <a:gd name="adj3" fmla="val 18750"/>
              <a:gd name="adj4" fmla="val -16667"/>
              <a:gd name="adj5" fmla="val -47795"/>
              <a:gd name="adj6" fmla="val -17677"/>
              <a:gd name="adj7" fmla="val -72169"/>
              <a:gd name="adj8" fmla="val 13874"/>
            </a:avLst>
          </a:prstGeom>
          <a:solidFill>
            <a:schemeClr val="accent6">
              <a:lumMod val="20000"/>
              <a:lumOff val="80000"/>
            </a:schemeClr>
          </a:solidFill>
          <a:ln w="15875">
            <a:prstDash val="sysDot"/>
            <a:tailEnd type="stealt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>
                <a:solidFill>
                  <a:schemeClr val="tx1"/>
                </a:solidFill>
              </a:rPr>
              <a:t>Модуль формы</a:t>
            </a:r>
            <a:br>
              <a:rPr lang="ru-RU" dirty="0">
                <a:solidFill>
                  <a:schemeClr val="tx1"/>
                </a:solidFill>
              </a:rPr>
            </a:br>
            <a:r>
              <a:rPr lang="ru-RU" dirty="0">
                <a:solidFill>
                  <a:schemeClr val="tx1"/>
                </a:solidFill>
              </a:rPr>
              <a:t>&amp;На Клиенте</a:t>
            </a:r>
          </a:p>
        </p:txBody>
      </p:sp>
      <p:sp>
        <p:nvSpPr>
          <p:cNvPr id="37" name="Выноска 3 36"/>
          <p:cNvSpPr/>
          <p:nvPr/>
        </p:nvSpPr>
        <p:spPr>
          <a:xfrm>
            <a:off x="6532021" y="4350084"/>
            <a:ext cx="1728192" cy="504000"/>
          </a:xfrm>
          <a:prstGeom prst="borderCallout3">
            <a:avLst>
              <a:gd name="adj1" fmla="val 18750"/>
              <a:gd name="adj2" fmla="val -8333"/>
              <a:gd name="adj3" fmla="val 18750"/>
              <a:gd name="adj4" fmla="val -16667"/>
              <a:gd name="adj5" fmla="val -47795"/>
              <a:gd name="adj6" fmla="val -17677"/>
              <a:gd name="adj7" fmla="val -72169"/>
              <a:gd name="adj8" fmla="val 13874"/>
            </a:avLst>
          </a:prstGeom>
          <a:solidFill>
            <a:schemeClr val="tx2">
              <a:lumMod val="20000"/>
              <a:lumOff val="80000"/>
            </a:schemeClr>
          </a:solidFill>
          <a:ln w="15875">
            <a:prstDash val="sysDot"/>
            <a:tailEnd type="stealt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>
                <a:solidFill>
                  <a:schemeClr val="tx1"/>
                </a:solidFill>
              </a:rPr>
              <a:t>Модуль формы</a:t>
            </a:r>
            <a:br>
              <a:rPr lang="ru-RU" dirty="0">
                <a:solidFill>
                  <a:schemeClr val="tx1"/>
                </a:solidFill>
              </a:rPr>
            </a:br>
            <a:r>
              <a:rPr lang="ru-RU" dirty="0">
                <a:solidFill>
                  <a:schemeClr val="tx1"/>
                </a:solidFill>
              </a:rPr>
              <a:t>&amp;На </a:t>
            </a:r>
            <a:r>
              <a:rPr lang="ru-RU" dirty="0" smtClean="0">
                <a:solidFill>
                  <a:schemeClr val="tx1"/>
                </a:solidFill>
              </a:rPr>
              <a:t>Сервере</a:t>
            </a:r>
            <a:endParaRPr lang="ru-RU" dirty="0">
              <a:solidFill>
                <a:schemeClr val="tx1"/>
              </a:solidFill>
            </a:endParaRPr>
          </a:p>
        </p:txBody>
      </p:sp>
      <p:sp>
        <p:nvSpPr>
          <p:cNvPr id="47" name="Выноска 3 46"/>
          <p:cNvSpPr/>
          <p:nvPr/>
        </p:nvSpPr>
        <p:spPr>
          <a:xfrm>
            <a:off x="3741904" y="3381155"/>
            <a:ext cx="2198247" cy="801868"/>
          </a:xfrm>
          <a:prstGeom prst="borderCallout3">
            <a:avLst>
              <a:gd name="adj1" fmla="val 22601"/>
              <a:gd name="adj2" fmla="val -539"/>
              <a:gd name="adj3" fmla="val -6811"/>
              <a:gd name="adj4" fmla="val -8515"/>
              <a:gd name="adj5" fmla="val 103"/>
              <a:gd name="adj6" fmla="val -20671"/>
              <a:gd name="adj7" fmla="val 18709"/>
              <a:gd name="adj8" fmla="val -28225"/>
            </a:avLst>
          </a:prstGeom>
          <a:solidFill>
            <a:schemeClr val="tx2">
              <a:lumMod val="20000"/>
              <a:lumOff val="80000"/>
            </a:schemeClr>
          </a:solidFill>
          <a:ln w="15875">
            <a:prstDash val="sysDot"/>
            <a:tailEnd type="stealt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 smtClean="0">
                <a:solidFill>
                  <a:schemeClr val="tx1"/>
                </a:solidFill>
              </a:rPr>
              <a:t>Модуль</a:t>
            </a:r>
            <a:br>
              <a:rPr lang="ru-RU" dirty="0" smtClean="0">
                <a:solidFill>
                  <a:schemeClr val="tx1"/>
                </a:solidFill>
              </a:rPr>
            </a:br>
            <a:r>
              <a:rPr lang="ru-RU" dirty="0" smtClean="0">
                <a:solidFill>
                  <a:schemeClr val="tx1"/>
                </a:solidFill>
              </a:rPr>
              <a:t>менеджера значения константы</a:t>
            </a:r>
            <a:endParaRPr lang="ru-RU" dirty="0">
              <a:solidFill>
                <a:schemeClr val="tx1"/>
              </a:solidFill>
            </a:endParaRPr>
          </a:p>
        </p:txBody>
      </p:sp>
      <p:cxnSp>
        <p:nvCxnSpPr>
          <p:cNvPr id="19" name="Прямая со стрелкой 18"/>
          <p:cNvCxnSpPr/>
          <p:nvPr/>
        </p:nvCxnSpPr>
        <p:spPr>
          <a:xfrm>
            <a:off x="8532440" y="1717207"/>
            <a:ext cx="0" cy="1584176"/>
          </a:xfrm>
          <a:prstGeom prst="straightConnector1">
            <a:avLst/>
          </a:prstGeom>
          <a:ln w="38100">
            <a:solidFill>
              <a:schemeClr val="tx2"/>
            </a:solidFill>
            <a:headEnd type="triangle" w="med" len="lg"/>
            <a:tailEnd type="triangle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Прямая со стрелкой 19"/>
          <p:cNvCxnSpPr/>
          <p:nvPr/>
        </p:nvCxnSpPr>
        <p:spPr>
          <a:xfrm>
            <a:off x="3512945" y="3301383"/>
            <a:ext cx="2957704" cy="0"/>
          </a:xfrm>
          <a:prstGeom prst="straightConnector1">
            <a:avLst/>
          </a:prstGeom>
          <a:ln w="38100">
            <a:solidFill>
              <a:schemeClr val="tx2"/>
            </a:solidFill>
            <a:headEnd type="triangle" w="med" len="lg"/>
            <a:tailEnd type="triangle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Выноска 3 21"/>
          <p:cNvSpPr/>
          <p:nvPr/>
        </p:nvSpPr>
        <p:spPr>
          <a:xfrm>
            <a:off x="558614" y="4350084"/>
            <a:ext cx="1649781" cy="504000"/>
          </a:xfrm>
          <a:prstGeom prst="borderCallout3">
            <a:avLst>
              <a:gd name="adj1" fmla="val -11912"/>
              <a:gd name="adj2" fmla="val 14468"/>
              <a:gd name="adj3" fmla="val -37981"/>
              <a:gd name="adj4" fmla="val 26423"/>
              <a:gd name="adj5" fmla="val -66221"/>
              <a:gd name="adj6" fmla="val 39963"/>
              <a:gd name="adj7" fmla="val -120298"/>
              <a:gd name="adj8" fmla="val 63880"/>
            </a:avLst>
          </a:prstGeom>
          <a:solidFill>
            <a:schemeClr val="tx2">
              <a:lumMod val="20000"/>
              <a:lumOff val="80000"/>
            </a:schemeClr>
          </a:solidFill>
          <a:ln w="15875">
            <a:prstDash val="sysDot"/>
            <a:tailEnd type="stealt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>
                <a:solidFill>
                  <a:schemeClr val="tx1"/>
                </a:solidFill>
              </a:rPr>
              <a:t>Модуль </a:t>
            </a:r>
            <a:r>
              <a:rPr lang="ru-RU" dirty="0" smtClean="0">
                <a:solidFill>
                  <a:schemeClr val="tx1"/>
                </a:solidFill>
              </a:rPr>
              <a:t>объекта</a:t>
            </a:r>
            <a:endParaRPr lang="ru-RU" dirty="0">
              <a:solidFill>
                <a:schemeClr val="tx1"/>
              </a:solidFill>
            </a:endParaRPr>
          </a:p>
        </p:txBody>
      </p:sp>
      <p:cxnSp>
        <p:nvCxnSpPr>
          <p:cNvPr id="21" name="Прямая со стрелкой 20"/>
          <p:cNvCxnSpPr/>
          <p:nvPr/>
        </p:nvCxnSpPr>
        <p:spPr>
          <a:xfrm flipH="1">
            <a:off x="1858019" y="4267347"/>
            <a:ext cx="11679" cy="1286956"/>
          </a:xfrm>
          <a:prstGeom prst="straightConnector1">
            <a:avLst/>
          </a:prstGeom>
          <a:ln w="38100">
            <a:solidFill>
              <a:schemeClr val="tx2"/>
            </a:solidFill>
            <a:headEnd type="triangle" w="med" len="lg"/>
            <a:tailEnd type="triangle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Выноска 3 22"/>
          <p:cNvSpPr/>
          <p:nvPr/>
        </p:nvSpPr>
        <p:spPr>
          <a:xfrm>
            <a:off x="2267744" y="4350084"/>
            <a:ext cx="1800200" cy="504000"/>
          </a:xfrm>
          <a:prstGeom prst="borderCallout3">
            <a:avLst>
              <a:gd name="adj1" fmla="val -5625"/>
              <a:gd name="adj2" fmla="val -539"/>
              <a:gd name="adj3" fmla="val -32864"/>
              <a:gd name="adj4" fmla="val -29634"/>
              <a:gd name="adj5" fmla="val -62676"/>
              <a:gd name="adj6" fmla="val -27355"/>
              <a:gd name="adj7" fmla="val -76293"/>
              <a:gd name="adj8" fmla="val -17219"/>
            </a:avLst>
          </a:prstGeom>
          <a:solidFill>
            <a:schemeClr val="tx2">
              <a:lumMod val="20000"/>
              <a:lumOff val="80000"/>
            </a:schemeClr>
          </a:solidFill>
          <a:ln w="15875">
            <a:prstDash val="sysDot"/>
            <a:tailEnd type="stealt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 smtClean="0">
                <a:solidFill>
                  <a:schemeClr val="tx1"/>
                </a:solidFill>
              </a:rPr>
              <a:t>Модуль</a:t>
            </a:r>
            <a:br>
              <a:rPr lang="ru-RU" dirty="0" smtClean="0">
                <a:solidFill>
                  <a:schemeClr val="tx1"/>
                </a:solidFill>
              </a:rPr>
            </a:br>
            <a:r>
              <a:rPr lang="ru-RU" dirty="0" smtClean="0">
                <a:solidFill>
                  <a:schemeClr val="tx1"/>
                </a:solidFill>
              </a:rPr>
              <a:t>набора записей</a:t>
            </a:r>
            <a:endParaRPr lang="ru-RU" dirty="0">
              <a:solidFill>
                <a:schemeClr val="tx1"/>
              </a:solidFill>
            </a:endParaRPr>
          </a:p>
        </p:txBody>
      </p:sp>
      <p:sp>
        <p:nvSpPr>
          <p:cNvPr id="25" name="Выноска 3 24"/>
          <p:cNvSpPr/>
          <p:nvPr/>
        </p:nvSpPr>
        <p:spPr>
          <a:xfrm>
            <a:off x="4127292" y="4350084"/>
            <a:ext cx="1800200" cy="504000"/>
          </a:xfrm>
          <a:prstGeom prst="borderCallout3">
            <a:avLst>
              <a:gd name="adj1" fmla="val -5625"/>
              <a:gd name="adj2" fmla="val -539"/>
              <a:gd name="adj3" fmla="val -39553"/>
              <a:gd name="adj4" fmla="val -3573"/>
              <a:gd name="adj5" fmla="val -55220"/>
              <a:gd name="adj6" fmla="val -12434"/>
              <a:gd name="adj7" fmla="val -80715"/>
              <a:gd name="adj8" fmla="val -47580"/>
            </a:avLst>
          </a:prstGeom>
          <a:solidFill>
            <a:schemeClr val="tx2">
              <a:lumMod val="20000"/>
              <a:lumOff val="80000"/>
            </a:schemeClr>
          </a:solidFill>
          <a:ln w="15875">
            <a:prstDash val="sysDot"/>
            <a:tailEnd type="stealt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 smtClean="0">
                <a:solidFill>
                  <a:schemeClr val="tx1"/>
                </a:solidFill>
              </a:rPr>
              <a:t>Модуль</a:t>
            </a:r>
            <a:br>
              <a:rPr lang="ru-RU" dirty="0" smtClean="0">
                <a:solidFill>
                  <a:schemeClr val="tx1"/>
                </a:solidFill>
              </a:rPr>
            </a:br>
            <a:r>
              <a:rPr lang="ru-RU" dirty="0" smtClean="0">
                <a:solidFill>
                  <a:schemeClr val="tx1"/>
                </a:solidFill>
              </a:rPr>
              <a:t>менеджера</a:t>
            </a:r>
            <a:endParaRPr lang="ru-RU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38104588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10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10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10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1000"/>
                            </p:stCondLst>
                            <p:childTnLst>
                              <p:par>
                                <p:cTn id="18" presetID="26" presetClass="emph" presetSubtype="0" repeatCount="300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9" dur="1000" tmFilter="0, 0; .2, .5; .8, .5; 1, 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20" dur="500" autoRev="1" fill="hold"/>
                                        <p:tgtEl>
                                          <p:spTgt spid="22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  <p:par>
                                <p:cTn id="21" presetID="26" presetClass="emph" presetSubtype="0" repeatCount="3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2" dur="1000" tmFilter="0, 0; .2, .5; .8, .5; 1, 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23" dur="500" autoRev="1" fill="hold"/>
                                        <p:tgtEl>
                                          <p:spTgt spid="23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  <p:par>
                                <p:cTn id="24" presetID="26" presetClass="emph" presetSubtype="0" repeatCount="3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5" dur="1000" tmFilter="0, 0; .2, .5; .8, .5; 1, 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26" dur="500" autoRev="1" fill="hold"/>
                                        <p:tgtEl>
                                          <p:spTgt spid="25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  <p:par>
                                <p:cTn id="27" presetID="26" presetClass="emph" presetSubtype="0" repeatCount="3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8" dur="1000" tmFilter="0, 0; .2, .5; .8, .5; 1, 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29" dur="500" autoRev="1" fill="hold"/>
                                        <p:tgtEl>
                                          <p:spTgt spid="47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7" grpId="0" animBg="1"/>
      <p:bldP spid="47" grpId="1" animBg="1"/>
      <p:bldP spid="22" grpId="0" animBg="1"/>
      <p:bldP spid="22" grpId="1" animBg="1"/>
      <p:bldP spid="23" grpId="0" animBg="1"/>
      <p:bldP spid="23" grpId="1" animBg="1"/>
      <p:bldP spid="25" grpId="0" animBg="1"/>
      <p:bldP spid="25" grpId="1" animBg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Цилиндр 15"/>
          <p:cNvSpPr/>
          <p:nvPr/>
        </p:nvSpPr>
        <p:spPr>
          <a:xfrm>
            <a:off x="1403648" y="5661248"/>
            <a:ext cx="4857719" cy="864096"/>
          </a:xfrm>
          <a:prstGeom prst="can">
            <a:avLst>
              <a:gd name="adj" fmla="val 19215"/>
            </a:avLst>
          </a:prstGeom>
          <a:solidFill>
            <a:schemeClr val="accent3">
              <a:lumMod val="40000"/>
              <a:lumOff val="60000"/>
              <a:alpha val="15000"/>
            </a:schemeClr>
          </a:solidFill>
          <a:ln>
            <a:solidFill>
              <a:schemeClr val="accent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ru-RU" dirty="0" smtClean="0">
                <a:solidFill>
                  <a:schemeClr val="tx1"/>
                </a:solidFill>
              </a:rPr>
              <a:t>База данных</a:t>
            </a:r>
            <a:endParaRPr lang="ru-RU" dirty="0">
              <a:solidFill>
                <a:schemeClr val="tx1"/>
              </a:solidFill>
            </a:endParaRPr>
          </a:p>
        </p:txBody>
      </p:sp>
      <p:sp>
        <p:nvSpPr>
          <p:cNvPr id="3" name="Прямоугольник 2"/>
          <p:cNvSpPr/>
          <p:nvPr/>
        </p:nvSpPr>
        <p:spPr>
          <a:xfrm>
            <a:off x="187018" y="3204953"/>
            <a:ext cx="8810374" cy="2382770"/>
          </a:xfrm>
          <a:prstGeom prst="rect">
            <a:avLst/>
          </a:prstGeom>
          <a:solidFill>
            <a:srgbClr val="00B0F0">
              <a:alpha val="5000"/>
            </a:srgbClr>
          </a:solidFill>
          <a:ln>
            <a:solidFill>
              <a:srgbClr val="00B0F0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r>
              <a:rPr lang="ru-RU" b="1" dirty="0" smtClean="0">
                <a:solidFill>
                  <a:srgbClr val="00B0F0"/>
                </a:solidFill>
              </a:rPr>
              <a:t>Сервер</a:t>
            </a:r>
            <a:endParaRPr lang="ru-RU" b="1" dirty="0">
              <a:solidFill>
                <a:srgbClr val="00B0F0"/>
              </a:solidFill>
            </a:endParaRPr>
          </a:p>
        </p:txBody>
      </p:sp>
      <p:sp>
        <p:nvSpPr>
          <p:cNvPr id="12" name="Прямоугольник 11"/>
          <p:cNvSpPr/>
          <p:nvPr/>
        </p:nvSpPr>
        <p:spPr>
          <a:xfrm>
            <a:off x="187018" y="587357"/>
            <a:ext cx="8812654" cy="2534859"/>
          </a:xfrm>
          <a:prstGeom prst="rect">
            <a:avLst/>
          </a:prstGeom>
          <a:solidFill>
            <a:srgbClr val="FF0000">
              <a:alpha val="8000"/>
            </a:srgbClr>
          </a:solidFill>
          <a:ln>
            <a:solidFill>
              <a:srgbClr val="FF0000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r>
              <a:rPr lang="ru-RU" b="1" dirty="0" smtClean="0">
                <a:solidFill>
                  <a:srgbClr val="C00000"/>
                </a:solidFill>
              </a:rPr>
              <a:t>Клиент</a:t>
            </a:r>
            <a:endParaRPr lang="ru-RU" b="1" dirty="0">
              <a:solidFill>
                <a:srgbClr val="C00000"/>
              </a:solidFill>
            </a:endParaRPr>
          </a:p>
        </p:txBody>
      </p:sp>
      <p:sp>
        <p:nvSpPr>
          <p:cNvPr id="13" name="Блок-схема: альтернативный процесс 12"/>
          <p:cNvSpPr/>
          <p:nvPr/>
        </p:nvSpPr>
        <p:spPr>
          <a:xfrm>
            <a:off x="1208689" y="3259235"/>
            <a:ext cx="2304256" cy="1008112"/>
          </a:xfrm>
          <a:prstGeom prst="flowChartAlternateProcess">
            <a:avLst/>
          </a:prstGeom>
          <a:noFill/>
          <a:ln w="381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 smtClean="0">
                <a:solidFill>
                  <a:schemeClr val="tx1"/>
                </a:solidFill>
              </a:rPr>
              <a:t>Прикладные программные объекты</a:t>
            </a:r>
            <a:endParaRPr lang="ru-RU" dirty="0">
              <a:solidFill>
                <a:schemeClr val="tx1"/>
              </a:solidFill>
            </a:endParaRPr>
          </a:p>
        </p:txBody>
      </p:sp>
      <p:sp>
        <p:nvSpPr>
          <p:cNvPr id="24" name="Блок-схема: альтернативный процесс 23"/>
          <p:cNvSpPr/>
          <p:nvPr/>
        </p:nvSpPr>
        <p:spPr>
          <a:xfrm>
            <a:off x="6470649" y="709095"/>
            <a:ext cx="2304256" cy="1008112"/>
          </a:xfrm>
          <a:prstGeom prst="flowChartAlternateProcess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 smtClean="0">
                <a:solidFill>
                  <a:schemeClr val="tx1"/>
                </a:solidFill>
              </a:rPr>
              <a:t>Форма клиентского приложения</a:t>
            </a:r>
            <a:br>
              <a:rPr lang="ru-RU" dirty="0" smtClean="0">
                <a:solidFill>
                  <a:schemeClr val="tx1"/>
                </a:solidFill>
              </a:rPr>
            </a:br>
            <a:r>
              <a:rPr lang="ru-RU" dirty="0" smtClean="0">
                <a:solidFill>
                  <a:schemeClr val="tx1"/>
                </a:solidFill>
              </a:rPr>
              <a:t> (на клиенте)</a:t>
            </a:r>
            <a:endParaRPr lang="ru-RU" dirty="0">
              <a:solidFill>
                <a:schemeClr val="tx1"/>
              </a:solidFill>
            </a:endParaRPr>
          </a:p>
        </p:txBody>
      </p:sp>
      <p:sp>
        <p:nvSpPr>
          <p:cNvPr id="26" name="Блок-схема: альтернативный процесс 25"/>
          <p:cNvSpPr/>
          <p:nvPr/>
        </p:nvSpPr>
        <p:spPr>
          <a:xfrm>
            <a:off x="6516216" y="3284984"/>
            <a:ext cx="2304256" cy="1008112"/>
          </a:xfrm>
          <a:prstGeom prst="flowChartAlternateProcess">
            <a:avLst/>
          </a:prstGeom>
          <a:noFill/>
          <a:ln w="381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 smtClean="0">
                <a:solidFill>
                  <a:schemeClr val="tx1"/>
                </a:solidFill>
              </a:rPr>
              <a:t>Форма клиентского приложения</a:t>
            </a:r>
            <a:br>
              <a:rPr lang="ru-RU" dirty="0" smtClean="0">
                <a:solidFill>
                  <a:schemeClr val="tx1"/>
                </a:solidFill>
              </a:rPr>
            </a:br>
            <a:r>
              <a:rPr lang="ru-RU" dirty="0" smtClean="0">
                <a:solidFill>
                  <a:schemeClr val="tx1"/>
                </a:solidFill>
              </a:rPr>
              <a:t> (на сервере)</a:t>
            </a:r>
            <a:endParaRPr lang="ru-RU" dirty="0">
              <a:solidFill>
                <a:schemeClr val="tx1"/>
              </a:solidFill>
            </a:endParaRPr>
          </a:p>
        </p:txBody>
      </p:sp>
      <p:sp>
        <p:nvSpPr>
          <p:cNvPr id="28" name="Выноска 3 27"/>
          <p:cNvSpPr/>
          <p:nvPr/>
        </p:nvSpPr>
        <p:spPr>
          <a:xfrm>
            <a:off x="6532021" y="1802263"/>
            <a:ext cx="1728192" cy="504000"/>
          </a:xfrm>
          <a:prstGeom prst="borderCallout3">
            <a:avLst>
              <a:gd name="adj1" fmla="val 18750"/>
              <a:gd name="adj2" fmla="val -8333"/>
              <a:gd name="adj3" fmla="val 18750"/>
              <a:gd name="adj4" fmla="val -16667"/>
              <a:gd name="adj5" fmla="val -47795"/>
              <a:gd name="adj6" fmla="val -17677"/>
              <a:gd name="adj7" fmla="val -72169"/>
              <a:gd name="adj8" fmla="val 13874"/>
            </a:avLst>
          </a:prstGeom>
          <a:solidFill>
            <a:schemeClr val="accent6">
              <a:lumMod val="20000"/>
              <a:lumOff val="80000"/>
            </a:schemeClr>
          </a:solidFill>
          <a:ln w="15875">
            <a:prstDash val="sysDot"/>
            <a:tailEnd type="stealt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>
                <a:solidFill>
                  <a:schemeClr val="tx1"/>
                </a:solidFill>
              </a:rPr>
              <a:t>Модуль формы</a:t>
            </a:r>
            <a:br>
              <a:rPr lang="ru-RU" dirty="0">
                <a:solidFill>
                  <a:schemeClr val="tx1"/>
                </a:solidFill>
              </a:rPr>
            </a:br>
            <a:r>
              <a:rPr lang="ru-RU" dirty="0">
                <a:solidFill>
                  <a:schemeClr val="tx1"/>
                </a:solidFill>
              </a:rPr>
              <a:t>&amp;На Клиенте</a:t>
            </a:r>
          </a:p>
        </p:txBody>
      </p:sp>
      <p:sp>
        <p:nvSpPr>
          <p:cNvPr id="37" name="Выноска 3 36"/>
          <p:cNvSpPr/>
          <p:nvPr/>
        </p:nvSpPr>
        <p:spPr>
          <a:xfrm>
            <a:off x="6532021" y="4350084"/>
            <a:ext cx="1728192" cy="504000"/>
          </a:xfrm>
          <a:prstGeom prst="borderCallout3">
            <a:avLst>
              <a:gd name="adj1" fmla="val 18750"/>
              <a:gd name="adj2" fmla="val -8333"/>
              <a:gd name="adj3" fmla="val 18750"/>
              <a:gd name="adj4" fmla="val -16667"/>
              <a:gd name="adj5" fmla="val -47795"/>
              <a:gd name="adj6" fmla="val -17677"/>
              <a:gd name="adj7" fmla="val -72169"/>
              <a:gd name="adj8" fmla="val 13874"/>
            </a:avLst>
          </a:prstGeom>
          <a:solidFill>
            <a:schemeClr val="tx2">
              <a:lumMod val="20000"/>
              <a:lumOff val="80000"/>
            </a:schemeClr>
          </a:solidFill>
          <a:ln w="15875">
            <a:prstDash val="sysDot"/>
            <a:tailEnd type="stealt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>
                <a:solidFill>
                  <a:schemeClr val="tx1"/>
                </a:solidFill>
              </a:rPr>
              <a:t>Модуль формы</a:t>
            </a:r>
            <a:br>
              <a:rPr lang="ru-RU" dirty="0">
                <a:solidFill>
                  <a:schemeClr val="tx1"/>
                </a:solidFill>
              </a:rPr>
            </a:br>
            <a:r>
              <a:rPr lang="ru-RU" dirty="0">
                <a:solidFill>
                  <a:schemeClr val="tx1"/>
                </a:solidFill>
              </a:rPr>
              <a:t>&amp;На </a:t>
            </a:r>
            <a:r>
              <a:rPr lang="ru-RU" dirty="0" smtClean="0">
                <a:solidFill>
                  <a:schemeClr val="tx1"/>
                </a:solidFill>
              </a:rPr>
              <a:t>Сервере</a:t>
            </a:r>
            <a:endParaRPr lang="ru-RU" dirty="0">
              <a:solidFill>
                <a:schemeClr val="tx1"/>
              </a:solidFill>
            </a:endParaRPr>
          </a:p>
        </p:txBody>
      </p:sp>
      <p:sp>
        <p:nvSpPr>
          <p:cNvPr id="40" name="Выноска 3 39"/>
          <p:cNvSpPr/>
          <p:nvPr/>
        </p:nvSpPr>
        <p:spPr>
          <a:xfrm>
            <a:off x="558614" y="4350084"/>
            <a:ext cx="1649781" cy="504000"/>
          </a:xfrm>
          <a:prstGeom prst="borderCallout3">
            <a:avLst>
              <a:gd name="adj1" fmla="val -11912"/>
              <a:gd name="adj2" fmla="val 14468"/>
              <a:gd name="adj3" fmla="val -37981"/>
              <a:gd name="adj4" fmla="val 26423"/>
              <a:gd name="adj5" fmla="val -66221"/>
              <a:gd name="adj6" fmla="val 39963"/>
              <a:gd name="adj7" fmla="val -120298"/>
              <a:gd name="adj8" fmla="val 63880"/>
            </a:avLst>
          </a:prstGeom>
          <a:solidFill>
            <a:schemeClr val="tx2">
              <a:lumMod val="20000"/>
              <a:lumOff val="80000"/>
            </a:schemeClr>
          </a:solidFill>
          <a:ln w="15875">
            <a:prstDash val="sysDot"/>
            <a:tailEnd type="stealt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>
                <a:solidFill>
                  <a:schemeClr val="tx1"/>
                </a:solidFill>
              </a:rPr>
              <a:t>Модуль </a:t>
            </a:r>
            <a:r>
              <a:rPr lang="ru-RU" dirty="0" smtClean="0">
                <a:solidFill>
                  <a:schemeClr val="tx1"/>
                </a:solidFill>
              </a:rPr>
              <a:t>объекта</a:t>
            </a:r>
            <a:endParaRPr lang="ru-RU" dirty="0">
              <a:solidFill>
                <a:schemeClr val="tx1"/>
              </a:solidFill>
            </a:endParaRPr>
          </a:p>
        </p:txBody>
      </p:sp>
      <p:sp>
        <p:nvSpPr>
          <p:cNvPr id="41" name="Выноска 3 40"/>
          <p:cNvSpPr/>
          <p:nvPr/>
        </p:nvSpPr>
        <p:spPr>
          <a:xfrm>
            <a:off x="2267744" y="4350084"/>
            <a:ext cx="1800200" cy="504000"/>
          </a:xfrm>
          <a:prstGeom prst="borderCallout3">
            <a:avLst>
              <a:gd name="adj1" fmla="val -5625"/>
              <a:gd name="adj2" fmla="val -539"/>
              <a:gd name="adj3" fmla="val -40320"/>
              <a:gd name="adj4" fmla="val -25459"/>
              <a:gd name="adj5" fmla="val -62676"/>
              <a:gd name="adj6" fmla="val -23876"/>
              <a:gd name="adj7" fmla="val -78778"/>
              <a:gd name="adj8" fmla="val -13044"/>
            </a:avLst>
          </a:prstGeom>
          <a:solidFill>
            <a:schemeClr val="tx2">
              <a:lumMod val="20000"/>
              <a:lumOff val="80000"/>
            </a:schemeClr>
          </a:solidFill>
          <a:ln w="15875">
            <a:prstDash val="sysDot"/>
            <a:tailEnd type="stealt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 smtClean="0">
                <a:solidFill>
                  <a:schemeClr val="tx1"/>
                </a:solidFill>
              </a:rPr>
              <a:t>Модуль</a:t>
            </a:r>
            <a:br>
              <a:rPr lang="ru-RU" dirty="0" smtClean="0">
                <a:solidFill>
                  <a:schemeClr val="tx1"/>
                </a:solidFill>
              </a:rPr>
            </a:br>
            <a:r>
              <a:rPr lang="ru-RU" dirty="0" smtClean="0">
                <a:solidFill>
                  <a:schemeClr val="tx1"/>
                </a:solidFill>
              </a:rPr>
              <a:t>набора записей</a:t>
            </a:r>
            <a:endParaRPr lang="ru-RU" dirty="0">
              <a:solidFill>
                <a:schemeClr val="tx1"/>
              </a:solidFill>
            </a:endParaRPr>
          </a:p>
        </p:txBody>
      </p:sp>
      <p:sp>
        <p:nvSpPr>
          <p:cNvPr id="42" name="Выноска 3 41"/>
          <p:cNvSpPr/>
          <p:nvPr/>
        </p:nvSpPr>
        <p:spPr>
          <a:xfrm>
            <a:off x="4127292" y="4350084"/>
            <a:ext cx="1800200" cy="504000"/>
          </a:xfrm>
          <a:prstGeom prst="borderCallout3">
            <a:avLst>
              <a:gd name="adj1" fmla="val -5625"/>
              <a:gd name="adj2" fmla="val -539"/>
              <a:gd name="adj3" fmla="val -39553"/>
              <a:gd name="adj4" fmla="val -3573"/>
              <a:gd name="adj5" fmla="val -55220"/>
              <a:gd name="adj6" fmla="val -12434"/>
              <a:gd name="adj7" fmla="val -85686"/>
              <a:gd name="adj8" fmla="val -48971"/>
            </a:avLst>
          </a:prstGeom>
          <a:solidFill>
            <a:schemeClr val="tx2">
              <a:lumMod val="20000"/>
              <a:lumOff val="80000"/>
            </a:schemeClr>
          </a:solidFill>
          <a:ln w="15875">
            <a:prstDash val="sysDot"/>
            <a:tailEnd type="stealt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 smtClean="0">
                <a:solidFill>
                  <a:schemeClr val="tx1"/>
                </a:solidFill>
              </a:rPr>
              <a:t>Модуль</a:t>
            </a:r>
            <a:br>
              <a:rPr lang="ru-RU" dirty="0" smtClean="0">
                <a:solidFill>
                  <a:schemeClr val="tx1"/>
                </a:solidFill>
              </a:rPr>
            </a:br>
            <a:r>
              <a:rPr lang="ru-RU" dirty="0" smtClean="0">
                <a:solidFill>
                  <a:schemeClr val="tx1"/>
                </a:solidFill>
              </a:rPr>
              <a:t>менеджера</a:t>
            </a:r>
            <a:endParaRPr lang="ru-RU" dirty="0">
              <a:solidFill>
                <a:schemeClr val="tx1"/>
              </a:solidFill>
            </a:endParaRPr>
          </a:p>
        </p:txBody>
      </p:sp>
      <p:sp>
        <p:nvSpPr>
          <p:cNvPr id="47" name="Выноска 3 46"/>
          <p:cNvSpPr/>
          <p:nvPr/>
        </p:nvSpPr>
        <p:spPr>
          <a:xfrm>
            <a:off x="3741904" y="3381155"/>
            <a:ext cx="2198247" cy="801868"/>
          </a:xfrm>
          <a:prstGeom prst="borderCallout3">
            <a:avLst>
              <a:gd name="adj1" fmla="val 22601"/>
              <a:gd name="adj2" fmla="val -539"/>
              <a:gd name="adj3" fmla="val -6811"/>
              <a:gd name="adj4" fmla="val -8515"/>
              <a:gd name="adj5" fmla="val 103"/>
              <a:gd name="adj6" fmla="val -20671"/>
              <a:gd name="adj7" fmla="val 18709"/>
              <a:gd name="adj8" fmla="val -28225"/>
            </a:avLst>
          </a:prstGeom>
          <a:solidFill>
            <a:schemeClr val="tx2">
              <a:lumMod val="20000"/>
              <a:lumOff val="80000"/>
            </a:schemeClr>
          </a:solidFill>
          <a:ln w="15875">
            <a:prstDash val="sysDot"/>
            <a:tailEnd type="stealt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 smtClean="0">
                <a:solidFill>
                  <a:schemeClr val="tx1"/>
                </a:solidFill>
              </a:rPr>
              <a:t>Модуль</a:t>
            </a:r>
            <a:br>
              <a:rPr lang="ru-RU" dirty="0" smtClean="0">
                <a:solidFill>
                  <a:schemeClr val="tx1"/>
                </a:solidFill>
              </a:rPr>
            </a:br>
            <a:r>
              <a:rPr lang="ru-RU" dirty="0" smtClean="0">
                <a:solidFill>
                  <a:schemeClr val="tx1"/>
                </a:solidFill>
              </a:rPr>
              <a:t>менеджера значения константы</a:t>
            </a:r>
            <a:endParaRPr lang="ru-RU" dirty="0">
              <a:solidFill>
                <a:schemeClr val="tx1"/>
              </a:solidFill>
            </a:endParaRPr>
          </a:p>
        </p:txBody>
      </p:sp>
      <p:sp>
        <p:nvSpPr>
          <p:cNvPr id="17" name="Прямоугольник 16"/>
          <p:cNvSpPr/>
          <p:nvPr/>
        </p:nvSpPr>
        <p:spPr>
          <a:xfrm>
            <a:off x="3895934" y="2387616"/>
            <a:ext cx="2170506" cy="432000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15875"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>
              <a:solidFill>
                <a:schemeClr val="tx1"/>
              </a:solidFill>
            </a:endParaRPr>
          </a:p>
        </p:txBody>
      </p:sp>
      <p:sp>
        <p:nvSpPr>
          <p:cNvPr id="18" name="Прямоугольник 17"/>
          <p:cNvSpPr/>
          <p:nvPr/>
        </p:nvSpPr>
        <p:spPr>
          <a:xfrm>
            <a:off x="3832507" y="2474146"/>
            <a:ext cx="2170506" cy="432000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15875"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>
              <a:solidFill>
                <a:schemeClr val="tx1"/>
              </a:solidFill>
            </a:endParaRPr>
          </a:p>
        </p:txBody>
      </p:sp>
      <p:sp>
        <p:nvSpPr>
          <p:cNvPr id="44" name="Прямоугольник 43"/>
          <p:cNvSpPr/>
          <p:nvPr/>
        </p:nvSpPr>
        <p:spPr>
          <a:xfrm>
            <a:off x="3769645" y="2575702"/>
            <a:ext cx="2170506" cy="432000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15875"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>
                <a:solidFill>
                  <a:schemeClr val="tx1"/>
                </a:solidFill>
              </a:rPr>
              <a:t>Общие модули</a:t>
            </a:r>
          </a:p>
        </p:txBody>
      </p:sp>
      <p:sp>
        <p:nvSpPr>
          <p:cNvPr id="22" name="Прямоугольник 21"/>
          <p:cNvSpPr/>
          <p:nvPr/>
        </p:nvSpPr>
        <p:spPr>
          <a:xfrm>
            <a:off x="3895934" y="4952968"/>
            <a:ext cx="2170506" cy="432000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 w="15875"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>
              <a:solidFill>
                <a:schemeClr val="tx1"/>
              </a:solidFill>
            </a:endParaRPr>
          </a:p>
        </p:txBody>
      </p:sp>
      <p:sp>
        <p:nvSpPr>
          <p:cNvPr id="23" name="Прямоугольник 22"/>
          <p:cNvSpPr/>
          <p:nvPr/>
        </p:nvSpPr>
        <p:spPr>
          <a:xfrm>
            <a:off x="3832507" y="5039498"/>
            <a:ext cx="2170506" cy="432000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 w="15875"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>
              <a:solidFill>
                <a:schemeClr val="tx1"/>
              </a:solidFill>
            </a:endParaRPr>
          </a:p>
        </p:txBody>
      </p:sp>
      <p:sp>
        <p:nvSpPr>
          <p:cNvPr id="45" name="Прямоугольник 44"/>
          <p:cNvSpPr/>
          <p:nvPr/>
        </p:nvSpPr>
        <p:spPr>
          <a:xfrm>
            <a:off x="3785253" y="5113023"/>
            <a:ext cx="2154898" cy="432000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 w="15875"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>
                <a:solidFill>
                  <a:schemeClr val="tx1"/>
                </a:solidFill>
              </a:rPr>
              <a:t>Общие модули</a:t>
            </a:r>
          </a:p>
        </p:txBody>
      </p:sp>
    </p:spTree>
    <p:extLst>
      <p:ext uri="{BB962C8B-B14F-4D97-AF65-F5344CB8AC3E}">
        <p14:creationId xmlns:p14="http://schemas.microsoft.com/office/powerpoint/2010/main" val="120382384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10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10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10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10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10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>
                            <p:stCondLst>
                              <p:cond delay="1000"/>
                            </p:stCondLst>
                            <p:childTnLst>
                              <p:par>
                                <p:cTn id="24" presetID="26" presetClass="emph" presetSubtype="0" repeatCount="300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5" dur="1000" tmFilter="0, 0; .2, .5; .8, .5; 1, 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26" dur="500" autoRev="1" fill="hold"/>
                                        <p:tgtEl>
                                          <p:spTgt spid="44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  <p:par>
                                <p:cTn id="27" presetID="26" presetClass="emph" presetSubtype="0" repeatCount="3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8" dur="1000" tmFilter="0, 0; .2, .5; .8, .5; 1, 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29" dur="500" autoRev="1" fill="hold"/>
                                        <p:tgtEl>
                                          <p:spTgt spid="45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  <p:par>
                                <p:cTn id="30" presetID="26" presetClass="emph" presetSubtype="0" repeatCount="3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1" dur="1000" tmFilter="0, 0; .2, .5; .8, .5; 1, 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32" dur="500" autoRev="1" fill="hold"/>
                                        <p:tgtEl>
                                          <p:spTgt spid="17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  <p:par>
                                <p:cTn id="33" presetID="26" presetClass="emph" presetSubtype="0" repeatCount="3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4" dur="1000" tmFilter="0, 0; .2, .5; .8, .5; 1, 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35" dur="500" autoRev="1" fill="hold"/>
                                        <p:tgtEl>
                                          <p:spTgt spid="18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  <p:par>
                                <p:cTn id="36" presetID="26" presetClass="emph" presetSubtype="0" repeatCount="3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7" dur="1000" tmFilter="0, 0; .2, .5; .8, .5; 1, 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38" dur="500" autoRev="1" fill="hold"/>
                                        <p:tgtEl>
                                          <p:spTgt spid="22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  <p:par>
                                <p:cTn id="39" presetID="26" presetClass="emph" presetSubtype="0" repeatCount="3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0" dur="1000" tmFilter="0, 0; .2, .5; .8, .5; 1, 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41" dur="500" autoRev="1" fill="hold"/>
                                        <p:tgtEl>
                                          <p:spTgt spid="23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 animBg="1"/>
      <p:bldP spid="17" grpId="1" animBg="1"/>
      <p:bldP spid="18" grpId="0" animBg="1"/>
      <p:bldP spid="18" grpId="1" animBg="1"/>
      <p:bldP spid="44" grpId="0" animBg="1"/>
      <p:bldP spid="44" grpId="1" animBg="1"/>
      <p:bldP spid="22" grpId="0" animBg="1"/>
      <p:bldP spid="22" grpId="1" animBg="1"/>
      <p:bldP spid="23" grpId="0" animBg="1"/>
      <p:bldP spid="23" grpId="1" animBg="1"/>
      <p:bldP spid="45" grpId="0" animBg="1"/>
      <p:bldP spid="45" grpId="1" animBg="1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Цилиндр 15"/>
          <p:cNvSpPr/>
          <p:nvPr/>
        </p:nvSpPr>
        <p:spPr>
          <a:xfrm>
            <a:off x="1403648" y="5661248"/>
            <a:ext cx="4857719" cy="864096"/>
          </a:xfrm>
          <a:prstGeom prst="can">
            <a:avLst>
              <a:gd name="adj" fmla="val 19215"/>
            </a:avLst>
          </a:prstGeom>
          <a:solidFill>
            <a:schemeClr val="accent3">
              <a:lumMod val="40000"/>
              <a:lumOff val="60000"/>
              <a:alpha val="15000"/>
            </a:schemeClr>
          </a:solidFill>
          <a:ln>
            <a:solidFill>
              <a:schemeClr val="accent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ru-RU" dirty="0" smtClean="0">
                <a:solidFill>
                  <a:schemeClr val="tx1"/>
                </a:solidFill>
              </a:rPr>
              <a:t>База данных</a:t>
            </a:r>
            <a:endParaRPr lang="ru-RU" dirty="0">
              <a:solidFill>
                <a:schemeClr val="tx1"/>
              </a:solidFill>
            </a:endParaRPr>
          </a:p>
        </p:txBody>
      </p:sp>
      <p:sp>
        <p:nvSpPr>
          <p:cNvPr id="3" name="Прямоугольник 2"/>
          <p:cNvSpPr/>
          <p:nvPr/>
        </p:nvSpPr>
        <p:spPr>
          <a:xfrm>
            <a:off x="187018" y="3204953"/>
            <a:ext cx="8810374" cy="2382770"/>
          </a:xfrm>
          <a:prstGeom prst="rect">
            <a:avLst/>
          </a:prstGeom>
          <a:solidFill>
            <a:srgbClr val="00B0F0">
              <a:alpha val="5000"/>
            </a:srgbClr>
          </a:solidFill>
          <a:ln>
            <a:solidFill>
              <a:srgbClr val="00B0F0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r>
              <a:rPr lang="ru-RU" b="1" dirty="0" smtClean="0">
                <a:solidFill>
                  <a:srgbClr val="00B0F0"/>
                </a:solidFill>
              </a:rPr>
              <a:t>Сервер</a:t>
            </a:r>
            <a:endParaRPr lang="ru-RU" b="1" dirty="0">
              <a:solidFill>
                <a:srgbClr val="00B0F0"/>
              </a:solidFill>
            </a:endParaRPr>
          </a:p>
        </p:txBody>
      </p:sp>
      <p:sp>
        <p:nvSpPr>
          <p:cNvPr id="12" name="Прямоугольник 11"/>
          <p:cNvSpPr/>
          <p:nvPr/>
        </p:nvSpPr>
        <p:spPr>
          <a:xfrm>
            <a:off x="187018" y="587357"/>
            <a:ext cx="8812654" cy="2534859"/>
          </a:xfrm>
          <a:prstGeom prst="rect">
            <a:avLst/>
          </a:prstGeom>
          <a:solidFill>
            <a:srgbClr val="FF0000">
              <a:alpha val="8000"/>
            </a:srgbClr>
          </a:solidFill>
          <a:ln>
            <a:solidFill>
              <a:srgbClr val="FF0000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r>
              <a:rPr lang="ru-RU" b="1" dirty="0" smtClean="0">
                <a:solidFill>
                  <a:srgbClr val="C00000"/>
                </a:solidFill>
              </a:rPr>
              <a:t>Клиент</a:t>
            </a:r>
            <a:endParaRPr lang="ru-RU" b="1" dirty="0">
              <a:solidFill>
                <a:srgbClr val="C00000"/>
              </a:solidFill>
            </a:endParaRPr>
          </a:p>
        </p:txBody>
      </p:sp>
      <p:sp>
        <p:nvSpPr>
          <p:cNvPr id="13" name="Блок-схема: альтернативный процесс 12"/>
          <p:cNvSpPr/>
          <p:nvPr/>
        </p:nvSpPr>
        <p:spPr>
          <a:xfrm>
            <a:off x="1208689" y="3259235"/>
            <a:ext cx="2304256" cy="1008112"/>
          </a:xfrm>
          <a:prstGeom prst="flowChartAlternateProcess">
            <a:avLst/>
          </a:prstGeom>
          <a:noFill/>
          <a:ln w="381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 smtClean="0">
                <a:solidFill>
                  <a:schemeClr val="tx1"/>
                </a:solidFill>
              </a:rPr>
              <a:t>Прикладные программные объекты</a:t>
            </a:r>
            <a:endParaRPr lang="ru-RU" dirty="0">
              <a:solidFill>
                <a:schemeClr val="tx1"/>
              </a:solidFill>
            </a:endParaRPr>
          </a:p>
        </p:txBody>
      </p:sp>
      <p:sp>
        <p:nvSpPr>
          <p:cNvPr id="24" name="Блок-схема: альтернативный процесс 23"/>
          <p:cNvSpPr/>
          <p:nvPr/>
        </p:nvSpPr>
        <p:spPr>
          <a:xfrm>
            <a:off x="6470649" y="709095"/>
            <a:ext cx="2304256" cy="1008112"/>
          </a:xfrm>
          <a:prstGeom prst="flowChartAlternateProcess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 smtClean="0">
                <a:solidFill>
                  <a:schemeClr val="tx1"/>
                </a:solidFill>
              </a:rPr>
              <a:t>Форма клиентского приложения</a:t>
            </a:r>
            <a:br>
              <a:rPr lang="ru-RU" dirty="0" smtClean="0">
                <a:solidFill>
                  <a:schemeClr val="tx1"/>
                </a:solidFill>
              </a:rPr>
            </a:br>
            <a:r>
              <a:rPr lang="ru-RU" dirty="0" smtClean="0">
                <a:solidFill>
                  <a:schemeClr val="tx1"/>
                </a:solidFill>
              </a:rPr>
              <a:t> (на клиенте)</a:t>
            </a:r>
            <a:endParaRPr lang="ru-RU" dirty="0">
              <a:solidFill>
                <a:schemeClr val="tx1"/>
              </a:solidFill>
            </a:endParaRPr>
          </a:p>
        </p:txBody>
      </p:sp>
      <p:sp>
        <p:nvSpPr>
          <p:cNvPr id="26" name="Блок-схема: альтернативный процесс 25"/>
          <p:cNvSpPr/>
          <p:nvPr/>
        </p:nvSpPr>
        <p:spPr>
          <a:xfrm>
            <a:off x="6516216" y="3284984"/>
            <a:ext cx="2304256" cy="1008112"/>
          </a:xfrm>
          <a:prstGeom prst="flowChartAlternateProcess">
            <a:avLst/>
          </a:prstGeom>
          <a:noFill/>
          <a:ln w="381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 smtClean="0">
                <a:solidFill>
                  <a:schemeClr val="tx1"/>
                </a:solidFill>
              </a:rPr>
              <a:t>Форма клиентского приложения</a:t>
            </a:r>
            <a:br>
              <a:rPr lang="ru-RU" dirty="0" smtClean="0">
                <a:solidFill>
                  <a:schemeClr val="tx1"/>
                </a:solidFill>
              </a:rPr>
            </a:br>
            <a:r>
              <a:rPr lang="ru-RU" dirty="0" smtClean="0">
                <a:solidFill>
                  <a:schemeClr val="tx1"/>
                </a:solidFill>
              </a:rPr>
              <a:t> (на сервере)</a:t>
            </a:r>
            <a:endParaRPr lang="ru-RU" dirty="0">
              <a:solidFill>
                <a:schemeClr val="tx1"/>
              </a:solidFill>
            </a:endParaRPr>
          </a:p>
        </p:txBody>
      </p:sp>
      <p:sp>
        <p:nvSpPr>
          <p:cNvPr id="28" name="Выноска 3 27"/>
          <p:cNvSpPr/>
          <p:nvPr/>
        </p:nvSpPr>
        <p:spPr>
          <a:xfrm>
            <a:off x="6532021" y="1802263"/>
            <a:ext cx="1728192" cy="504000"/>
          </a:xfrm>
          <a:prstGeom prst="borderCallout3">
            <a:avLst>
              <a:gd name="adj1" fmla="val 18750"/>
              <a:gd name="adj2" fmla="val -8333"/>
              <a:gd name="adj3" fmla="val 18750"/>
              <a:gd name="adj4" fmla="val -16667"/>
              <a:gd name="adj5" fmla="val -47795"/>
              <a:gd name="adj6" fmla="val -17677"/>
              <a:gd name="adj7" fmla="val -72169"/>
              <a:gd name="adj8" fmla="val 13874"/>
            </a:avLst>
          </a:prstGeom>
          <a:solidFill>
            <a:schemeClr val="accent6">
              <a:lumMod val="20000"/>
              <a:lumOff val="80000"/>
            </a:schemeClr>
          </a:solidFill>
          <a:ln w="15875">
            <a:prstDash val="sysDot"/>
            <a:tailEnd type="stealt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>
                <a:solidFill>
                  <a:schemeClr val="tx1"/>
                </a:solidFill>
              </a:rPr>
              <a:t>Модуль формы</a:t>
            </a:r>
            <a:br>
              <a:rPr lang="ru-RU" dirty="0">
                <a:solidFill>
                  <a:schemeClr val="tx1"/>
                </a:solidFill>
              </a:rPr>
            </a:br>
            <a:r>
              <a:rPr lang="ru-RU" dirty="0">
                <a:solidFill>
                  <a:schemeClr val="tx1"/>
                </a:solidFill>
              </a:rPr>
              <a:t>&amp;На Клиенте</a:t>
            </a:r>
          </a:p>
        </p:txBody>
      </p:sp>
      <p:sp>
        <p:nvSpPr>
          <p:cNvPr id="37" name="Выноска 3 36"/>
          <p:cNvSpPr/>
          <p:nvPr/>
        </p:nvSpPr>
        <p:spPr>
          <a:xfrm>
            <a:off x="6532021" y="4350084"/>
            <a:ext cx="1728192" cy="504000"/>
          </a:xfrm>
          <a:prstGeom prst="borderCallout3">
            <a:avLst>
              <a:gd name="adj1" fmla="val 18750"/>
              <a:gd name="adj2" fmla="val -8333"/>
              <a:gd name="adj3" fmla="val 18750"/>
              <a:gd name="adj4" fmla="val -16667"/>
              <a:gd name="adj5" fmla="val -47795"/>
              <a:gd name="adj6" fmla="val -17677"/>
              <a:gd name="adj7" fmla="val -72169"/>
              <a:gd name="adj8" fmla="val 13874"/>
            </a:avLst>
          </a:prstGeom>
          <a:solidFill>
            <a:schemeClr val="tx2">
              <a:lumMod val="20000"/>
              <a:lumOff val="80000"/>
            </a:schemeClr>
          </a:solidFill>
          <a:ln w="15875">
            <a:prstDash val="sysDot"/>
            <a:tailEnd type="stealt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>
                <a:solidFill>
                  <a:schemeClr val="tx1"/>
                </a:solidFill>
              </a:rPr>
              <a:t>Модуль формы</a:t>
            </a:r>
            <a:br>
              <a:rPr lang="ru-RU" dirty="0">
                <a:solidFill>
                  <a:schemeClr val="tx1"/>
                </a:solidFill>
              </a:rPr>
            </a:br>
            <a:r>
              <a:rPr lang="ru-RU" dirty="0">
                <a:solidFill>
                  <a:schemeClr val="tx1"/>
                </a:solidFill>
              </a:rPr>
              <a:t>&amp;На </a:t>
            </a:r>
            <a:r>
              <a:rPr lang="ru-RU" dirty="0" smtClean="0">
                <a:solidFill>
                  <a:schemeClr val="tx1"/>
                </a:solidFill>
              </a:rPr>
              <a:t>Сервере</a:t>
            </a:r>
            <a:endParaRPr lang="ru-RU" dirty="0">
              <a:solidFill>
                <a:schemeClr val="tx1"/>
              </a:solidFill>
            </a:endParaRPr>
          </a:p>
        </p:txBody>
      </p:sp>
      <p:sp>
        <p:nvSpPr>
          <p:cNvPr id="39" name="Выноска 3 38"/>
          <p:cNvSpPr/>
          <p:nvPr/>
        </p:nvSpPr>
        <p:spPr>
          <a:xfrm>
            <a:off x="539552" y="2575702"/>
            <a:ext cx="2880320" cy="432000"/>
          </a:xfrm>
          <a:prstGeom prst="borderCallout3">
            <a:avLst>
              <a:gd name="adj1" fmla="val 18750"/>
              <a:gd name="adj2" fmla="val -2047"/>
              <a:gd name="adj3" fmla="val 10367"/>
              <a:gd name="adj4" fmla="val -8181"/>
              <a:gd name="adj5" fmla="val -77135"/>
              <a:gd name="adj6" fmla="val -9190"/>
              <a:gd name="adj7" fmla="val -393850"/>
              <a:gd name="adj8" fmla="val 3085"/>
            </a:avLst>
          </a:prstGeom>
          <a:solidFill>
            <a:schemeClr val="accent6">
              <a:lumMod val="20000"/>
              <a:lumOff val="80000"/>
            </a:schemeClr>
          </a:solidFill>
          <a:ln w="15875">
            <a:prstDash val="sysDot"/>
            <a:tailEnd type="stealt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>
                <a:solidFill>
                  <a:schemeClr val="tx1"/>
                </a:solidFill>
              </a:rPr>
              <a:t>Модуль </a:t>
            </a:r>
            <a:r>
              <a:rPr lang="ru-RU" dirty="0" smtClean="0">
                <a:solidFill>
                  <a:schemeClr val="tx1"/>
                </a:solidFill>
              </a:rPr>
              <a:t>приложения</a:t>
            </a:r>
            <a:endParaRPr lang="ru-RU" dirty="0">
              <a:solidFill>
                <a:schemeClr val="tx1"/>
              </a:solidFill>
            </a:endParaRPr>
          </a:p>
        </p:txBody>
      </p:sp>
      <p:sp>
        <p:nvSpPr>
          <p:cNvPr id="47" name="Выноска 3 46"/>
          <p:cNvSpPr/>
          <p:nvPr/>
        </p:nvSpPr>
        <p:spPr>
          <a:xfrm>
            <a:off x="3741904" y="3381155"/>
            <a:ext cx="2198247" cy="801868"/>
          </a:xfrm>
          <a:prstGeom prst="borderCallout3">
            <a:avLst>
              <a:gd name="adj1" fmla="val 22601"/>
              <a:gd name="adj2" fmla="val -539"/>
              <a:gd name="adj3" fmla="val -6811"/>
              <a:gd name="adj4" fmla="val -8515"/>
              <a:gd name="adj5" fmla="val 103"/>
              <a:gd name="adj6" fmla="val -20671"/>
              <a:gd name="adj7" fmla="val 18709"/>
              <a:gd name="adj8" fmla="val -28225"/>
            </a:avLst>
          </a:prstGeom>
          <a:solidFill>
            <a:schemeClr val="tx2">
              <a:lumMod val="20000"/>
              <a:lumOff val="80000"/>
            </a:schemeClr>
          </a:solidFill>
          <a:ln w="15875">
            <a:prstDash val="sysDot"/>
            <a:tailEnd type="stealt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 smtClean="0">
                <a:solidFill>
                  <a:schemeClr val="tx1"/>
                </a:solidFill>
              </a:rPr>
              <a:t>Модуль</a:t>
            </a:r>
            <a:br>
              <a:rPr lang="ru-RU" dirty="0" smtClean="0">
                <a:solidFill>
                  <a:schemeClr val="tx1"/>
                </a:solidFill>
              </a:rPr>
            </a:br>
            <a:r>
              <a:rPr lang="ru-RU" dirty="0" smtClean="0">
                <a:solidFill>
                  <a:schemeClr val="tx1"/>
                </a:solidFill>
              </a:rPr>
              <a:t>менеджера значения константы</a:t>
            </a:r>
            <a:endParaRPr lang="ru-RU" dirty="0">
              <a:solidFill>
                <a:schemeClr val="tx1"/>
              </a:solidFill>
            </a:endParaRPr>
          </a:p>
        </p:txBody>
      </p:sp>
      <p:sp>
        <p:nvSpPr>
          <p:cNvPr id="19" name="Выноска 3 18"/>
          <p:cNvSpPr/>
          <p:nvPr/>
        </p:nvSpPr>
        <p:spPr>
          <a:xfrm>
            <a:off x="558614" y="4350084"/>
            <a:ext cx="1649781" cy="504000"/>
          </a:xfrm>
          <a:prstGeom prst="borderCallout3">
            <a:avLst>
              <a:gd name="adj1" fmla="val -11912"/>
              <a:gd name="adj2" fmla="val 14468"/>
              <a:gd name="adj3" fmla="val -37981"/>
              <a:gd name="adj4" fmla="val 26423"/>
              <a:gd name="adj5" fmla="val -66221"/>
              <a:gd name="adj6" fmla="val 39963"/>
              <a:gd name="adj7" fmla="val -120298"/>
              <a:gd name="adj8" fmla="val 63880"/>
            </a:avLst>
          </a:prstGeom>
          <a:solidFill>
            <a:schemeClr val="tx2">
              <a:lumMod val="20000"/>
              <a:lumOff val="80000"/>
            </a:schemeClr>
          </a:solidFill>
          <a:ln w="15875">
            <a:prstDash val="sysDot"/>
            <a:tailEnd type="stealt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>
                <a:solidFill>
                  <a:schemeClr val="tx1"/>
                </a:solidFill>
              </a:rPr>
              <a:t>Модуль </a:t>
            </a:r>
            <a:r>
              <a:rPr lang="ru-RU" dirty="0" smtClean="0">
                <a:solidFill>
                  <a:schemeClr val="tx1"/>
                </a:solidFill>
              </a:rPr>
              <a:t>объекта</a:t>
            </a:r>
            <a:endParaRPr lang="ru-RU" dirty="0">
              <a:solidFill>
                <a:schemeClr val="tx1"/>
              </a:solidFill>
            </a:endParaRPr>
          </a:p>
        </p:txBody>
      </p:sp>
      <p:sp>
        <p:nvSpPr>
          <p:cNvPr id="20" name="Выноска 3 19"/>
          <p:cNvSpPr/>
          <p:nvPr/>
        </p:nvSpPr>
        <p:spPr>
          <a:xfrm>
            <a:off x="2267744" y="4350084"/>
            <a:ext cx="1800200" cy="504000"/>
          </a:xfrm>
          <a:prstGeom prst="borderCallout3">
            <a:avLst>
              <a:gd name="adj1" fmla="val -5625"/>
              <a:gd name="adj2" fmla="val -539"/>
              <a:gd name="adj3" fmla="val -40320"/>
              <a:gd name="adj4" fmla="val -29634"/>
              <a:gd name="adj5" fmla="val -70132"/>
              <a:gd name="adj6" fmla="val -26659"/>
              <a:gd name="adj7" fmla="val -78778"/>
              <a:gd name="adj8" fmla="val -13740"/>
            </a:avLst>
          </a:prstGeom>
          <a:solidFill>
            <a:schemeClr val="tx2">
              <a:lumMod val="20000"/>
              <a:lumOff val="80000"/>
            </a:schemeClr>
          </a:solidFill>
          <a:ln w="15875">
            <a:prstDash val="sysDot"/>
            <a:tailEnd type="stealt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 smtClean="0">
                <a:solidFill>
                  <a:schemeClr val="tx1"/>
                </a:solidFill>
              </a:rPr>
              <a:t>Модуль</a:t>
            </a:r>
            <a:br>
              <a:rPr lang="ru-RU" dirty="0" smtClean="0">
                <a:solidFill>
                  <a:schemeClr val="tx1"/>
                </a:solidFill>
              </a:rPr>
            </a:br>
            <a:r>
              <a:rPr lang="ru-RU" dirty="0" smtClean="0">
                <a:solidFill>
                  <a:schemeClr val="tx1"/>
                </a:solidFill>
              </a:rPr>
              <a:t>набора записей</a:t>
            </a:r>
            <a:endParaRPr lang="ru-RU" dirty="0">
              <a:solidFill>
                <a:schemeClr val="tx1"/>
              </a:solidFill>
            </a:endParaRPr>
          </a:p>
        </p:txBody>
      </p:sp>
      <p:sp>
        <p:nvSpPr>
          <p:cNvPr id="21" name="Выноска 3 20"/>
          <p:cNvSpPr/>
          <p:nvPr/>
        </p:nvSpPr>
        <p:spPr>
          <a:xfrm>
            <a:off x="4127292" y="4350084"/>
            <a:ext cx="1800200" cy="504000"/>
          </a:xfrm>
          <a:prstGeom prst="borderCallout3">
            <a:avLst>
              <a:gd name="adj1" fmla="val -5625"/>
              <a:gd name="adj2" fmla="val -539"/>
              <a:gd name="adj3" fmla="val -39553"/>
              <a:gd name="adj4" fmla="val -3573"/>
              <a:gd name="adj5" fmla="val -55220"/>
              <a:gd name="adj6" fmla="val -12434"/>
              <a:gd name="adj7" fmla="val -70774"/>
              <a:gd name="adj8" fmla="val -48275"/>
            </a:avLst>
          </a:prstGeom>
          <a:solidFill>
            <a:schemeClr val="tx2">
              <a:lumMod val="20000"/>
              <a:lumOff val="80000"/>
            </a:schemeClr>
          </a:solidFill>
          <a:ln w="15875">
            <a:prstDash val="sysDot"/>
            <a:tailEnd type="stealt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 smtClean="0">
                <a:solidFill>
                  <a:schemeClr val="tx1"/>
                </a:solidFill>
              </a:rPr>
              <a:t>Модуль</a:t>
            </a:r>
            <a:br>
              <a:rPr lang="ru-RU" dirty="0" smtClean="0">
                <a:solidFill>
                  <a:schemeClr val="tx1"/>
                </a:solidFill>
              </a:rPr>
            </a:br>
            <a:r>
              <a:rPr lang="ru-RU" dirty="0" smtClean="0">
                <a:solidFill>
                  <a:schemeClr val="tx1"/>
                </a:solidFill>
              </a:rPr>
              <a:t>менеджера</a:t>
            </a:r>
            <a:endParaRPr lang="ru-RU" dirty="0">
              <a:solidFill>
                <a:schemeClr val="tx1"/>
              </a:solidFill>
            </a:endParaRPr>
          </a:p>
        </p:txBody>
      </p:sp>
      <p:sp>
        <p:nvSpPr>
          <p:cNvPr id="17" name="Прямоугольник 16"/>
          <p:cNvSpPr/>
          <p:nvPr/>
        </p:nvSpPr>
        <p:spPr>
          <a:xfrm>
            <a:off x="3895934" y="2387616"/>
            <a:ext cx="2170506" cy="432000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15875"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>
              <a:solidFill>
                <a:schemeClr val="tx1"/>
              </a:solidFill>
            </a:endParaRPr>
          </a:p>
        </p:txBody>
      </p:sp>
      <p:sp>
        <p:nvSpPr>
          <p:cNvPr id="18" name="Прямоугольник 17"/>
          <p:cNvSpPr/>
          <p:nvPr/>
        </p:nvSpPr>
        <p:spPr>
          <a:xfrm>
            <a:off x="3832507" y="2474146"/>
            <a:ext cx="2170506" cy="432000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15875"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>
              <a:solidFill>
                <a:schemeClr val="tx1"/>
              </a:solidFill>
            </a:endParaRPr>
          </a:p>
        </p:txBody>
      </p:sp>
      <p:sp>
        <p:nvSpPr>
          <p:cNvPr id="25" name="Прямоугольник 24"/>
          <p:cNvSpPr/>
          <p:nvPr/>
        </p:nvSpPr>
        <p:spPr>
          <a:xfrm>
            <a:off x="3769645" y="2575702"/>
            <a:ext cx="2170506" cy="432000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15875"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>
                <a:solidFill>
                  <a:schemeClr val="tx1"/>
                </a:solidFill>
              </a:rPr>
              <a:t>Общие модули</a:t>
            </a:r>
          </a:p>
        </p:txBody>
      </p:sp>
      <p:sp>
        <p:nvSpPr>
          <p:cNvPr id="27" name="Прямоугольник 26"/>
          <p:cNvSpPr/>
          <p:nvPr/>
        </p:nvSpPr>
        <p:spPr>
          <a:xfrm>
            <a:off x="3895934" y="4952968"/>
            <a:ext cx="2170506" cy="432000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 w="15875"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>
              <a:solidFill>
                <a:schemeClr val="tx1"/>
              </a:solidFill>
            </a:endParaRPr>
          </a:p>
        </p:txBody>
      </p:sp>
      <p:sp>
        <p:nvSpPr>
          <p:cNvPr id="29" name="Прямоугольник 28"/>
          <p:cNvSpPr/>
          <p:nvPr/>
        </p:nvSpPr>
        <p:spPr>
          <a:xfrm>
            <a:off x="3832507" y="5039498"/>
            <a:ext cx="2170506" cy="432000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 w="15875"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>
              <a:solidFill>
                <a:schemeClr val="tx1"/>
              </a:solidFill>
            </a:endParaRPr>
          </a:p>
        </p:txBody>
      </p:sp>
      <p:sp>
        <p:nvSpPr>
          <p:cNvPr id="30" name="Прямоугольник 29"/>
          <p:cNvSpPr/>
          <p:nvPr/>
        </p:nvSpPr>
        <p:spPr>
          <a:xfrm>
            <a:off x="3785253" y="5113023"/>
            <a:ext cx="2154898" cy="432000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 w="15875"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>
                <a:solidFill>
                  <a:schemeClr val="tx1"/>
                </a:solidFill>
              </a:rPr>
              <a:t>Общие модули</a:t>
            </a:r>
          </a:p>
        </p:txBody>
      </p:sp>
    </p:spTree>
    <p:extLst>
      <p:ext uri="{BB962C8B-B14F-4D97-AF65-F5344CB8AC3E}">
        <p14:creationId xmlns:p14="http://schemas.microsoft.com/office/powerpoint/2010/main" val="47164390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1000"/>
                            </p:stCondLst>
                            <p:childTnLst>
                              <p:par>
                                <p:cTn id="9" presetID="26" presetClass="emph" presetSubtype="0" repeatCount="300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0" dur="1000" tmFilter="0, 0; .2, .5; .8, .5; 1, 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1" dur="500" autoRev="1" fill="hold"/>
                                        <p:tgtEl>
                                          <p:spTgt spid="39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9" grpId="0" animBg="1"/>
      <p:bldP spid="39" grpId="1" animBg="1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Цилиндр 15"/>
          <p:cNvSpPr/>
          <p:nvPr/>
        </p:nvSpPr>
        <p:spPr>
          <a:xfrm>
            <a:off x="1403648" y="5661248"/>
            <a:ext cx="4857719" cy="864096"/>
          </a:xfrm>
          <a:prstGeom prst="can">
            <a:avLst>
              <a:gd name="adj" fmla="val 19215"/>
            </a:avLst>
          </a:prstGeom>
          <a:solidFill>
            <a:schemeClr val="accent3">
              <a:lumMod val="40000"/>
              <a:lumOff val="60000"/>
              <a:alpha val="15000"/>
            </a:schemeClr>
          </a:solidFill>
          <a:ln>
            <a:solidFill>
              <a:schemeClr val="accent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ru-RU" dirty="0" smtClean="0">
                <a:solidFill>
                  <a:schemeClr val="tx1"/>
                </a:solidFill>
              </a:rPr>
              <a:t>База данных</a:t>
            </a:r>
            <a:endParaRPr lang="ru-RU" dirty="0">
              <a:solidFill>
                <a:schemeClr val="tx1"/>
              </a:solidFill>
            </a:endParaRPr>
          </a:p>
        </p:txBody>
      </p:sp>
      <p:sp>
        <p:nvSpPr>
          <p:cNvPr id="3" name="Прямоугольник 2"/>
          <p:cNvSpPr/>
          <p:nvPr/>
        </p:nvSpPr>
        <p:spPr>
          <a:xfrm>
            <a:off x="187018" y="3204953"/>
            <a:ext cx="8810374" cy="2382770"/>
          </a:xfrm>
          <a:prstGeom prst="rect">
            <a:avLst/>
          </a:prstGeom>
          <a:solidFill>
            <a:srgbClr val="00B0F0">
              <a:alpha val="5000"/>
            </a:srgbClr>
          </a:solidFill>
          <a:ln>
            <a:solidFill>
              <a:srgbClr val="00B0F0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r>
              <a:rPr lang="ru-RU" b="1" dirty="0" smtClean="0">
                <a:solidFill>
                  <a:srgbClr val="00B0F0"/>
                </a:solidFill>
              </a:rPr>
              <a:t>Сервер</a:t>
            </a:r>
            <a:endParaRPr lang="ru-RU" b="1" dirty="0">
              <a:solidFill>
                <a:srgbClr val="00B0F0"/>
              </a:solidFill>
            </a:endParaRPr>
          </a:p>
        </p:txBody>
      </p:sp>
      <p:sp>
        <p:nvSpPr>
          <p:cNvPr id="12" name="Прямоугольник 11"/>
          <p:cNvSpPr/>
          <p:nvPr/>
        </p:nvSpPr>
        <p:spPr>
          <a:xfrm>
            <a:off x="187018" y="587357"/>
            <a:ext cx="8812654" cy="2534859"/>
          </a:xfrm>
          <a:prstGeom prst="rect">
            <a:avLst/>
          </a:prstGeom>
          <a:solidFill>
            <a:srgbClr val="FF0000">
              <a:alpha val="8000"/>
            </a:srgbClr>
          </a:solidFill>
          <a:ln>
            <a:solidFill>
              <a:srgbClr val="FF0000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r>
              <a:rPr lang="ru-RU" b="1" dirty="0" smtClean="0">
                <a:solidFill>
                  <a:srgbClr val="C00000"/>
                </a:solidFill>
              </a:rPr>
              <a:t>Клиент</a:t>
            </a:r>
            <a:endParaRPr lang="ru-RU" b="1" dirty="0">
              <a:solidFill>
                <a:srgbClr val="C00000"/>
              </a:solidFill>
            </a:endParaRPr>
          </a:p>
        </p:txBody>
      </p:sp>
      <p:sp>
        <p:nvSpPr>
          <p:cNvPr id="13" name="Блок-схема: альтернативный процесс 12"/>
          <p:cNvSpPr/>
          <p:nvPr/>
        </p:nvSpPr>
        <p:spPr>
          <a:xfrm>
            <a:off x="1208689" y="3259235"/>
            <a:ext cx="2304256" cy="1008112"/>
          </a:xfrm>
          <a:prstGeom prst="flowChartAlternateProcess">
            <a:avLst/>
          </a:prstGeom>
          <a:noFill/>
          <a:ln w="381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 smtClean="0">
                <a:solidFill>
                  <a:schemeClr val="tx1"/>
                </a:solidFill>
              </a:rPr>
              <a:t>Прикладные программные объекты</a:t>
            </a:r>
            <a:endParaRPr lang="ru-RU" dirty="0">
              <a:solidFill>
                <a:schemeClr val="tx1"/>
              </a:solidFill>
            </a:endParaRPr>
          </a:p>
        </p:txBody>
      </p:sp>
      <p:sp>
        <p:nvSpPr>
          <p:cNvPr id="24" name="Блок-схема: альтернативный процесс 23"/>
          <p:cNvSpPr/>
          <p:nvPr/>
        </p:nvSpPr>
        <p:spPr>
          <a:xfrm>
            <a:off x="6470649" y="709095"/>
            <a:ext cx="2304256" cy="1008112"/>
          </a:xfrm>
          <a:prstGeom prst="flowChartAlternateProcess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 smtClean="0">
                <a:solidFill>
                  <a:schemeClr val="tx1"/>
                </a:solidFill>
              </a:rPr>
              <a:t>Форма клиентского приложения</a:t>
            </a:r>
            <a:br>
              <a:rPr lang="ru-RU" dirty="0" smtClean="0">
                <a:solidFill>
                  <a:schemeClr val="tx1"/>
                </a:solidFill>
              </a:rPr>
            </a:br>
            <a:r>
              <a:rPr lang="ru-RU" dirty="0" smtClean="0">
                <a:solidFill>
                  <a:schemeClr val="tx1"/>
                </a:solidFill>
              </a:rPr>
              <a:t> (на клиенте)</a:t>
            </a:r>
            <a:endParaRPr lang="ru-RU" dirty="0">
              <a:solidFill>
                <a:schemeClr val="tx1"/>
              </a:solidFill>
            </a:endParaRPr>
          </a:p>
        </p:txBody>
      </p:sp>
      <p:sp>
        <p:nvSpPr>
          <p:cNvPr id="26" name="Блок-схема: альтернативный процесс 25"/>
          <p:cNvSpPr/>
          <p:nvPr/>
        </p:nvSpPr>
        <p:spPr>
          <a:xfrm>
            <a:off x="6516216" y="3284984"/>
            <a:ext cx="2304256" cy="1008112"/>
          </a:xfrm>
          <a:prstGeom prst="flowChartAlternateProcess">
            <a:avLst/>
          </a:prstGeom>
          <a:noFill/>
          <a:ln w="381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 smtClean="0">
                <a:solidFill>
                  <a:schemeClr val="tx1"/>
                </a:solidFill>
              </a:rPr>
              <a:t>Форма клиентского приложения</a:t>
            </a:r>
            <a:br>
              <a:rPr lang="ru-RU" dirty="0" smtClean="0">
                <a:solidFill>
                  <a:schemeClr val="tx1"/>
                </a:solidFill>
              </a:rPr>
            </a:br>
            <a:r>
              <a:rPr lang="ru-RU" dirty="0" smtClean="0">
                <a:solidFill>
                  <a:schemeClr val="tx1"/>
                </a:solidFill>
              </a:rPr>
              <a:t> (на сервере)</a:t>
            </a:r>
            <a:endParaRPr lang="ru-RU" dirty="0">
              <a:solidFill>
                <a:schemeClr val="tx1"/>
              </a:solidFill>
            </a:endParaRPr>
          </a:p>
        </p:txBody>
      </p:sp>
      <p:sp>
        <p:nvSpPr>
          <p:cNvPr id="28" name="Выноска 3 27"/>
          <p:cNvSpPr/>
          <p:nvPr/>
        </p:nvSpPr>
        <p:spPr>
          <a:xfrm>
            <a:off x="6532021" y="1802263"/>
            <a:ext cx="1728192" cy="504000"/>
          </a:xfrm>
          <a:prstGeom prst="borderCallout3">
            <a:avLst>
              <a:gd name="adj1" fmla="val 18750"/>
              <a:gd name="adj2" fmla="val -8333"/>
              <a:gd name="adj3" fmla="val 18750"/>
              <a:gd name="adj4" fmla="val -16667"/>
              <a:gd name="adj5" fmla="val -47795"/>
              <a:gd name="adj6" fmla="val -17677"/>
              <a:gd name="adj7" fmla="val -72169"/>
              <a:gd name="adj8" fmla="val 13874"/>
            </a:avLst>
          </a:prstGeom>
          <a:solidFill>
            <a:schemeClr val="accent6">
              <a:lumMod val="20000"/>
              <a:lumOff val="80000"/>
            </a:schemeClr>
          </a:solidFill>
          <a:ln w="15875">
            <a:prstDash val="sysDot"/>
            <a:tailEnd type="stealt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>
                <a:solidFill>
                  <a:schemeClr val="tx1"/>
                </a:solidFill>
              </a:rPr>
              <a:t>Модуль формы</a:t>
            </a:r>
            <a:br>
              <a:rPr lang="ru-RU" dirty="0">
                <a:solidFill>
                  <a:schemeClr val="tx1"/>
                </a:solidFill>
              </a:rPr>
            </a:br>
            <a:r>
              <a:rPr lang="ru-RU" dirty="0">
                <a:solidFill>
                  <a:schemeClr val="tx1"/>
                </a:solidFill>
              </a:rPr>
              <a:t>&amp;На Клиенте</a:t>
            </a:r>
          </a:p>
        </p:txBody>
      </p:sp>
      <p:sp>
        <p:nvSpPr>
          <p:cNvPr id="37" name="Выноска 3 36"/>
          <p:cNvSpPr/>
          <p:nvPr/>
        </p:nvSpPr>
        <p:spPr>
          <a:xfrm>
            <a:off x="6532021" y="4350084"/>
            <a:ext cx="1728192" cy="504000"/>
          </a:xfrm>
          <a:prstGeom prst="borderCallout3">
            <a:avLst>
              <a:gd name="adj1" fmla="val 18750"/>
              <a:gd name="adj2" fmla="val -8333"/>
              <a:gd name="adj3" fmla="val 18750"/>
              <a:gd name="adj4" fmla="val -16667"/>
              <a:gd name="adj5" fmla="val -47795"/>
              <a:gd name="adj6" fmla="val -17677"/>
              <a:gd name="adj7" fmla="val -72169"/>
              <a:gd name="adj8" fmla="val 13874"/>
            </a:avLst>
          </a:prstGeom>
          <a:solidFill>
            <a:schemeClr val="tx2">
              <a:lumMod val="20000"/>
              <a:lumOff val="80000"/>
            </a:schemeClr>
          </a:solidFill>
          <a:ln w="15875">
            <a:prstDash val="sysDot"/>
            <a:tailEnd type="stealt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>
                <a:solidFill>
                  <a:schemeClr val="tx1"/>
                </a:solidFill>
              </a:rPr>
              <a:t>Модуль формы</a:t>
            </a:r>
            <a:br>
              <a:rPr lang="ru-RU" dirty="0">
                <a:solidFill>
                  <a:schemeClr val="tx1"/>
                </a:solidFill>
              </a:rPr>
            </a:br>
            <a:r>
              <a:rPr lang="ru-RU" dirty="0">
                <a:solidFill>
                  <a:schemeClr val="tx1"/>
                </a:solidFill>
              </a:rPr>
              <a:t>&amp;На </a:t>
            </a:r>
            <a:r>
              <a:rPr lang="ru-RU" dirty="0" smtClean="0">
                <a:solidFill>
                  <a:schemeClr val="tx1"/>
                </a:solidFill>
              </a:rPr>
              <a:t>Сервере</a:t>
            </a:r>
            <a:endParaRPr lang="ru-RU" dirty="0">
              <a:solidFill>
                <a:schemeClr val="tx1"/>
              </a:solidFill>
            </a:endParaRPr>
          </a:p>
        </p:txBody>
      </p:sp>
      <p:sp>
        <p:nvSpPr>
          <p:cNvPr id="38" name="Выноска 3 37"/>
          <p:cNvSpPr/>
          <p:nvPr/>
        </p:nvSpPr>
        <p:spPr>
          <a:xfrm>
            <a:off x="539552" y="5113023"/>
            <a:ext cx="2880320" cy="432000"/>
          </a:xfrm>
          <a:prstGeom prst="borderCallout3">
            <a:avLst>
              <a:gd name="adj1" fmla="val 18750"/>
              <a:gd name="adj2" fmla="val -2675"/>
              <a:gd name="adj3" fmla="val 10367"/>
              <a:gd name="adj4" fmla="val -8809"/>
              <a:gd name="adj5" fmla="val -62465"/>
              <a:gd name="adj6" fmla="val -11076"/>
              <a:gd name="adj7" fmla="val -370797"/>
              <a:gd name="adj8" fmla="val 3400"/>
            </a:avLst>
          </a:prstGeom>
          <a:solidFill>
            <a:schemeClr val="tx2">
              <a:lumMod val="20000"/>
              <a:lumOff val="80000"/>
            </a:schemeClr>
          </a:solidFill>
          <a:ln w="15875">
            <a:prstDash val="sysDot"/>
            <a:tailEnd type="stealt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>
                <a:solidFill>
                  <a:schemeClr val="tx1"/>
                </a:solidFill>
              </a:rPr>
              <a:t>Модуль </a:t>
            </a:r>
            <a:r>
              <a:rPr lang="ru-RU" dirty="0" smtClean="0">
                <a:solidFill>
                  <a:schemeClr val="tx1"/>
                </a:solidFill>
              </a:rPr>
              <a:t>сеанса</a:t>
            </a:r>
            <a:endParaRPr lang="ru-RU" dirty="0">
              <a:solidFill>
                <a:schemeClr val="tx1"/>
              </a:solidFill>
            </a:endParaRPr>
          </a:p>
        </p:txBody>
      </p:sp>
      <p:sp>
        <p:nvSpPr>
          <p:cNvPr id="39" name="Выноска 3 38"/>
          <p:cNvSpPr/>
          <p:nvPr/>
        </p:nvSpPr>
        <p:spPr>
          <a:xfrm>
            <a:off x="539552" y="2575702"/>
            <a:ext cx="2880320" cy="432000"/>
          </a:xfrm>
          <a:prstGeom prst="borderCallout3">
            <a:avLst>
              <a:gd name="adj1" fmla="val 18750"/>
              <a:gd name="adj2" fmla="val -2047"/>
              <a:gd name="adj3" fmla="val 10367"/>
              <a:gd name="adj4" fmla="val -8181"/>
              <a:gd name="adj5" fmla="val -77135"/>
              <a:gd name="adj6" fmla="val -9190"/>
              <a:gd name="adj7" fmla="val -393850"/>
              <a:gd name="adj8" fmla="val 3085"/>
            </a:avLst>
          </a:prstGeom>
          <a:solidFill>
            <a:schemeClr val="accent6">
              <a:lumMod val="20000"/>
              <a:lumOff val="80000"/>
            </a:schemeClr>
          </a:solidFill>
          <a:ln w="15875">
            <a:prstDash val="sysDot"/>
            <a:tailEnd type="stealt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>
                <a:solidFill>
                  <a:schemeClr val="tx1"/>
                </a:solidFill>
              </a:rPr>
              <a:t>Модуль </a:t>
            </a:r>
            <a:r>
              <a:rPr lang="ru-RU" dirty="0" smtClean="0">
                <a:solidFill>
                  <a:schemeClr val="tx1"/>
                </a:solidFill>
              </a:rPr>
              <a:t>приложения</a:t>
            </a:r>
            <a:endParaRPr lang="ru-RU" dirty="0">
              <a:solidFill>
                <a:schemeClr val="tx1"/>
              </a:solidFill>
            </a:endParaRPr>
          </a:p>
        </p:txBody>
      </p:sp>
      <p:sp>
        <p:nvSpPr>
          <p:cNvPr id="47" name="Выноска 3 46"/>
          <p:cNvSpPr/>
          <p:nvPr/>
        </p:nvSpPr>
        <p:spPr>
          <a:xfrm>
            <a:off x="3741904" y="3381155"/>
            <a:ext cx="2198247" cy="801868"/>
          </a:xfrm>
          <a:prstGeom prst="borderCallout3">
            <a:avLst>
              <a:gd name="adj1" fmla="val 22601"/>
              <a:gd name="adj2" fmla="val -539"/>
              <a:gd name="adj3" fmla="val -6811"/>
              <a:gd name="adj4" fmla="val -8515"/>
              <a:gd name="adj5" fmla="val 103"/>
              <a:gd name="adj6" fmla="val -20671"/>
              <a:gd name="adj7" fmla="val 18709"/>
              <a:gd name="adj8" fmla="val -28225"/>
            </a:avLst>
          </a:prstGeom>
          <a:solidFill>
            <a:schemeClr val="tx2">
              <a:lumMod val="20000"/>
              <a:lumOff val="80000"/>
            </a:schemeClr>
          </a:solidFill>
          <a:ln w="15875">
            <a:prstDash val="sysDot"/>
            <a:tailEnd type="stealt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 smtClean="0">
                <a:solidFill>
                  <a:schemeClr val="tx1"/>
                </a:solidFill>
              </a:rPr>
              <a:t>Модуль</a:t>
            </a:r>
            <a:br>
              <a:rPr lang="ru-RU" dirty="0" smtClean="0">
                <a:solidFill>
                  <a:schemeClr val="tx1"/>
                </a:solidFill>
              </a:rPr>
            </a:br>
            <a:r>
              <a:rPr lang="ru-RU" dirty="0" smtClean="0">
                <a:solidFill>
                  <a:schemeClr val="tx1"/>
                </a:solidFill>
              </a:rPr>
              <a:t>менеджера значения константы</a:t>
            </a:r>
            <a:endParaRPr lang="ru-RU" dirty="0">
              <a:solidFill>
                <a:schemeClr val="tx1"/>
              </a:solidFill>
            </a:endParaRPr>
          </a:p>
        </p:txBody>
      </p:sp>
      <p:sp>
        <p:nvSpPr>
          <p:cNvPr id="19" name="Выноска 3 18"/>
          <p:cNvSpPr/>
          <p:nvPr/>
        </p:nvSpPr>
        <p:spPr>
          <a:xfrm>
            <a:off x="558614" y="4350084"/>
            <a:ext cx="1649781" cy="504000"/>
          </a:xfrm>
          <a:prstGeom prst="borderCallout3">
            <a:avLst>
              <a:gd name="adj1" fmla="val -11912"/>
              <a:gd name="adj2" fmla="val 14468"/>
              <a:gd name="adj3" fmla="val -37981"/>
              <a:gd name="adj4" fmla="val 26423"/>
              <a:gd name="adj5" fmla="val -66221"/>
              <a:gd name="adj6" fmla="val 39963"/>
              <a:gd name="adj7" fmla="val -120298"/>
              <a:gd name="adj8" fmla="val 63880"/>
            </a:avLst>
          </a:prstGeom>
          <a:solidFill>
            <a:schemeClr val="tx2">
              <a:lumMod val="20000"/>
              <a:lumOff val="80000"/>
            </a:schemeClr>
          </a:solidFill>
          <a:ln w="15875">
            <a:prstDash val="sysDot"/>
            <a:tailEnd type="stealt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>
                <a:solidFill>
                  <a:schemeClr val="tx1"/>
                </a:solidFill>
              </a:rPr>
              <a:t>Модуль </a:t>
            </a:r>
            <a:r>
              <a:rPr lang="ru-RU" dirty="0" smtClean="0">
                <a:solidFill>
                  <a:schemeClr val="tx1"/>
                </a:solidFill>
              </a:rPr>
              <a:t>объекта</a:t>
            </a:r>
            <a:endParaRPr lang="ru-RU" dirty="0">
              <a:solidFill>
                <a:schemeClr val="tx1"/>
              </a:solidFill>
            </a:endParaRPr>
          </a:p>
        </p:txBody>
      </p:sp>
      <p:sp>
        <p:nvSpPr>
          <p:cNvPr id="20" name="Выноска 3 19"/>
          <p:cNvSpPr/>
          <p:nvPr/>
        </p:nvSpPr>
        <p:spPr>
          <a:xfrm>
            <a:off x="2267744" y="4350084"/>
            <a:ext cx="1800200" cy="504000"/>
          </a:xfrm>
          <a:prstGeom prst="borderCallout3">
            <a:avLst>
              <a:gd name="adj1" fmla="val -5625"/>
              <a:gd name="adj2" fmla="val -539"/>
              <a:gd name="adj3" fmla="val -37835"/>
              <a:gd name="adj4" fmla="val -28242"/>
              <a:gd name="adj5" fmla="val -65161"/>
              <a:gd name="adj6" fmla="val -26659"/>
              <a:gd name="adj7" fmla="val -83749"/>
              <a:gd name="adj8" fmla="val -15132"/>
            </a:avLst>
          </a:prstGeom>
          <a:solidFill>
            <a:schemeClr val="tx2">
              <a:lumMod val="20000"/>
              <a:lumOff val="80000"/>
            </a:schemeClr>
          </a:solidFill>
          <a:ln w="15875">
            <a:prstDash val="sysDot"/>
            <a:tailEnd type="stealt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 smtClean="0">
                <a:solidFill>
                  <a:schemeClr val="tx1"/>
                </a:solidFill>
              </a:rPr>
              <a:t>Модуль</a:t>
            </a:r>
            <a:br>
              <a:rPr lang="ru-RU" dirty="0" smtClean="0">
                <a:solidFill>
                  <a:schemeClr val="tx1"/>
                </a:solidFill>
              </a:rPr>
            </a:br>
            <a:r>
              <a:rPr lang="ru-RU" dirty="0" smtClean="0">
                <a:solidFill>
                  <a:schemeClr val="tx1"/>
                </a:solidFill>
              </a:rPr>
              <a:t>набора записей</a:t>
            </a:r>
            <a:endParaRPr lang="ru-RU" dirty="0">
              <a:solidFill>
                <a:schemeClr val="tx1"/>
              </a:solidFill>
            </a:endParaRPr>
          </a:p>
        </p:txBody>
      </p:sp>
      <p:sp>
        <p:nvSpPr>
          <p:cNvPr id="21" name="Выноска 3 20"/>
          <p:cNvSpPr/>
          <p:nvPr/>
        </p:nvSpPr>
        <p:spPr>
          <a:xfrm>
            <a:off x="4127292" y="4350084"/>
            <a:ext cx="1800200" cy="504000"/>
          </a:xfrm>
          <a:prstGeom prst="borderCallout3">
            <a:avLst>
              <a:gd name="adj1" fmla="val -5625"/>
              <a:gd name="adj2" fmla="val -539"/>
              <a:gd name="adj3" fmla="val -39553"/>
              <a:gd name="adj4" fmla="val -3573"/>
              <a:gd name="adj5" fmla="val -55220"/>
              <a:gd name="adj6" fmla="val -12434"/>
              <a:gd name="adj7" fmla="val -65803"/>
              <a:gd name="adj8" fmla="val -46188"/>
            </a:avLst>
          </a:prstGeom>
          <a:solidFill>
            <a:schemeClr val="tx2">
              <a:lumMod val="20000"/>
              <a:lumOff val="80000"/>
            </a:schemeClr>
          </a:solidFill>
          <a:ln w="15875">
            <a:prstDash val="sysDot"/>
            <a:tailEnd type="stealt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 smtClean="0">
                <a:solidFill>
                  <a:schemeClr val="tx1"/>
                </a:solidFill>
              </a:rPr>
              <a:t>Модуль</a:t>
            </a:r>
            <a:br>
              <a:rPr lang="ru-RU" dirty="0" smtClean="0">
                <a:solidFill>
                  <a:schemeClr val="tx1"/>
                </a:solidFill>
              </a:rPr>
            </a:br>
            <a:r>
              <a:rPr lang="ru-RU" dirty="0" smtClean="0">
                <a:solidFill>
                  <a:schemeClr val="tx1"/>
                </a:solidFill>
              </a:rPr>
              <a:t>менеджера</a:t>
            </a:r>
            <a:endParaRPr lang="ru-RU" dirty="0">
              <a:solidFill>
                <a:schemeClr val="tx1"/>
              </a:solidFill>
            </a:endParaRPr>
          </a:p>
        </p:txBody>
      </p:sp>
      <p:sp>
        <p:nvSpPr>
          <p:cNvPr id="18" name="Прямоугольник 17"/>
          <p:cNvSpPr/>
          <p:nvPr/>
        </p:nvSpPr>
        <p:spPr>
          <a:xfrm>
            <a:off x="3895934" y="2387616"/>
            <a:ext cx="2170506" cy="432000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15875"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>
              <a:solidFill>
                <a:schemeClr val="tx1"/>
              </a:solidFill>
            </a:endParaRPr>
          </a:p>
        </p:txBody>
      </p:sp>
      <p:sp>
        <p:nvSpPr>
          <p:cNvPr id="25" name="Прямоугольник 24"/>
          <p:cNvSpPr/>
          <p:nvPr/>
        </p:nvSpPr>
        <p:spPr>
          <a:xfrm>
            <a:off x="3832507" y="2474146"/>
            <a:ext cx="2170506" cy="432000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15875"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>
              <a:solidFill>
                <a:schemeClr val="tx1"/>
              </a:solidFill>
            </a:endParaRPr>
          </a:p>
        </p:txBody>
      </p:sp>
      <p:sp>
        <p:nvSpPr>
          <p:cNvPr id="27" name="Прямоугольник 26"/>
          <p:cNvSpPr/>
          <p:nvPr/>
        </p:nvSpPr>
        <p:spPr>
          <a:xfrm>
            <a:off x="3769645" y="2575702"/>
            <a:ext cx="2170506" cy="432000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15875"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>
                <a:solidFill>
                  <a:schemeClr val="tx1"/>
                </a:solidFill>
              </a:rPr>
              <a:t>Общие модули</a:t>
            </a:r>
          </a:p>
        </p:txBody>
      </p:sp>
      <p:sp>
        <p:nvSpPr>
          <p:cNvPr id="29" name="Прямоугольник 28"/>
          <p:cNvSpPr/>
          <p:nvPr/>
        </p:nvSpPr>
        <p:spPr>
          <a:xfrm>
            <a:off x="3895934" y="4952968"/>
            <a:ext cx="2170506" cy="432000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 w="15875"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>
              <a:solidFill>
                <a:schemeClr val="tx1"/>
              </a:solidFill>
            </a:endParaRPr>
          </a:p>
        </p:txBody>
      </p:sp>
      <p:sp>
        <p:nvSpPr>
          <p:cNvPr id="30" name="Прямоугольник 29"/>
          <p:cNvSpPr/>
          <p:nvPr/>
        </p:nvSpPr>
        <p:spPr>
          <a:xfrm>
            <a:off x="3832507" y="5039498"/>
            <a:ext cx="2170506" cy="432000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 w="15875"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>
              <a:solidFill>
                <a:schemeClr val="tx1"/>
              </a:solidFill>
            </a:endParaRPr>
          </a:p>
        </p:txBody>
      </p:sp>
      <p:sp>
        <p:nvSpPr>
          <p:cNvPr id="31" name="Прямоугольник 30"/>
          <p:cNvSpPr/>
          <p:nvPr/>
        </p:nvSpPr>
        <p:spPr>
          <a:xfrm>
            <a:off x="3785253" y="5113023"/>
            <a:ext cx="2154898" cy="432000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 w="15875"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>
                <a:solidFill>
                  <a:schemeClr val="tx1"/>
                </a:solidFill>
              </a:rPr>
              <a:t>Общие модули</a:t>
            </a:r>
          </a:p>
        </p:txBody>
      </p:sp>
    </p:spTree>
    <p:extLst>
      <p:ext uri="{BB962C8B-B14F-4D97-AF65-F5344CB8AC3E}">
        <p14:creationId xmlns:p14="http://schemas.microsoft.com/office/powerpoint/2010/main" val="151311434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1000"/>
                            </p:stCondLst>
                            <p:childTnLst>
                              <p:par>
                                <p:cTn id="9" presetID="26" presetClass="emph" presetSubtype="0" repeatCount="300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0" dur="1000" tmFilter="0, 0; .2, .5; .8, .5; 1, 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1" dur="500" autoRev="1" fill="hold"/>
                                        <p:tgtEl>
                                          <p:spTgt spid="38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8" grpId="0" animBg="1"/>
      <p:bldP spid="38" grpId="1" animBg="1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185862" y="1484784"/>
            <a:ext cx="8784000" cy="4752527"/>
          </a:xfrm>
        </p:spPr>
        <p:txBody>
          <a:bodyPr>
            <a:normAutofit/>
          </a:bodyPr>
          <a:lstStyle/>
          <a:p>
            <a:r>
              <a:rPr lang="ru-RU" dirty="0"/>
              <a:t>Язык </a:t>
            </a:r>
            <a:r>
              <a:rPr lang="ru-RU" dirty="0" err="1"/>
              <a:t>РеГиСтРоНеЗаВиСиМыЙ</a:t>
            </a:r>
            <a:r>
              <a:rPr lang="ru-RU" dirty="0"/>
              <a:t>, двуязычный (русский и английский языки)</a:t>
            </a:r>
          </a:p>
        </p:txBody>
      </p:sp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85862" y="548680"/>
            <a:ext cx="8784000" cy="936104"/>
          </a:xfrm>
        </p:spPr>
        <p:txBody>
          <a:bodyPr>
            <a:normAutofit fontScale="90000"/>
          </a:bodyPr>
          <a:lstStyle/>
          <a:p>
            <a:r>
              <a:rPr lang="ru-RU" dirty="0">
                <a:solidFill>
                  <a:srgbClr val="FF0000"/>
                </a:solidFill>
              </a:rPr>
              <a:t>Особенность встроенного программного языка</a:t>
            </a:r>
          </a:p>
        </p:txBody>
      </p:sp>
    </p:spTree>
    <p:extLst>
      <p:ext uri="{BB962C8B-B14F-4D97-AF65-F5344CB8AC3E}">
        <p14:creationId xmlns:p14="http://schemas.microsoft.com/office/powerpoint/2010/main" val="114033646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1000"/>
                            </p:stCondLst>
                            <p:childTnLst>
                              <p:par>
                                <p:cTn id="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  <p:bldP spid="2" grpId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ъект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u-RU" dirty="0"/>
              <a:t>Операторы</a:t>
            </a:r>
            <a:r>
              <a:rPr lang="ru-RU" dirty="0">
                <a:solidFill>
                  <a:srgbClr val="FF0000"/>
                </a:solidFill>
              </a:rPr>
              <a:t>;</a:t>
            </a:r>
          </a:p>
          <a:p>
            <a:r>
              <a:rPr lang="ru-RU" dirty="0">
                <a:solidFill>
                  <a:srgbClr val="00B050"/>
                </a:solidFill>
              </a:rPr>
              <a:t>//Комментарии</a:t>
            </a:r>
          </a:p>
          <a:p>
            <a:pPr marL="857250" lvl="2" indent="0">
              <a:buNone/>
            </a:pPr>
            <a:endParaRPr lang="ru-RU" sz="2000" dirty="0">
              <a:solidFill>
                <a:srgbClr val="00B050"/>
              </a:solidFill>
            </a:endParaRPr>
          </a:p>
          <a:p>
            <a:pPr marL="857250" lvl="2" indent="0">
              <a:buNone/>
            </a:pPr>
            <a:r>
              <a:rPr lang="ru-RU" sz="2000" dirty="0">
                <a:solidFill>
                  <a:srgbClr val="00B050"/>
                </a:solidFill>
              </a:rPr>
              <a:t>//Комментарии начинаются с знака «//» </a:t>
            </a:r>
          </a:p>
          <a:p>
            <a:pPr marL="857250" lvl="2" indent="0">
              <a:buNone/>
            </a:pPr>
            <a:r>
              <a:rPr lang="ru-RU" sz="2000" dirty="0">
                <a:solidFill>
                  <a:srgbClr val="00B050"/>
                </a:solidFill>
              </a:rPr>
              <a:t>//и заканчивается концом строки.</a:t>
            </a:r>
          </a:p>
          <a:p>
            <a:pPr marL="857250" lvl="2" indent="0">
              <a:buNone/>
            </a:pPr>
            <a:r>
              <a:rPr lang="ru-RU" sz="2000" dirty="0">
                <a:solidFill>
                  <a:srgbClr val="00B050"/>
                </a:solidFill>
              </a:rPr>
              <a:t>//В режиме исполнения программы комментарии </a:t>
            </a:r>
            <a:r>
              <a:rPr lang="en-US" sz="2000" dirty="0">
                <a:solidFill>
                  <a:srgbClr val="00B050"/>
                </a:solidFill>
              </a:rPr>
              <a:t>//</a:t>
            </a:r>
            <a:r>
              <a:rPr lang="ru-RU" sz="2000" dirty="0">
                <a:solidFill>
                  <a:srgbClr val="00B050"/>
                </a:solidFill>
              </a:rPr>
              <a:t>пропускаются.</a:t>
            </a:r>
          </a:p>
          <a:p>
            <a:pPr marL="857250" lvl="2" indent="0">
              <a:buNone/>
            </a:pPr>
            <a:r>
              <a:rPr lang="ru-RU" sz="2000" dirty="0">
                <a:solidFill>
                  <a:srgbClr val="00B050"/>
                </a:solidFill>
              </a:rPr>
              <a:t>//Комментарий может начинаться с начала строки или </a:t>
            </a:r>
            <a:r>
              <a:rPr lang="en-US" sz="2000" dirty="0">
                <a:solidFill>
                  <a:srgbClr val="00B050"/>
                </a:solidFill>
              </a:rPr>
              <a:t>//</a:t>
            </a:r>
            <a:r>
              <a:rPr lang="ru-RU" sz="2000" dirty="0">
                <a:solidFill>
                  <a:srgbClr val="00B050"/>
                </a:solidFill>
              </a:rPr>
              <a:t>после</a:t>
            </a:r>
          </a:p>
          <a:p>
            <a:pPr marL="857250" lvl="2" indent="0">
              <a:buNone/>
            </a:pPr>
            <a:r>
              <a:rPr lang="ru-RU" sz="2000" dirty="0">
                <a:solidFill>
                  <a:srgbClr val="00B050"/>
                </a:solidFill>
              </a:rPr>
              <a:t>//оператора той же строки.</a:t>
            </a:r>
          </a:p>
        </p:txBody>
      </p:sp>
      <p:sp>
        <p:nvSpPr>
          <p:cNvPr id="76804" name="Rectangle 4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>
                <a:solidFill>
                  <a:srgbClr val="FF0000"/>
                </a:solidFill>
              </a:rPr>
              <a:t>Что располагается в модуле</a:t>
            </a:r>
          </a:p>
        </p:txBody>
      </p:sp>
    </p:spTree>
    <p:extLst>
      <p:ext uri="{BB962C8B-B14F-4D97-AF65-F5344CB8AC3E}">
        <p14:creationId xmlns:p14="http://schemas.microsoft.com/office/powerpoint/2010/main" val="44517104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8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768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1000"/>
                            </p:stCondLst>
                            <p:childTnLst>
                              <p:par>
                                <p:cTn id="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10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2000"/>
                            </p:stCondLst>
                            <p:childTnLst>
                              <p:par>
                                <p:cTn id="1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1000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1000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1000"/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1000"/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1000"/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uiExpand="1" build="p"/>
      <p:bldP spid="76804" grpId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ru-RU" dirty="0"/>
              <a:t>«Атом» управления поведением системы</a:t>
            </a:r>
          </a:p>
          <a:p>
            <a:r>
              <a:rPr lang="ru-RU" dirty="0"/>
              <a:t>Операторы делятся на:</a:t>
            </a:r>
          </a:p>
          <a:p>
            <a:pPr lvl="1"/>
            <a:r>
              <a:rPr lang="ru-RU" dirty="0"/>
              <a:t>Операторы явного объявления переменных</a:t>
            </a:r>
          </a:p>
          <a:p>
            <a:pPr lvl="2"/>
            <a:r>
              <a:rPr lang="ru-RU" sz="2600" dirty="0" err="1">
                <a:solidFill>
                  <a:srgbClr val="FF0000"/>
                </a:solidFill>
                <a:latin typeface="Courier New" pitchFamily="49" charset="0"/>
              </a:rPr>
              <a:t>Перем</a:t>
            </a:r>
            <a:r>
              <a:rPr lang="ru-RU" sz="2600" dirty="0">
                <a:solidFill>
                  <a:srgbClr val="FF0000"/>
                </a:solidFill>
                <a:latin typeface="Courier New" pitchFamily="49" charset="0"/>
              </a:rPr>
              <a:t> </a:t>
            </a:r>
            <a:r>
              <a:rPr lang="ru-RU" sz="2600" dirty="0" err="1">
                <a:solidFill>
                  <a:srgbClr val="0070C0"/>
                </a:solidFill>
                <a:latin typeface="Courier New" pitchFamily="49" charset="0"/>
              </a:rPr>
              <a:t>ИмяПеременной</a:t>
            </a:r>
            <a:r>
              <a:rPr lang="ru-RU" sz="2600" dirty="0">
                <a:solidFill>
                  <a:srgbClr val="FF0000"/>
                </a:solidFill>
                <a:latin typeface="Courier New" pitchFamily="49" charset="0"/>
              </a:rPr>
              <a:t>;</a:t>
            </a:r>
          </a:p>
          <a:p>
            <a:pPr lvl="1"/>
            <a:r>
              <a:rPr lang="ru-RU" dirty="0"/>
              <a:t>Исполняемые операторы</a:t>
            </a:r>
          </a:p>
          <a:p>
            <a:pPr lvl="2"/>
            <a:r>
              <a:rPr lang="ru-RU" dirty="0"/>
              <a:t>Операторы присвоения </a:t>
            </a:r>
          </a:p>
          <a:p>
            <a:pPr lvl="3"/>
            <a:r>
              <a:rPr lang="ru-RU" sz="2600" b="1" dirty="0" err="1">
                <a:solidFill>
                  <a:srgbClr val="0070C0"/>
                </a:solidFill>
                <a:latin typeface="Courier New" pitchFamily="49" charset="0"/>
              </a:rPr>
              <a:t>ИмяПеременной</a:t>
            </a:r>
            <a:r>
              <a:rPr lang="ru-RU" sz="2600" dirty="0">
                <a:latin typeface="Courier New" pitchFamily="49" charset="0"/>
              </a:rPr>
              <a:t> </a:t>
            </a:r>
            <a:r>
              <a:rPr lang="ru-RU" sz="2600" b="1" dirty="0">
                <a:solidFill>
                  <a:srgbClr val="FF0000"/>
                </a:solidFill>
                <a:latin typeface="Courier New" pitchFamily="49" charset="0"/>
              </a:rPr>
              <a:t>=</a:t>
            </a:r>
            <a:r>
              <a:rPr lang="ru-RU" sz="2600" dirty="0">
                <a:latin typeface="Courier New" pitchFamily="49" charset="0"/>
              </a:rPr>
              <a:t> 1</a:t>
            </a:r>
            <a:r>
              <a:rPr lang="ru-RU" sz="2600" dirty="0">
                <a:solidFill>
                  <a:srgbClr val="FF0000"/>
                </a:solidFill>
                <a:latin typeface="Courier New" pitchFamily="49" charset="0"/>
              </a:rPr>
              <a:t>;</a:t>
            </a:r>
          </a:p>
          <a:p>
            <a:pPr lvl="2"/>
            <a:r>
              <a:rPr lang="ru-RU" dirty="0"/>
              <a:t>Оператор вызова на исполнения процедуры или функции (метода объекта)</a:t>
            </a:r>
          </a:p>
          <a:p>
            <a:pPr lvl="3"/>
            <a:r>
              <a:rPr lang="ru-RU" sz="2600" b="1" dirty="0" err="1">
                <a:solidFill>
                  <a:srgbClr val="0070C0"/>
                </a:solidFill>
                <a:latin typeface="Courier New" pitchFamily="49" charset="0"/>
              </a:rPr>
              <a:t>ИмяПроцедуры</a:t>
            </a:r>
            <a:r>
              <a:rPr lang="ru-RU" sz="2600" b="1" dirty="0">
                <a:solidFill>
                  <a:srgbClr val="FF0000"/>
                </a:solidFill>
                <a:latin typeface="Courier New" pitchFamily="49" charset="0"/>
              </a:rPr>
              <a:t>()</a:t>
            </a:r>
            <a:r>
              <a:rPr lang="ru-RU" sz="2600" dirty="0">
                <a:solidFill>
                  <a:srgbClr val="FF0000"/>
                </a:solidFill>
                <a:latin typeface="Courier New" pitchFamily="49" charset="0"/>
              </a:rPr>
              <a:t>;</a:t>
            </a:r>
          </a:p>
          <a:p>
            <a:pPr lvl="1"/>
            <a:r>
              <a:rPr lang="ru-RU" dirty="0"/>
              <a:t>Синтаксические конструкции</a:t>
            </a:r>
          </a:p>
        </p:txBody>
      </p:sp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>
                <a:solidFill>
                  <a:srgbClr val="FF0000"/>
                </a:solidFill>
              </a:rPr>
              <a:t>Операторы</a:t>
            </a:r>
          </a:p>
        </p:txBody>
      </p:sp>
    </p:spTree>
    <p:extLst>
      <p:ext uri="{BB962C8B-B14F-4D97-AF65-F5344CB8AC3E}">
        <p14:creationId xmlns:p14="http://schemas.microsoft.com/office/powerpoint/2010/main" val="401354016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1000"/>
                            </p:stCondLst>
                            <p:childTnLst>
                              <p:par>
                                <p:cTn id="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2000"/>
                            </p:stCondLst>
                            <p:childTnLst>
                              <p:par>
                                <p:cTn id="1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3000"/>
                            </p:stCondLst>
                            <p:childTnLst>
                              <p:par>
                                <p:cTn id="17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1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10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>
                            <p:stCondLst>
                              <p:cond delay="4000"/>
                            </p:stCondLst>
                            <p:childTnLst>
                              <p:par>
                                <p:cTn id="24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10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" fill="hold">
                            <p:stCondLst>
                              <p:cond delay="5000"/>
                            </p:stCondLst>
                            <p:childTnLst>
                              <p:par>
                                <p:cTn id="28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10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10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4" fill="hold">
                            <p:stCondLst>
                              <p:cond delay="6000"/>
                            </p:stCondLst>
                            <p:childTnLst>
                              <p:par>
                                <p:cTn id="3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10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10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1000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  <p:bldP spid="2" grpId="0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ru-RU" dirty="0"/>
              <a:t>Любой оператор заканчивается знаком «</a:t>
            </a:r>
            <a:r>
              <a:rPr lang="ru-RU" dirty="0">
                <a:solidFill>
                  <a:srgbClr val="FF0000"/>
                </a:solidFill>
              </a:rPr>
              <a:t>;</a:t>
            </a:r>
            <a:r>
              <a:rPr lang="ru-RU" dirty="0"/>
              <a:t>»</a:t>
            </a:r>
          </a:p>
          <a:p>
            <a:pPr marL="457200" lvl="1" indent="0">
              <a:buNone/>
            </a:pPr>
            <a:r>
              <a:rPr lang="ru-RU" sz="2600" dirty="0" err="1">
                <a:solidFill>
                  <a:srgbClr val="0070C0"/>
                </a:solidFill>
                <a:latin typeface="Courier New" pitchFamily="49" charset="0"/>
              </a:rPr>
              <a:t>МояПеременная</a:t>
            </a:r>
            <a:r>
              <a:rPr lang="ru-RU" sz="2600" dirty="0">
                <a:latin typeface="Courier New" pitchFamily="49" charset="0"/>
              </a:rPr>
              <a:t> </a:t>
            </a:r>
            <a:r>
              <a:rPr lang="ru-RU" sz="2600" dirty="0">
                <a:solidFill>
                  <a:srgbClr val="FF0000"/>
                </a:solidFill>
                <a:latin typeface="Courier New" pitchFamily="49" charset="0"/>
              </a:rPr>
              <a:t>=</a:t>
            </a:r>
            <a:r>
              <a:rPr lang="ru-RU" sz="2600" dirty="0">
                <a:latin typeface="Courier New" pitchFamily="49" charset="0"/>
              </a:rPr>
              <a:t> 1</a:t>
            </a:r>
            <a:r>
              <a:rPr lang="ru-RU" sz="2600" dirty="0">
                <a:solidFill>
                  <a:srgbClr val="FF0000"/>
                </a:solidFill>
                <a:latin typeface="Courier New" pitchFamily="49" charset="0"/>
              </a:rPr>
              <a:t>;</a:t>
            </a:r>
          </a:p>
          <a:p>
            <a:r>
              <a:rPr lang="ru-RU" dirty="0"/>
              <a:t>Один оператор может располагаться на нескольких строках</a:t>
            </a:r>
          </a:p>
          <a:p>
            <a:pPr marL="457200" lvl="1" indent="0">
              <a:buNone/>
            </a:pPr>
            <a:r>
              <a:rPr lang="ru-RU" sz="2600" dirty="0" err="1">
                <a:solidFill>
                  <a:srgbClr val="0070C0"/>
                </a:solidFill>
                <a:latin typeface="Courier New" pitchFamily="49" charset="0"/>
              </a:rPr>
              <a:t>МояПеременная</a:t>
            </a:r>
            <a:endParaRPr lang="ru-RU" sz="2600" dirty="0">
              <a:solidFill>
                <a:srgbClr val="0070C0"/>
              </a:solidFill>
              <a:latin typeface="Courier New" pitchFamily="49" charset="0"/>
            </a:endParaRPr>
          </a:p>
          <a:p>
            <a:pPr marL="457200" lvl="1" indent="0">
              <a:buNone/>
            </a:pPr>
            <a:r>
              <a:rPr lang="ru-RU" sz="2600" dirty="0">
                <a:solidFill>
                  <a:srgbClr val="FF0000"/>
                </a:solidFill>
                <a:latin typeface="Courier New" pitchFamily="49" charset="0"/>
              </a:rPr>
              <a:t>=</a:t>
            </a:r>
          </a:p>
          <a:p>
            <a:pPr marL="457200" lvl="1" indent="0">
              <a:buNone/>
            </a:pPr>
            <a:r>
              <a:rPr lang="ru-RU" sz="2600" dirty="0">
                <a:latin typeface="Courier New" pitchFamily="49" charset="0"/>
              </a:rPr>
              <a:t>1</a:t>
            </a:r>
            <a:r>
              <a:rPr lang="ru-RU" sz="2600" dirty="0">
                <a:solidFill>
                  <a:srgbClr val="FF0000"/>
                </a:solidFill>
                <a:latin typeface="Courier New" pitchFamily="49" charset="0"/>
              </a:rPr>
              <a:t>;</a:t>
            </a:r>
          </a:p>
          <a:p>
            <a:r>
              <a:rPr lang="ru-RU" dirty="0"/>
              <a:t>Несколько операторов может быть в одной строке</a:t>
            </a:r>
          </a:p>
          <a:p>
            <a:pPr marL="457200" lvl="1" indent="0">
              <a:buNone/>
            </a:pPr>
            <a:r>
              <a:rPr lang="ru-RU" sz="2600" dirty="0" err="1">
                <a:solidFill>
                  <a:srgbClr val="0070C0"/>
                </a:solidFill>
                <a:latin typeface="Courier New" pitchFamily="49" charset="0"/>
              </a:rPr>
              <a:t>МояПеременная</a:t>
            </a:r>
            <a:r>
              <a:rPr lang="ru-RU" sz="2600" dirty="0">
                <a:latin typeface="Courier New" pitchFamily="49" charset="0"/>
              </a:rPr>
              <a:t> </a:t>
            </a:r>
            <a:r>
              <a:rPr lang="ru-RU" sz="2600" dirty="0">
                <a:solidFill>
                  <a:srgbClr val="FF0000"/>
                </a:solidFill>
                <a:latin typeface="Courier New" pitchFamily="49" charset="0"/>
              </a:rPr>
              <a:t>=</a:t>
            </a:r>
            <a:r>
              <a:rPr lang="ru-RU" sz="2600" dirty="0">
                <a:latin typeface="Courier New" pitchFamily="49" charset="0"/>
              </a:rPr>
              <a:t> 1</a:t>
            </a:r>
            <a:r>
              <a:rPr lang="ru-RU" sz="2600" dirty="0">
                <a:solidFill>
                  <a:srgbClr val="FF0000"/>
                </a:solidFill>
                <a:latin typeface="Courier New" pitchFamily="49" charset="0"/>
              </a:rPr>
              <a:t>;</a:t>
            </a:r>
            <a:r>
              <a:rPr lang="ru-RU" sz="2600" dirty="0">
                <a:latin typeface="Courier New" pitchFamily="49" charset="0"/>
              </a:rPr>
              <a:t> </a:t>
            </a:r>
            <a:r>
              <a:rPr lang="ru-RU" sz="2600" dirty="0" err="1">
                <a:solidFill>
                  <a:srgbClr val="0070C0"/>
                </a:solidFill>
                <a:latin typeface="Courier New" pitchFamily="49" charset="0"/>
              </a:rPr>
              <a:t>ВашаПеременная</a:t>
            </a:r>
            <a:r>
              <a:rPr lang="ru-RU" sz="2600" dirty="0">
                <a:latin typeface="Courier New" pitchFamily="49" charset="0"/>
              </a:rPr>
              <a:t> </a:t>
            </a:r>
            <a:r>
              <a:rPr lang="ru-RU" sz="2600" dirty="0">
                <a:solidFill>
                  <a:srgbClr val="FF0000"/>
                </a:solidFill>
                <a:latin typeface="Courier New" pitchFamily="49" charset="0"/>
              </a:rPr>
              <a:t>=</a:t>
            </a:r>
            <a:r>
              <a:rPr lang="ru-RU" sz="2600" dirty="0">
                <a:latin typeface="Courier New" pitchFamily="49" charset="0"/>
              </a:rPr>
              <a:t> 2</a:t>
            </a:r>
            <a:r>
              <a:rPr lang="ru-RU" sz="2600" dirty="0">
                <a:solidFill>
                  <a:srgbClr val="FF0000"/>
                </a:solidFill>
                <a:latin typeface="Courier New" pitchFamily="49" charset="0"/>
              </a:rPr>
              <a:t>;</a:t>
            </a:r>
          </a:p>
        </p:txBody>
      </p:sp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>
                <a:solidFill>
                  <a:srgbClr val="FF0000"/>
                </a:solidFill>
              </a:rPr>
              <a:t>Операторы - синтаксис</a:t>
            </a:r>
          </a:p>
        </p:txBody>
      </p:sp>
    </p:spTree>
    <p:extLst>
      <p:ext uri="{BB962C8B-B14F-4D97-AF65-F5344CB8AC3E}">
        <p14:creationId xmlns:p14="http://schemas.microsoft.com/office/powerpoint/2010/main" val="163424118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1000"/>
                            </p:stCondLst>
                            <p:childTnLst>
                              <p:par>
                                <p:cTn id="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>
                            <p:stCondLst>
                              <p:cond delay="2000"/>
                            </p:stCondLst>
                            <p:childTnLst>
                              <p:par>
                                <p:cTn id="16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1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10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10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3000"/>
                            </p:stCondLst>
                            <p:childTnLst>
                              <p:par>
                                <p:cTn id="2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10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10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  <p:bldP spid="2" grpId="0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5" name="Rectangle 3"/>
          <p:cNvSpPr>
            <a:spLocks noGrp="1" noChangeArrowheads="1"/>
          </p:cNvSpPr>
          <p:nvPr>
            <p:ph idx="1"/>
          </p:nvPr>
        </p:nvSpPr>
        <p:spPr>
          <a:xfrm>
            <a:off x="304800" y="2057400"/>
            <a:ext cx="8610600" cy="3886200"/>
          </a:xfrm>
        </p:spPr>
        <p:txBody>
          <a:bodyPr>
            <a:normAutofit fontScale="92500" lnSpcReduction="10000"/>
          </a:bodyPr>
          <a:lstStyle/>
          <a:p>
            <a:pPr>
              <a:lnSpc>
                <a:spcPct val="80000"/>
              </a:lnSpc>
              <a:buFontTx/>
              <a:buNone/>
            </a:pPr>
            <a:r>
              <a:rPr lang="ru-RU" sz="24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urier New" pitchFamily="49" charset="0"/>
              </a:rPr>
              <a:t>Явное объявление:</a:t>
            </a:r>
          </a:p>
          <a:p>
            <a:pPr>
              <a:lnSpc>
                <a:spcPct val="80000"/>
              </a:lnSpc>
              <a:buFontTx/>
              <a:buNone/>
            </a:pPr>
            <a:endParaRPr lang="ru-RU" sz="2400" b="1" i="1" u="sng" dirty="0">
              <a:solidFill>
                <a:schemeClr val="accent2"/>
              </a:solidFill>
              <a:latin typeface="Courier New" pitchFamily="49" charset="0"/>
            </a:endParaRPr>
          </a:p>
          <a:p>
            <a:pPr>
              <a:lnSpc>
                <a:spcPct val="80000"/>
              </a:lnSpc>
              <a:buFontTx/>
              <a:buNone/>
            </a:pPr>
            <a:r>
              <a:rPr lang="ru-RU" sz="2400" b="1" dirty="0" err="1">
                <a:solidFill>
                  <a:srgbClr val="FF0000"/>
                </a:solidFill>
                <a:latin typeface="Courier New" pitchFamily="49" charset="0"/>
              </a:rPr>
              <a:t>Перем</a:t>
            </a:r>
            <a:r>
              <a:rPr lang="ru-RU" sz="2400" dirty="0">
                <a:latin typeface="Courier New" pitchFamily="49" charset="0"/>
              </a:rPr>
              <a:t> </a:t>
            </a:r>
            <a:r>
              <a:rPr lang="ru-RU" sz="2400" dirty="0" err="1">
                <a:latin typeface="Courier New" pitchFamily="49" charset="0"/>
              </a:rPr>
              <a:t>МаксимальныйКредит</a:t>
            </a:r>
            <a:r>
              <a:rPr lang="ru-RU" sz="2400" dirty="0">
                <a:solidFill>
                  <a:srgbClr val="FF0000"/>
                </a:solidFill>
                <a:latin typeface="Courier New" pitchFamily="49" charset="0"/>
              </a:rPr>
              <a:t>;</a:t>
            </a:r>
          </a:p>
          <a:p>
            <a:pPr>
              <a:lnSpc>
                <a:spcPct val="80000"/>
              </a:lnSpc>
              <a:buFontTx/>
              <a:buNone/>
            </a:pPr>
            <a:endParaRPr lang="ru-RU" sz="800" dirty="0">
              <a:latin typeface="Courier New" pitchFamily="49" charset="0"/>
            </a:endParaRPr>
          </a:p>
          <a:p>
            <a:pPr>
              <a:lnSpc>
                <a:spcPct val="80000"/>
              </a:lnSpc>
              <a:buFontTx/>
              <a:buNone/>
            </a:pPr>
            <a:r>
              <a:rPr lang="ru-RU" sz="2400" b="1" dirty="0" err="1">
                <a:solidFill>
                  <a:srgbClr val="FF0000"/>
                </a:solidFill>
                <a:latin typeface="Courier New" pitchFamily="49" charset="0"/>
              </a:rPr>
              <a:t>Перем</a:t>
            </a:r>
            <a:r>
              <a:rPr lang="ru-RU" sz="2400" dirty="0">
                <a:latin typeface="Courier New" pitchFamily="49" charset="0"/>
              </a:rPr>
              <a:t> </a:t>
            </a:r>
            <a:r>
              <a:rPr lang="ru-RU" sz="2400" dirty="0" err="1">
                <a:latin typeface="Courier New" pitchFamily="49" charset="0"/>
              </a:rPr>
              <a:t>глТекущийПользователь</a:t>
            </a:r>
            <a:r>
              <a:rPr lang="ru-RU" sz="2400" dirty="0">
                <a:latin typeface="Courier New" pitchFamily="49" charset="0"/>
              </a:rPr>
              <a:t> </a:t>
            </a:r>
            <a:r>
              <a:rPr lang="ru-RU" sz="2400" b="1" dirty="0">
                <a:solidFill>
                  <a:srgbClr val="FF0000"/>
                </a:solidFill>
                <a:latin typeface="Courier New" pitchFamily="49" charset="0"/>
              </a:rPr>
              <a:t>Экспорт</a:t>
            </a:r>
            <a:r>
              <a:rPr lang="ru-RU" sz="2400" dirty="0">
                <a:solidFill>
                  <a:srgbClr val="FF0000"/>
                </a:solidFill>
                <a:latin typeface="Courier New" pitchFamily="49" charset="0"/>
              </a:rPr>
              <a:t>;</a:t>
            </a:r>
          </a:p>
          <a:p>
            <a:pPr>
              <a:lnSpc>
                <a:spcPct val="80000"/>
              </a:lnSpc>
              <a:buFontTx/>
              <a:buNone/>
            </a:pPr>
            <a:endParaRPr lang="ru-RU" sz="2400" dirty="0">
              <a:latin typeface="Courier New" pitchFamily="49" charset="0"/>
            </a:endParaRPr>
          </a:p>
          <a:p>
            <a:pPr>
              <a:lnSpc>
                <a:spcPct val="80000"/>
              </a:lnSpc>
              <a:buFontTx/>
              <a:buNone/>
            </a:pPr>
            <a:endParaRPr lang="ru-RU" sz="2400" dirty="0">
              <a:latin typeface="Courier New" pitchFamily="49" charset="0"/>
            </a:endParaRPr>
          </a:p>
          <a:p>
            <a:pPr>
              <a:lnSpc>
                <a:spcPct val="80000"/>
              </a:lnSpc>
              <a:buFontTx/>
              <a:buNone/>
            </a:pPr>
            <a:endParaRPr lang="ru-RU" sz="2400" dirty="0">
              <a:latin typeface="Courier New" pitchFamily="49" charset="0"/>
            </a:endParaRPr>
          </a:p>
          <a:p>
            <a:pPr>
              <a:spcBef>
                <a:spcPct val="0"/>
              </a:spcBef>
              <a:buFontTx/>
              <a:buNone/>
            </a:pPr>
            <a:r>
              <a:rPr lang="ru-RU" sz="24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urier New" pitchFamily="49" charset="0"/>
              </a:rPr>
              <a:t>Неявное объявление:</a:t>
            </a:r>
          </a:p>
          <a:p>
            <a:pPr>
              <a:lnSpc>
                <a:spcPct val="80000"/>
              </a:lnSpc>
              <a:buFontTx/>
              <a:buNone/>
            </a:pPr>
            <a:endParaRPr lang="ru-RU" sz="2400" b="1" dirty="0">
              <a:latin typeface="Courier New" pitchFamily="49" charset="0"/>
            </a:endParaRPr>
          </a:p>
          <a:p>
            <a:pPr>
              <a:lnSpc>
                <a:spcPct val="80000"/>
              </a:lnSpc>
              <a:buFontTx/>
              <a:buNone/>
            </a:pPr>
            <a:r>
              <a:rPr lang="ru-RU" sz="2400" dirty="0">
                <a:latin typeface="Courier New" pitchFamily="49" charset="0"/>
              </a:rPr>
              <a:t>Кредит </a:t>
            </a:r>
            <a:r>
              <a:rPr lang="ru-RU" sz="2400" b="1" dirty="0">
                <a:solidFill>
                  <a:srgbClr val="FF0000"/>
                </a:solidFill>
                <a:latin typeface="Courier New" pitchFamily="49" charset="0"/>
              </a:rPr>
              <a:t>=</a:t>
            </a:r>
            <a:r>
              <a:rPr lang="ru-RU" sz="2400" dirty="0">
                <a:latin typeface="Courier New" pitchFamily="49" charset="0"/>
              </a:rPr>
              <a:t> 1000000</a:t>
            </a:r>
            <a:r>
              <a:rPr lang="ru-RU" sz="2400" dirty="0">
                <a:solidFill>
                  <a:srgbClr val="FF0000"/>
                </a:solidFill>
                <a:latin typeface="Courier New" pitchFamily="49" charset="0"/>
              </a:rPr>
              <a:t>;</a:t>
            </a:r>
            <a:r>
              <a:rPr lang="ru-RU" sz="2400" dirty="0">
                <a:latin typeface="Courier New" pitchFamily="49" charset="0"/>
              </a:rPr>
              <a:t> </a:t>
            </a:r>
            <a:r>
              <a:rPr lang="ru-RU" sz="2400" dirty="0">
                <a:solidFill>
                  <a:srgbClr val="00B050"/>
                </a:solidFill>
                <a:latin typeface="Courier New" pitchFamily="49" charset="0"/>
              </a:rPr>
              <a:t>//Если в операторе</a:t>
            </a:r>
          </a:p>
          <a:p>
            <a:pPr>
              <a:lnSpc>
                <a:spcPct val="80000"/>
              </a:lnSpc>
              <a:buFontTx/>
              <a:buNone/>
            </a:pPr>
            <a:r>
              <a:rPr lang="ru-RU" sz="2400" dirty="0">
                <a:solidFill>
                  <a:srgbClr val="00B050"/>
                </a:solidFill>
                <a:latin typeface="Courier New" pitchFamily="49" charset="0"/>
              </a:rPr>
              <a:t>//присвоения встречается необъявленная явно </a:t>
            </a:r>
          </a:p>
          <a:p>
            <a:pPr>
              <a:lnSpc>
                <a:spcPct val="80000"/>
              </a:lnSpc>
              <a:buFontTx/>
              <a:buNone/>
            </a:pPr>
            <a:r>
              <a:rPr lang="ru-RU" sz="2400" dirty="0">
                <a:solidFill>
                  <a:srgbClr val="00B050"/>
                </a:solidFill>
                <a:latin typeface="Courier New" pitchFamily="49" charset="0"/>
              </a:rPr>
              <a:t>//переменная, то это неявное объявление переменной</a:t>
            </a:r>
          </a:p>
        </p:txBody>
      </p:sp>
      <p:sp>
        <p:nvSpPr>
          <p:cNvPr id="23554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548680"/>
            <a:ext cx="8229600" cy="822920"/>
          </a:xfrm>
        </p:spPr>
        <p:txBody>
          <a:bodyPr/>
          <a:lstStyle/>
          <a:p>
            <a:r>
              <a:rPr lang="ru-RU" dirty="0">
                <a:solidFill>
                  <a:srgbClr val="FF0000"/>
                </a:solidFill>
              </a:rPr>
              <a:t>Объявление переменных</a:t>
            </a:r>
          </a:p>
        </p:txBody>
      </p:sp>
    </p:spTree>
    <p:extLst>
      <p:ext uri="{BB962C8B-B14F-4D97-AF65-F5344CB8AC3E}">
        <p14:creationId xmlns:p14="http://schemas.microsoft.com/office/powerpoint/2010/main" val="62891731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5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355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5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2355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5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2355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5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2355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55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23555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55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23555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55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23555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3555" grpId="0" build="p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Заголовок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rgbClr val="C00000"/>
                </a:solidFill>
              </a:rPr>
              <a:t>Hello</a:t>
            </a:r>
            <a:r>
              <a:rPr lang="en-US">
                <a:solidFill>
                  <a:srgbClr val="C00000"/>
                </a:solidFill>
              </a:rPr>
              <a:t>, World !</a:t>
            </a:r>
            <a:endParaRPr lang="ru-RU" dirty="0">
              <a:solidFill>
                <a:srgbClr val="C00000"/>
              </a:solidFill>
            </a:endParaRPr>
          </a:p>
        </p:txBody>
      </p:sp>
      <p:pic>
        <p:nvPicPr>
          <p:cNvPr id="3" name="Рисунок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3428" y="1662333"/>
            <a:ext cx="7057143" cy="35333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3517214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Цилиндр 15"/>
          <p:cNvSpPr/>
          <p:nvPr/>
        </p:nvSpPr>
        <p:spPr>
          <a:xfrm>
            <a:off x="1403648" y="5661248"/>
            <a:ext cx="4857719" cy="864096"/>
          </a:xfrm>
          <a:prstGeom prst="can">
            <a:avLst>
              <a:gd name="adj" fmla="val 19215"/>
            </a:avLst>
          </a:prstGeom>
          <a:solidFill>
            <a:schemeClr val="accent3">
              <a:lumMod val="40000"/>
              <a:lumOff val="60000"/>
              <a:alpha val="15000"/>
            </a:schemeClr>
          </a:solidFill>
          <a:ln>
            <a:solidFill>
              <a:schemeClr val="accent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ru-RU" dirty="0" smtClean="0">
                <a:solidFill>
                  <a:schemeClr val="tx1"/>
                </a:solidFill>
              </a:rPr>
              <a:t>База данных</a:t>
            </a:r>
            <a:endParaRPr lang="ru-RU" dirty="0">
              <a:solidFill>
                <a:schemeClr val="tx1"/>
              </a:solidFill>
            </a:endParaRPr>
          </a:p>
        </p:txBody>
      </p:sp>
      <p:sp>
        <p:nvSpPr>
          <p:cNvPr id="3" name="Прямоугольник 2"/>
          <p:cNvSpPr/>
          <p:nvPr/>
        </p:nvSpPr>
        <p:spPr>
          <a:xfrm>
            <a:off x="187018" y="3204953"/>
            <a:ext cx="8810374" cy="2382770"/>
          </a:xfrm>
          <a:prstGeom prst="rect">
            <a:avLst/>
          </a:prstGeom>
          <a:solidFill>
            <a:srgbClr val="00B0F0">
              <a:alpha val="5000"/>
            </a:srgbClr>
          </a:solidFill>
          <a:ln>
            <a:solidFill>
              <a:srgbClr val="00B0F0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r>
              <a:rPr lang="ru-RU" b="1" dirty="0" smtClean="0">
                <a:solidFill>
                  <a:srgbClr val="00B0F0"/>
                </a:solidFill>
              </a:rPr>
              <a:t>Сервер</a:t>
            </a:r>
            <a:endParaRPr lang="ru-RU" b="1" dirty="0">
              <a:solidFill>
                <a:srgbClr val="00B0F0"/>
              </a:solidFill>
            </a:endParaRPr>
          </a:p>
        </p:txBody>
      </p:sp>
      <p:sp>
        <p:nvSpPr>
          <p:cNvPr id="12" name="Прямоугольник 11"/>
          <p:cNvSpPr/>
          <p:nvPr/>
        </p:nvSpPr>
        <p:spPr>
          <a:xfrm>
            <a:off x="187018" y="587357"/>
            <a:ext cx="8812654" cy="2534859"/>
          </a:xfrm>
          <a:prstGeom prst="rect">
            <a:avLst/>
          </a:prstGeom>
          <a:solidFill>
            <a:srgbClr val="FF0000">
              <a:alpha val="8000"/>
            </a:srgbClr>
          </a:solidFill>
          <a:ln>
            <a:solidFill>
              <a:srgbClr val="FF0000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r>
              <a:rPr lang="ru-RU" b="1" dirty="0" smtClean="0">
                <a:solidFill>
                  <a:srgbClr val="C00000"/>
                </a:solidFill>
              </a:rPr>
              <a:t>Клиент</a:t>
            </a:r>
            <a:endParaRPr lang="ru-RU" b="1" dirty="0">
              <a:solidFill>
                <a:srgbClr val="C00000"/>
              </a:solidFill>
            </a:endParaRPr>
          </a:p>
        </p:txBody>
      </p:sp>
      <p:sp>
        <p:nvSpPr>
          <p:cNvPr id="38" name="Выноска 3 37"/>
          <p:cNvSpPr/>
          <p:nvPr/>
        </p:nvSpPr>
        <p:spPr>
          <a:xfrm>
            <a:off x="539552" y="5113023"/>
            <a:ext cx="2880320" cy="432000"/>
          </a:xfrm>
          <a:prstGeom prst="borderCallout3">
            <a:avLst>
              <a:gd name="adj1" fmla="val 18750"/>
              <a:gd name="adj2" fmla="val -2675"/>
              <a:gd name="adj3" fmla="val 10367"/>
              <a:gd name="adj4" fmla="val -8809"/>
              <a:gd name="adj5" fmla="val -62465"/>
              <a:gd name="adj6" fmla="val -11076"/>
              <a:gd name="adj7" fmla="val -370797"/>
              <a:gd name="adj8" fmla="val 3400"/>
            </a:avLst>
          </a:prstGeom>
          <a:solidFill>
            <a:schemeClr val="tx2">
              <a:lumMod val="20000"/>
              <a:lumOff val="80000"/>
            </a:schemeClr>
          </a:solidFill>
          <a:ln w="15875">
            <a:prstDash val="sysDot"/>
            <a:tailEnd type="stealt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>
                <a:solidFill>
                  <a:schemeClr val="tx1"/>
                </a:solidFill>
              </a:rPr>
              <a:t>Модуль </a:t>
            </a:r>
            <a:r>
              <a:rPr lang="ru-RU" dirty="0" smtClean="0">
                <a:solidFill>
                  <a:schemeClr val="tx1"/>
                </a:solidFill>
              </a:rPr>
              <a:t>сеанса</a:t>
            </a:r>
            <a:endParaRPr lang="ru-RU" dirty="0">
              <a:solidFill>
                <a:schemeClr val="tx1"/>
              </a:solidFill>
            </a:endParaRPr>
          </a:p>
        </p:txBody>
      </p:sp>
      <p:sp>
        <p:nvSpPr>
          <p:cNvPr id="39" name="Выноска 3 38"/>
          <p:cNvSpPr/>
          <p:nvPr/>
        </p:nvSpPr>
        <p:spPr>
          <a:xfrm>
            <a:off x="539552" y="2575702"/>
            <a:ext cx="2880320" cy="432000"/>
          </a:xfrm>
          <a:prstGeom prst="borderCallout3">
            <a:avLst>
              <a:gd name="adj1" fmla="val 18750"/>
              <a:gd name="adj2" fmla="val -2047"/>
              <a:gd name="adj3" fmla="val 10367"/>
              <a:gd name="adj4" fmla="val -8181"/>
              <a:gd name="adj5" fmla="val -77135"/>
              <a:gd name="adj6" fmla="val -9190"/>
              <a:gd name="adj7" fmla="val -393850"/>
              <a:gd name="adj8" fmla="val 3085"/>
            </a:avLst>
          </a:prstGeom>
          <a:solidFill>
            <a:schemeClr val="accent6">
              <a:lumMod val="20000"/>
              <a:lumOff val="80000"/>
            </a:schemeClr>
          </a:solidFill>
          <a:ln w="15875">
            <a:prstDash val="sysDot"/>
            <a:tailEnd type="stealt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>
                <a:solidFill>
                  <a:schemeClr val="tx1"/>
                </a:solidFill>
              </a:rPr>
              <a:t>Модуль </a:t>
            </a:r>
            <a:r>
              <a:rPr lang="ru-RU" dirty="0" smtClean="0">
                <a:solidFill>
                  <a:schemeClr val="tx1"/>
                </a:solidFill>
              </a:rPr>
              <a:t>приложения</a:t>
            </a:r>
            <a:endParaRPr lang="ru-RU" dirty="0">
              <a:solidFill>
                <a:schemeClr val="tx1"/>
              </a:solidFill>
            </a:endParaRPr>
          </a:p>
        </p:txBody>
      </p:sp>
      <p:pic>
        <p:nvPicPr>
          <p:cNvPr id="18" name="Рисунок 1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35896" y="665005"/>
            <a:ext cx="4679080" cy="23426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7374232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u-RU" dirty="0"/>
              <a:t>Если несколько операторов должны выполняться в определенной последовательности</a:t>
            </a:r>
            <a:r>
              <a:rPr lang="en-US" dirty="0"/>
              <a:t> </a:t>
            </a:r>
            <a:r>
              <a:rPr lang="ru-RU" dirty="0"/>
              <a:t>несколько раз, то их удобно объединять в Процедуру или Функцию</a:t>
            </a:r>
          </a:p>
          <a:p>
            <a:r>
              <a:rPr lang="ru-RU" dirty="0"/>
              <a:t>Впоследствии, можно будет указывать не каждый оператор в отдельности, а вызвать на исполнение эту Процедуру или Функцию</a:t>
            </a:r>
          </a:p>
        </p:txBody>
      </p:sp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>
                <a:solidFill>
                  <a:srgbClr val="FF0000"/>
                </a:solidFill>
              </a:rPr>
              <a:t>Процедуры и функции</a:t>
            </a:r>
          </a:p>
        </p:txBody>
      </p:sp>
    </p:spTree>
    <p:extLst>
      <p:ext uri="{BB962C8B-B14F-4D97-AF65-F5344CB8AC3E}">
        <p14:creationId xmlns:p14="http://schemas.microsoft.com/office/powerpoint/2010/main" val="23490338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1000"/>
                            </p:stCondLst>
                            <p:childTnLst>
                              <p:par>
                                <p:cTn id="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2000"/>
                            </p:stCondLst>
                            <p:childTnLst>
                              <p:par>
                                <p:cTn id="1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  <p:bldP spid="2" grpId="0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9" name="Rectangle 3"/>
          <p:cNvSpPr>
            <a:spLocks noGrp="1" noChangeArrowheads="1"/>
          </p:cNvSpPr>
          <p:nvPr>
            <p:ph idx="1"/>
          </p:nvPr>
        </p:nvSpPr>
        <p:spPr>
          <a:xfrm>
            <a:off x="228600" y="1844824"/>
            <a:ext cx="8915400" cy="4419600"/>
          </a:xfrm>
        </p:spPr>
        <p:txBody>
          <a:bodyPr>
            <a:normAutofit lnSpcReduction="10000"/>
          </a:bodyPr>
          <a:lstStyle/>
          <a:p>
            <a:pPr>
              <a:lnSpc>
                <a:spcPct val="80000"/>
              </a:lnSpc>
              <a:buFontTx/>
              <a:buNone/>
            </a:pPr>
            <a:r>
              <a:rPr lang="ru-RU" sz="1800" dirty="0" err="1">
                <a:solidFill>
                  <a:srgbClr val="FF0000"/>
                </a:solidFill>
                <a:latin typeface="Courier New" pitchFamily="49" charset="0"/>
              </a:rPr>
              <a:t>Перем</a:t>
            </a:r>
            <a:r>
              <a:rPr lang="ru-RU" sz="1800" dirty="0">
                <a:latin typeface="Courier New" pitchFamily="49" charset="0"/>
              </a:rPr>
              <a:t> А</a:t>
            </a:r>
            <a:r>
              <a:rPr lang="ru-RU" sz="1800" dirty="0">
                <a:solidFill>
                  <a:srgbClr val="FF0000"/>
                </a:solidFill>
                <a:latin typeface="Courier New" pitchFamily="49" charset="0"/>
              </a:rPr>
              <a:t>,</a:t>
            </a:r>
            <a:r>
              <a:rPr lang="ru-RU" sz="1800" dirty="0">
                <a:latin typeface="Courier New" pitchFamily="49" charset="0"/>
              </a:rPr>
              <a:t> Б</a:t>
            </a:r>
            <a:r>
              <a:rPr lang="ru-RU" sz="1800" dirty="0">
                <a:solidFill>
                  <a:srgbClr val="FF0000"/>
                </a:solidFill>
                <a:latin typeface="Courier New" pitchFamily="49" charset="0"/>
              </a:rPr>
              <a:t>;</a:t>
            </a:r>
          </a:p>
          <a:p>
            <a:pPr>
              <a:lnSpc>
                <a:spcPct val="80000"/>
              </a:lnSpc>
              <a:buFontTx/>
              <a:buNone/>
            </a:pPr>
            <a:endParaRPr lang="ru-RU" sz="1800" dirty="0">
              <a:latin typeface="Courier New" pitchFamily="49" charset="0"/>
            </a:endParaRPr>
          </a:p>
          <a:p>
            <a:pPr>
              <a:lnSpc>
                <a:spcPct val="80000"/>
              </a:lnSpc>
              <a:buFontTx/>
              <a:buNone/>
            </a:pPr>
            <a:r>
              <a:rPr lang="ru-RU" sz="1800" b="1" dirty="0">
                <a:solidFill>
                  <a:srgbClr val="FF0000"/>
                </a:solidFill>
                <a:latin typeface="Courier New" pitchFamily="49" charset="0"/>
              </a:rPr>
              <a:t>Процедура</a:t>
            </a:r>
            <a:r>
              <a:rPr lang="ru-RU" sz="1800" dirty="0">
                <a:latin typeface="Courier New" pitchFamily="49" charset="0"/>
              </a:rPr>
              <a:t> </a:t>
            </a:r>
            <a:r>
              <a:rPr lang="ru-RU" sz="1800" dirty="0" err="1">
                <a:latin typeface="Courier New" pitchFamily="49" charset="0"/>
              </a:rPr>
              <a:t>ИзменитьЗначенияПеременных</a:t>
            </a:r>
            <a:r>
              <a:rPr lang="ru-RU" sz="1800" dirty="0">
                <a:solidFill>
                  <a:srgbClr val="FF0000"/>
                </a:solidFill>
                <a:latin typeface="Courier New" pitchFamily="49" charset="0"/>
              </a:rPr>
              <a:t>(</a:t>
            </a:r>
            <a:r>
              <a:rPr lang="ru-RU" sz="1800" dirty="0">
                <a:latin typeface="Courier New" pitchFamily="49" charset="0"/>
              </a:rPr>
              <a:t>П1</a:t>
            </a:r>
            <a:r>
              <a:rPr lang="ru-RU" sz="1800" dirty="0">
                <a:solidFill>
                  <a:srgbClr val="FF0000"/>
                </a:solidFill>
                <a:latin typeface="Courier New" pitchFamily="49" charset="0"/>
              </a:rPr>
              <a:t>,</a:t>
            </a:r>
            <a:r>
              <a:rPr lang="ru-RU" sz="1800" dirty="0">
                <a:latin typeface="Courier New" pitchFamily="49" charset="0"/>
              </a:rPr>
              <a:t> </a:t>
            </a:r>
            <a:r>
              <a:rPr lang="ru-RU" sz="1800" dirty="0" err="1">
                <a:solidFill>
                  <a:srgbClr val="FF0000"/>
                </a:solidFill>
                <a:latin typeface="Courier New" pitchFamily="49" charset="0"/>
              </a:rPr>
              <a:t>Знач</a:t>
            </a:r>
            <a:r>
              <a:rPr lang="ru-RU" sz="1800" dirty="0">
                <a:latin typeface="Courier New" pitchFamily="49" charset="0"/>
              </a:rPr>
              <a:t> П2</a:t>
            </a:r>
            <a:r>
              <a:rPr lang="ru-RU" sz="1800" dirty="0">
                <a:solidFill>
                  <a:srgbClr val="FF0000"/>
                </a:solidFill>
                <a:latin typeface="Courier New" pitchFamily="49" charset="0"/>
              </a:rPr>
              <a:t>,</a:t>
            </a:r>
            <a:r>
              <a:rPr lang="ru-RU" sz="1800" dirty="0">
                <a:latin typeface="Courier New" pitchFamily="49" charset="0"/>
              </a:rPr>
              <a:t> П3</a:t>
            </a:r>
            <a:r>
              <a:rPr lang="ru-RU" sz="1800" dirty="0">
                <a:solidFill>
                  <a:srgbClr val="FF0000"/>
                </a:solidFill>
                <a:latin typeface="Courier New" pitchFamily="49" charset="0"/>
              </a:rPr>
              <a:t>=</a:t>
            </a:r>
            <a:r>
              <a:rPr lang="ru-RU" sz="1800" dirty="0">
                <a:latin typeface="Courier New" pitchFamily="49" charset="0"/>
              </a:rPr>
              <a:t>20</a:t>
            </a:r>
            <a:r>
              <a:rPr lang="ru-RU" sz="1800" dirty="0">
                <a:solidFill>
                  <a:srgbClr val="FF0000"/>
                </a:solidFill>
                <a:latin typeface="Courier New" pitchFamily="49" charset="0"/>
              </a:rPr>
              <a:t>)</a:t>
            </a:r>
            <a:r>
              <a:rPr lang="ru-RU" sz="1800" dirty="0">
                <a:latin typeface="Courier New" pitchFamily="49" charset="0"/>
              </a:rPr>
              <a:t> </a:t>
            </a:r>
            <a:r>
              <a:rPr lang="ru-RU" sz="1600" dirty="0">
                <a:solidFill>
                  <a:srgbClr val="FF0000"/>
                </a:solidFill>
                <a:latin typeface="Courier New" pitchFamily="49" charset="0"/>
              </a:rPr>
              <a:t>Экспорт</a:t>
            </a:r>
          </a:p>
          <a:p>
            <a:pPr>
              <a:lnSpc>
                <a:spcPct val="80000"/>
              </a:lnSpc>
              <a:buFontTx/>
              <a:buNone/>
            </a:pPr>
            <a:r>
              <a:rPr lang="ru-RU" sz="1800" dirty="0">
                <a:latin typeface="Courier New" pitchFamily="49" charset="0"/>
              </a:rPr>
              <a:t>	П1 </a:t>
            </a:r>
            <a:r>
              <a:rPr lang="ru-RU" sz="1800" dirty="0">
                <a:solidFill>
                  <a:srgbClr val="FF0000"/>
                </a:solidFill>
                <a:latin typeface="Courier New" pitchFamily="49" charset="0"/>
              </a:rPr>
              <a:t>=</a:t>
            </a:r>
            <a:r>
              <a:rPr lang="ru-RU" sz="1800" dirty="0">
                <a:latin typeface="Courier New" pitchFamily="49" charset="0"/>
              </a:rPr>
              <a:t> П1 </a:t>
            </a:r>
            <a:r>
              <a:rPr lang="ru-RU" sz="1800" dirty="0">
                <a:solidFill>
                  <a:srgbClr val="FF0000"/>
                </a:solidFill>
                <a:latin typeface="Courier New" pitchFamily="49" charset="0"/>
              </a:rPr>
              <a:t>+</a:t>
            </a:r>
            <a:r>
              <a:rPr lang="ru-RU" sz="1800" dirty="0">
                <a:latin typeface="Courier New" pitchFamily="49" charset="0"/>
              </a:rPr>
              <a:t> П3</a:t>
            </a:r>
            <a:r>
              <a:rPr lang="ru-RU" sz="1800" dirty="0">
                <a:solidFill>
                  <a:srgbClr val="FF0000"/>
                </a:solidFill>
                <a:latin typeface="Courier New" pitchFamily="49" charset="0"/>
              </a:rPr>
              <a:t>;</a:t>
            </a:r>
          </a:p>
          <a:p>
            <a:pPr>
              <a:lnSpc>
                <a:spcPct val="80000"/>
              </a:lnSpc>
              <a:buFontTx/>
              <a:buNone/>
            </a:pPr>
            <a:r>
              <a:rPr lang="ru-RU" sz="1800" dirty="0">
                <a:latin typeface="Courier New" pitchFamily="49" charset="0"/>
              </a:rPr>
              <a:t>	П2 </a:t>
            </a:r>
            <a:r>
              <a:rPr lang="ru-RU" sz="1800" dirty="0">
                <a:solidFill>
                  <a:srgbClr val="FF0000"/>
                </a:solidFill>
                <a:latin typeface="Courier New" pitchFamily="49" charset="0"/>
              </a:rPr>
              <a:t>=</a:t>
            </a:r>
            <a:r>
              <a:rPr lang="ru-RU" sz="1800" dirty="0">
                <a:latin typeface="Courier New" pitchFamily="49" charset="0"/>
              </a:rPr>
              <a:t> П2 </a:t>
            </a:r>
            <a:r>
              <a:rPr lang="ru-RU" sz="1800" dirty="0">
                <a:solidFill>
                  <a:srgbClr val="FF0000"/>
                </a:solidFill>
                <a:latin typeface="Courier New" pitchFamily="49" charset="0"/>
              </a:rPr>
              <a:t>+</a:t>
            </a:r>
            <a:r>
              <a:rPr lang="ru-RU" sz="1800" dirty="0">
                <a:latin typeface="Courier New" pitchFamily="49" charset="0"/>
              </a:rPr>
              <a:t> П3</a:t>
            </a:r>
            <a:r>
              <a:rPr lang="ru-RU" sz="1800" dirty="0">
                <a:solidFill>
                  <a:srgbClr val="FF0000"/>
                </a:solidFill>
                <a:latin typeface="Courier New" pitchFamily="49" charset="0"/>
              </a:rPr>
              <a:t>;</a:t>
            </a:r>
          </a:p>
          <a:p>
            <a:pPr>
              <a:lnSpc>
                <a:spcPct val="80000"/>
              </a:lnSpc>
              <a:buFontTx/>
              <a:buNone/>
            </a:pPr>
            <a:endParaRPr lang="ru-RU" sz="1800" dirty="0">
              <a:latin typeface="Courier New" pitchFamily="49" charset="0"/>
            </a:endParaRPr>
          </a:p>
          <a:p>
            <a:pPr>
              <a:lnSpc>
                <a:spcPct val="80000"/>
              </a:lnSpc>
              <a:buFontTx/>
              <a:buNone/>
            </a:pPr>
            <a:r>
              <a:rPr lang="ru-RU" sz="1800" dirty="0">
                <a:latin typeface="Courier New" pitchFamily="49" charset="0"/>
              </a:rPr>
              <a:t>	</a:t>
            </a:r>
            <a:r>
              <a:rPr lang="ru-RU" sz="1800" dirty="0">
                <a:solidFill>
                  <a:srgbClr val="FF0000"/>
                </a:solidFill>
                <a:latin typeface="Courier New" pitchFamily="49" charset="0"/>
              </a:rPr>
              <a:t>Возврат;</a:t>
            </a:r>
          </a:p>
          <a:p>
            <a:pPr>
              <a:lnSpc>
                <a:spcPct val="80000"/>
              </a:lnSpc>
              <a:buFontTx/>
              <a:buNone/>
            </a:pPr>
            <a:r>
              <a:rPr lang="ru-RU" sz="1800" dirty="0">
                <a:latin typeface="Courier New" pitchFamily="49" charset="0"/>
              </a:rPr>
              <a:t>	</a:t>
            </a:r>
          </a:p>
          <a:p>
            <a:pPr>
              <a:lnSpc>
                <a:spcPct val="80000"/>
              </a:lnSpc>
              <a:buFontTx/>
              <a:buNone/>
            </a:pPr>
            <a:r>
              <a:rPr lang="ru-RU" sz="1800" dirty="0">
                <a:latin typeface="Courier New" pitchFamily="49" charset="0"/>
              </a:rPr>
              <a:t>	П3 = П3 </a:t>
            </a:r>
            <a:r>
              <a:rPr lang="ru-RU" sz="1800" dirty="0">
                <a:solidFill>
                  <a:srgbClr val="FF0000"/>
                </a:solidFill>
                <a:latin typeface="Courier New" pitchFamily="49" charset="0"/>
              </a:rPr>
              <a:t>+</a:t>
            </a:r>
            <a:r>
              <a:rPr lang="ru-RU" sz="1800" dirty="0">
                <a:latin typeface="Courier New" pitchFamily="49" charset="0"/>
              </a:rPr>
              <a:t> 77</a:t>
            </a:r>
            <a:r>
              <a:rPr lang="ru-RU" sz="1800" dirty="0">
                <a:solidFill>
                  <a:srgbClr val="FF0000"/>
                </a:solidFill>
                <a:latin typeface="Courier New" pitchFamily="49" charset="0"/>
              </a:rPr>
              <a:t>;</a:t>
            </a:r>
          </a:p>
          <a:p>
            <a:pPr>
              <a:lnSpc>
                <a:spcPct val="80000"/>
              </a:lnSpc>
              <a:buFontTx/>
              <a:buNone/>
            </a:pPr>
            <a:r>
              <a:rPr lang="ru-RU" sz="1800" b="1" dirty="0" err="1">
                <a:solidFill>
                  <a:srgbClr val="FF0000"/>
                </a:solidFill>
                <a:latin typeface="Courier New" pitchFamily="49" charset="0"/>
              </a:rPr>
              <a:t>КонецПроцедуры</a:t>
            </a:r>
            <a:endParaRPr lang="ru-RU" sz="1800" dirty="0">
              <a:latin typeface="Courier New" pitchFamily="49" charset="0"/>
            </a:endParaRPr>
          </a:p>
          <a:p>
            <a:pPr>
              <a:lnSpc>
                <a:spcPct val="80000"/>
              </a:lnSpc>
              <a:buFontTx/>
              <a:buNone/>
            </a:pPr>
            <a:endParaRPr lang="ru-RU" sz="1800" dirty="0">
              <a:latin typeface="Courier New" pitchFamily="49" charset="0"/>
            </a:endParaRPr>
          </a:p>
          <a:p>
            <a:pPr>
              <a:lnSpc>
                <a:spcPct val="80000"/>
              </a:lnSpc>
              <a:buFontTx/>
              <a:buNone/>
            </a:pPr>
            <a:r>
              <a:rPr lang="ru-RU" sz="1800" dirty="0">
                <a:latin typeface="Courier New" pitchFamily="49" charset="0"/>
              </a:rPr>
              <a:t>А </a:t>
            </a:r>
            <a:r>
              <a:rPr lang="ru-RU" sz="1800" dirty="0">
                <a:solidFill>
                  <a:srgbClr val="FF0000"/>
                </a:solidFill>
                <a:latin typeface="Courier New" pitchFamily="49" charset="0"/>
              </a:rPr>
              <a:t>=</a:t>
            </a:r>
            <a:r>
              <a:rPr lang="ru-RU" sz="1800" dirty="0">
                <a:latin typeface="Courier New" pitchFamily="49" charset="0"/>
              </a:rPr>
              <a:t> 5</a:t>
            </a:r>
            <a:r>
              <a:rPr lang="ru-RU" sz="1800" dirty="0">
                <a:solidFill>
                  <a:srgbClr val="FF0000"/>
                </a:solidFill>
                <a:latin typeface="Courier New" pitchFamily="49" charset="0"/>
              </a:rPr>
              <a:t>;</a:t>
            </a:r>
          </a:p>
          <a:p>
            <a:pPr>
              <a:lnSpc>
                <a:spcPct val="80000"/>
              </a:lnSpc>
              <a:buFontTx/>
              <a:buNone/>
            </a:pPr>
            <a:r>
              <a:rPr lang="ru-RU" sz="1800" dirty="0">
                <a:latin typeface="Courier New" pitchFamily="49" charset="0"/>
              </a:rPr>
              <a:t>Б </a:t>
            </a:r>
            <a:r>
              <a:rPr lang="ru-RU" sz="1800" dirty="0">
                <a:solidFill>
                  <a:srgbClr val="FF0000"/>
                </a:solidFill>
                <a:latin typeface="Courier New" pitchFamily="49" charset="0"/>
              </a:rPr>
              <a:t>=</a:t>
            </a:r>
            <a:r>
              <a:rPr lang="ru-RU" sz="1800" dirty="0">
                <a:latin typeface="Courier New" pitchFamily="49" charset="0"/>
              </a:rPr>
              <a:t> 5</a:t>
            </a:r>
            <a:r>
              <a:rPr lang="ru-RU" sz="1800" dirty="0">
                <a:solidFill>
                  <a:srgbClr val="FF0000"/>
                </a:solidFill>
                <a:latin typeface="Courier New" pitchFamily="49" charset="0"/>
              </a:rPr>
              <a:t>;</a:t>
            </a:r>
          </a:p>
          <a:p>
            <a:pPr>
              <a:lnSpc>
                <a:spcPct val="80000"/>
              </a:lnSpc>
              <a:buFontTx/>
              <a:buNone/>
            </a:pPr>
            <a:endParaRPr lang="ru-RU" sz="1800" dirty="0">
              <a:latin typeface="Courier New" pitchFamily="49" charset="0"/>
            </a:endParaRPr>
          </a:p>
          <a:p>
            <a:pPr>
              <a:lnSpc>
                <a:spcPct val="80000"/>
              </a:lnSpc>
              <a:buFontTx/>
              <a:buNone/>
            </a:pPr>
            <a:r>
              <a:rPr lang="ru-RU" sz="1800" dirty="0" err="1">
                <a:latin typeface="Courier New" pitchFamily="49" charset="0"/>
              </a:rPr>
              <a:t>ИзменитьЗначенияПеременных</a:t>
            </a:r>
            <a:r>
              <a:rPr lang="ru-RU" sz="1800" dirty="0">
                <a:solidFill>
                  <a:srgbClr val="FF0000"/>
                </a:solidFill>
                <a:latin typeface="Courier New" pitchFamily="49" charset="0"/>
              </a:rPr>
              <a:t>(</a:t>
            </a:r>
            <a:r>
              <a:rPr lang="ru-RU" sz="1800" dirty="0">
                <a:latin typeface="Courier New" pitchFamily="49" charset="0"/>
              </a:rPr>
              <a:t>А</a:t>
            </a:r>
            <a:r>
              <a:rPr lang="ru-RU" sz="1800" dirty="0">
                <a:solidFill>
                  <a:srgbClr val="FF0000"/>
                </a:solidFill>
                <a:latin typeface="Courier New" pitchFamily="49" charset="0"/>
              </a:rPr>
              <a:t>,</a:t>
            </a:r>
            <a:r>
              <a:rPr lang="ru-RU" sz="1800" dirty="0">
                <a:latin typeface="Courier New" pitchFamily="49" charset="0"/>
              </a:rPr>
              <a:t> Б</a:t>
            </a:r>
            <a:r>
              <a:rPr lang="ru-RU" sz="1800" dirty="0">
                <a:solidFill>
                  <a:srgbClr val="FF0000"/>
                </a:solidFill>
                <a:latin typeface="Courier New" pitchFamily="49" charset="0"/>
              </a:rPr>
              <a:t>,</a:t>
            </a:r>
            <a:r>
              <a:rPr lang="ru-RU" sz="1800" dirty="0">
                <a:latin typeface="Courier New" pitchFamily="49" charset="0"/>
              </a:rPr>
              <a:t> 40</a:t>
            </a:r>
            <a:r>
              <a:rPr lang="ru-RU" sz="1800" dirty="0">
                <a:solidFill>
                  <a:srgbClr val="FF0000"/>
                </a:solidFill>
                <a:latin typeface="Courier New" pitchFamily="49" charset="0"/>
              </a:rPr>
              <a:t>);</a:t>
            </a:r>
            <a:r>
              <a:rPr lang="en-US" sz="1800" dirty="0">
                <a:latin typeface="Courier New" pitchFamily="49" charset="0"/>
              </a:rPr>
              <a:t> </a:t>
            </a:r>
            <a:r>
              <a:rPr lang="en-US" sz="1800" dirty="0">
                <a:solidFill>
                  <a:srgbClr val="00B050"/>
                </a:solidFill>
                <a:latin typeface="Courier New" pitchFamily="49" charset="0"/>
              </a:rPr>
              <a:t>// </a:t>
            </a:r>
            <a:r>
              <a:rPr lang="ru-RU" sz="1800" dirty="0">
                <a:solidFill>
                  <a:srgbClr val="00B050"/>
                </a:solidFill>
                <a:latin typeface="Courier New" pitchFamily="49" charset="0"/>
              </a:rPr>
              <a:t>А = ? Б = ?</a:t>
            </a:r>
          </a:p>
          <a:p>
            <a:pPr>
              <a:lnSpc>
                <a:spcPct val="80000"/>
              </a:lnSpc>
              <a:buNone/>
            </a:pPr>
            <a:r>
              <a:rPr lang="ru-RU" sz="1800" dirty="0" err="1">
                <a:latin typeface="Courier New" pitchFamily="49" charset="0"/>
              </a:rPr>
              <a:t>ИзменитьЗначенияПеременных</a:t>
            </a:r>
            <a:r>
              <a:rPr lang="ru-RU" sz="1800" dirty="0">
                <a:solidFill>
                  <a:srgbClr val="FF0000"/>
                </a:solidFill>
                <a:latin typeface="Courier New" pitchFamily="49" charset="0"/>
              </a:rPr>
              <a:t>(</a:t>
            </a:r>
            <a:r>
              <a:rPr lang="ru-RU" sz="1800" dirty="0">
                <a:latin typeface="Courier New" pitchFamily="49" charset="0"/>
              </a:rPr>
              <a:t>А</a:t>
            </a:r>
            <a:r>
              <a:rPr lang="ru-RU" sz="1800" dirty="0">
                <a:solidFill>
                  <a:srgbClr val="FF0000"/>
                </a:solidFill>
                <a:latin typeface="Courier New" pitchFamily="49" charset="0"/>
              </a:rPr>
              <a:t>,</a:t>
            </a:r>
            <a:r>
              <a:rPr lang="ru-RU" sz="1800" dirty="0">
                <a:latin typeface="Courier New" pitchFamily="49" charset="0"/>
              </a:rPr>
              <a:t> Б</a:t>
            </a:r>
            <a:r>
              <a:rPr lang="ru-RU" sz="1800" dirty="0">
                <a:solidFill>
                  <a:srgbClr val="FF0000"/>
                </a:solidFill>
                <a:latin typeface="Courier New" pitchFamily="49" charset="0"/>
              </a:rPr>
              <a:t>);</a:t>
            </a:r>
            <a:r>
              <a:rPr lang="en-US" sz="1800" dirty="0">
                <a:solidFill>
                  <a:srgbClr val="00B050"/>
                </a:solidFill>
                <a:latin typeface="Courier New" pitchFamily="49" charset="0"/>
              </a:rPr>
              <a:t> // </a:t>
            </a:r>
            <a:r>
              <a:rPr lang="ru-RU" sz="1800" dirty="0">
                <a:solidFill>
                  <a:srgbClr val="00B050"/>
                </a:solidFill>
                <a:latin typeface="Courier New" pitchFamily="49" charset="0"/>
              </a:rPr>
              <a:t>А = ? Б = ?</a:t>
            </a:r>
          </a:p>
          <a:p>
            <a:pPr>
              <a:lnSpc>
                <a:spcPct val="80000"/>
              </a:lnSpc>
              <a:buNone/>
            </a:pPr>
            <a:endParaRPr lang="ru-RU" sz="1800" dirty="0">
              <a:latin typeface="Courier New" pitchFamily="49" charset="0"/>
            </a:endParaRPr>
          </a:p>
          <a:p>
            <a:pPr>
              <a:lnSpc>
                <a:spcPct val="80000"/>
              </a:lnSpc>
              <a:buFontTx/>
              <a:buNone/>
            </a:pPr>
            <a:endParaRPr lang="ru-RU" sz="1800" dirty="0">
              <a:latin typeface="Courier New" pitchFamily="49" charset="0"/>
            </a:endParaRPr>
          </a:p>
        </p:txBody>
      </p:sp>
      <p:sp>
        <p:nvSpPr>
          <p:cNvPr id="24578" name="Rectangle 2"/>
          <p:cNvSpPr>
            <a:spLocks noGrp="1" noChangeArrowheads="1"/>
          </p:cNvSpPr>
          <p:nvPr>
            <p:ph type="title"/>
          </p:nvPr>
        </p:nvSpPr>
        <p:spPr>
          <a:xfrm>
            <a:off x="210448" y="548680"/>
            <a:ext cx="8682032" cy="792088"/>
          </a:xfrm>
        </p:spPr>
        <p:txBody>
          <a:bodyPr/>
          <a:lstStyle/>
          <a:p>
            <a:r>
              <a:rPr lang="ru-RU" dirty="0">
                <a:solidFill>
                  <a:srgbClr val="FF0000"/>
                </a:solidFill>
              </a:rPr>
              <a:t>Описание процедур и функций</a:t>
            </a:r>
          </a:p>
        </p:txBody>
      </p:sp>
    </p:spTree>
    <p:extLst>
      <p:ext uri="{BB962C8B-B14F-4D97-AF65-F5344CB8AC3E}">
        <p14:creationId xmlns:p14="http://schemas.microsoft.com/office/powerpoint/2010/main" val="144331930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7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457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7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2457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7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2457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7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2457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7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2457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79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24579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79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24579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79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24579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79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24579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79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24579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4579" grpId="0" build="p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Прямоугольник 3"/>
          <p:cNvSpPr/>
          <p:nvPr/>
        </p:nvSpPr>
        <p:spPr>
          <a:xfrm>
            <a:off x="107504" y="1052736"/>
            <a:ext cx="8928992" cy="5184576"/>
          </a:xfrm>
          <a:prstGeom prst="rect">
            <a:avLst/>
          </a:prstGeom>
          <a:noFill/>
          <a:ln w="38100">
            <a:solidFill>
              <a:schemeClr val="accent6">
                <a:lumMod val="50000"/>
              </a:schemeClr>
            </a:solidFill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ru-RU">
              <a:noFill/>
            </a:endParaRPr>
          </a:p>
        </p:txBody>
      </p:sp>
      <p:sp>
        <p:nvSpPr>
          <p:cNvPr id="5" name="Скругленный прямоугольник 4"/>
          <p:cNvSpPr/>
          <p:nvPr/>
        </p:nvSpPr>
        <p:spPr>
          <a:xfrm>
            <a:off x="204056" y="1724912"/>
            <a:ext cx="8735888" cy="648072"/>
          </a:xfrm>
          <a:prstGeom prst="roundRect">
            <a:avLst/>
          </a:prstGeom>
          <a:solidFill>
            <a:srgbClr val="0070C0">
              <a:alpha val="11000"/>
            </a:srgbClr>
          </a:solidFill>
          <a:ln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b="1" dirty="0">
                <a:solidFill>
                  <a:schemeClr val="tx1"/>
                </a:solidFill>
              </a:rPr>
              <a:t>1) Раздел явного объявления переменных</a:t>
            </a:r>
          </a:p>
        </p:txBody>
      </p:sp>
      <p:sp>
        <p:nvSpPr>
          <p:cNvPr id="7" name="Скругленный прямоугольник 6"/>
          <p:cNvSpPr/>
          <p:nvPr/>
        </p:nvSpPr>
        <p:spPr>
          <a:xfrm>
            <a:off x="204056" y="4729708"/>
            <a:ext cx="8735888" cy="1440160"/>
          </a:xfrm>
          <a:prstGeom prst="roundRect">
            <a:avLst/>
          </a:prstGeom>
          <a:solidFill>
            <a:srgbClr val="00B050">
              <a:alpha val="8000"/>
            </a:srgbClr>
          </a:solidFill>
          <a:ln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b="1" dirty="0">
                <a:solidFill>
                  <a:schemeClr val="tx1"/>
                </a:solidFill>
              </a:rPr>
              <a:t>3) Раздел основной программы</a:t>
            </a:r>
          </a:p>
        </p:txBody>
      </p:sp>
      <p:sp>
        <p:nvSpPr>
          <p:cNvPr id="6" name="Скругленный прямоугольник 5"/>
          <p:cNvSpPr/>
          <p:nvPr/>
        </p:nvSpPr>
        <p:spPr>
          <a:xfrm>
            <a:off x="204056" y="2505844"/>
            <a:ext cx="8735888" cy="2079848"/>
          </a:xfrm>
          <a:prstGeom prst="roundRect">
            <a:avLst/>
          </a:prstGeom>
          <a:solidFill>
            <a:srgbClr val="7030A0">
              <a:alpha val="9000"/>
            </a:srgbClr>
          </a:solidFill>
          <a:ln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b="1" dirty="0">
                <a:solidFill>
                  <a:schemeClr val="tx1"/>
                </a:solidFill>
              </a:rPr>
              <a:t>2) Раздел описания процедур и функций</a:t>
            </a:r>
          </a:p>
        </p:txBody>
      </p:sp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>
                <a:solidFill>
                  <a:srgbClr val="FF0000"/>
                </a:solidFill>
              </a:rPr>
              <a:t>Структура модуля</a:t>
            </a:r>
          </a:p>
        </p:txBody>
      </p:sp>
    </p:spTree>
    <p:extLst>
      <p:ext uri="{BB962C8B-B14F-4D97-AF65-F5344CB8AC3E}">
        <p14:creationId xmlns:p14="http://schemas.microsoft.com/office/powerpoint/2010/main" val="145891914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1000"/>
                            </p:stCondLst>
                            <p:childTnLst>
                              <p:par>
                                <p:cTn id="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2000"/>
                            </p:stCondLst>
                            <p:childTnLst>
                              <p:par>
                                <p:cTn id="1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3000"/>
                            </p:stCondLst>
                            <p:childTnLst>
                              <p:par>
                                <p:cTn id="17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4000"/>
                            </p:stCondLst>
                            <p:childTnLst>
                              <p:par>
                                <p:cTn id="21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 animBg="1"/>
      <p:bldP spid="7" grpId="0" animBg="1"/>
      <p:bldP spid="6" grpId="0" animBg="1"/>
      <p:bldP spid="2" grpId="0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>
                <a:solidFill>
                  <a:srgbClr val="FF0000"/>
                </a:solidFill>
              </a:rPr>
              <a:t>Структура модуля</a:t>
            </a:r>
          </a:p>
        </p:txBody>
      </p:sp>
      <p:sp>
        <p:nvSpPr>
          <p:cNvPr id="4" name="Rectangle 3"/>
          <p:cNvSpPr txBox="1">
            <a:spLocks noChangeArrowheads="1"/>
          </p:cNvSpPr>
          <p:nvPr/>
        </p:nvSpPr>
        <p:spPr>
          <a:xfrm>
            <a:off x="228600" y="1844824"/>
            <a:ext cx="8915400" cy="4419600"/>
          </a:xfrm>
          <a:prstGeom prst="rect">
            <a:avLst/>
          </a:prstGeom>
        </p:spPr>
        <p:txBody>
          <a:bodyPr>
            <a:normAutofit lnSpcReduction="10000"/>
          </a:bodyPr>
          <a:lstStyle>
            <a:lvl1pPr marL="342900" indent="-3429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C00000"/>
              </a:buClr>
              <a:defRPr sz="2800" b="1" kern="1200">
                <a:solidFill>
                  <a:srgbClr val="0070C0"/>
                </a:solidFill>
                <a:latin typeface="Tahoma" pitchFamily="34" charset="0"/>
                <a:ea typeface="Tahoma" pitchFamily="34" charset="0"/>
                <a:cs typeface="Tahoma" pitchFamily="34" charset="0"/>
              </a:defRPr>
            </a:lvl1pPr>
            <a:lvl2pPr marL="742950" indent="-285750" algn="l" rtl="0" eaLnBrk="1" fontAlgn="base" hangingPunct="1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sz="2800" b="1" kern="1200">
                <a:solidFill>
                  <a:srgbClr val="FF0000"/>
                </a:solidFill>
                <a:latin typeface="Tahoma" pitchFamily="34" charset="0"/>
                <a:ea typeface="Tahoma" pitchFamily="34" charset="0"/>
                <a:cs typeface="Tahoma" pitchFamily="34" charset="0"/>
              </a:defRPr>
            </a:lvl2pPr>
            <a:lvl3pPr marL="1143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sz="2000" b="1" kern="1200">
                <a:solidFill>
                  <a:srgbClr val="0070C0"/>
                </a:solidFill>
                <a:latin typeface="Tahoma" pitchFamily="34" charset="0"/>
                <a:ea typeface="Tahoma" pitchFamily="34" charset="0"/>
                <a:cs typeface="Tahoma" pitchFamily="34" charset="0"/>
              </a:defRPr>
            </a:lvl3pPr>
            <a:lvl4pPr marL="1600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FF0000"/>
              </a:buClr>
              <a:buFont typeface="Wingdings" panose="05000000000000000000" pitchFamily="2" charset="2"/>
              <a:buChar char="§"/>
              <a:defRPr b="1" kern="1200">
                <a:solidFill>
                  <a:srgbClr val="404040"/>
                </a:solidFill>
                <a:latin typeface="Tahoma" pitchFamily="34" charset="0"/>
                <a:ea typeface="Tahoma" pitchFamily="34" charset="0"/>
                <a:cs typeface="Tahoma" pitchFamily="34" charset="0"/>
              </a:defRPr>
            </a:lvl4pPr>
            <a:lvl5pPr marL="20574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FF0000"/>
              </a:buClr>
              <a:buFont typeface="Arial" panose="020B0604020202020204" pitchFamily="34" charset="0"/>
              <a:buChar char="•"/>
              <a:defRPr sz="1600" kern="1200">
                <a:solidFill>
                  <a:srgbClr val="404040"/>
                </a:solidFill>
                <a:latin typeface="Tahoma" pitchFamily="34" charset="0"/>
                <a:ea typeface="Tahoma" pitchFamily="34" charset="0"/>
                <a:cs typeface="Tahoma" pitchFamily="34" charset="0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80000"/>
              </a:lnSpc>
            </a:pPr>
            <a:r>
              <a:rPr lang="ru-RU" sz="1800" dirty="0" err="1">
                <a:solidFill>
                  <a:srgbClr val="FF0000"/>
                </a:solidFill>
                <a:latin typeface="Courier New" pitchFamily="49" charset="0"/>
              </a:rPr>
              <a:t>Перем</a:t>
            </a:r>
            <a:r>
              <a:rPr lang="ru-RU" sz="1800" dirty="0">
                <a:latin typeface="Courier New" pitchFamily="49" charset="0"/>
              </a:rPr>
              <a:t> А</a:t>
            </a:r>
            <a:r>
              <a:rPr lang="ru-RU" sz="1800" dirty="0">
                <a:solidFill>
                  <a:srgbClr val="FF0000"/>
                </a:solidFill>
                <a:latin typeface="Courier New" pitchFamily="49" charset="0"/>
              </a:rPr>
              <a:t>,</a:t>
            </a:r>
            <a:r>
              <a:rPr lang="ru-RU" sz="1800" dirty="0">
                <a:latin typeface="Courier New" pitchFamily="49" charset="0"/>
              </a:rPr>
              <a:t> Б</a:t>
            </a:r>
            <a:r>
              <a:rPr lang="ru-RU" sz="1800" dirty="0">
                <a:solidFill>
                  <a:srgbClr val="FF0000"/>
                </a:solidFill>
                <a:latin typeface="Courier New" pitchFamily="49" charset="0"/>
              </a:rPr>
              <a:t>;</a:t>
            </a:r>
          </a:p>
          <a:p>
            <a:pPr>
              <a:lnSpc>
                <a:spcPct val="80000"/>
              </a:lnSpc>
            </a:pPr>
            <a:endParaRPr lang="ru-RU" sz="1800" dirty="0">
              <a:latin typeface="Courier New" pitchFamily="49" charset="0"/>
            </a:endParaRPr>
          </a:p>
          <a:p>
            <a:pPr>
              <a:lnSpc>
                <a:spcPct val="80000"/>
              </a:lnSpc>
            </a:pPr>
            <a:r>
              <a:rPr lang="ru-RU" sz="1800" dirty="0">
                <a:solidFill>
                  <a:srgbClr val="FF0000"/>
                </a:solidFill>
                <a:latin typeface="Courier New" pitchFamily="49" charset="0"/>
              </a:rPr>
              <a:t>Процедура</a:t>
            </a:r>
            <a:r>
              <a:rPr lang="ru-RU" sz="1800" dirty="0">
                <a:latin typeface="Courier New" pitchFamily="49" charset="0"/>
              </a:rPr>
              <a:t> </a:t>
            </a:r>
            <a:r>
              <a:rPr lang="ru-RU" sz="1800" dirty="0" err="1">
                <a:latin typeface="Courier New" pitchFamily="49" charset="0"/>
              </a:rPr>
              <a:t>ИзменитьЗначенияПеременных</a:t>
            </a:r>
            <a:r>
              <a:rPr lang="ru-RU" sz="1800" dirty="0">
                <a:solidFill>
                  <a:srgbClr val="FF0000"/>
                </a:solidFill>
                <a:latin typeface="Courier New" pitchFamily="49" charset="0"/>
              </a:rPr>
              <a:t>(</a:t>
            </a:r>
            <a:r>
              <a:rPr lang="ru-RU" sz="1800" dirty="0">
                <a:latin typeface="Courier New" pitchFamily="49" charset="0"/>
              </a:rPr>
              <a:t>П1</a:t>
            </a:r>
            <a:r>
              <a:rPr lang="ru-RU" sz="1800" dirty="0">
                <a:solidFill>
                  <a:srgbClr val="FF0000"/>
                </a:solidFill>
                <a:latin typeface="Courier New" pitchFamily="49" charset="0"/>
              </a:rPr>
              <a:t>,</a:t>
            </a:r>
            <a:r>
              <a:rPr lang="ru-RU" sz="1800" dirty="0">
                <a:latin typeface="Courier New" pitchFamily="49" charset="0"/>
              </a:rPr>
              <a:t> </a:t>
            </a:r>
            <a:r>
              <a:rPr lang="ru-RU" sz="1800" dirty="0" err="1">
                <a:solidFill>
                  <a:srgbClr val="FF0000"/>
                </a:solidFill>
                <a:latin typeface="Courier New" pitchFamily="49" charset="0"/>
              </a:rPr>
              <a:t>Знач</a:t>
            </a:r>
            <a:r>
              <a:rPr lang="ru-RU" sz="1800" dirty="0">
                <a:latin typeface="Courier New" pitchFamily="49" charset="0"/>
              </a:rPr>
              <a:t> П2</a:t>
            </a:r>
            <a:r>
              <a:rPr lang="ru-RU" sz="1800" dirty="0">
                <a:solidFill>
                  <a:srgbClr val="FF0000"/>
                </a:solidFill>
                <a:latin typeface="Courier New" pitchFamily="49" charset="0"/>
              </a:rPr>
              <a:t>,</a:t>
            </a:r>
            <a:r>
              <a:rPr lang="ru-RU" sz="1800" dirty="0">
                <a:latin typeface="Courier New" pitchFamily="49" charset="0"/>
              </a:rPr>
              <a:t> П3</a:t>
            </a:r>
            <a:r>
              <a:rPr lang="ru-RU" sz="1800" dirty="0">
                <a:solidFill>
                  <a:srgbClr val="FF0000"/>
                </a:solidFill>
                <a:latin typeface="Courier New" pitchFamily="49" charset="0"/>
              </a:rPr>
              <a:t>=</a:t>
            </a:r>
            <a:r>
              <a:rPr lang="ru-RU" sz="1800" dirty="0">
                <a:latin typeface="Courier New" pitchFamily="49" charset="0"/>
              </a:rPr>
              <a:t>20</a:t>
            </a:r>
            <a:r>
              <a:rPr lang="ru-RU" sz="1800" dirty="0">
                <a:solidFill>
                  <a:srgbClr val="FF0000"/>
                </a:solidFill>
                <a:latin typeface="Courier New" pitchFamily="49" charset="0"/>
              </a:rPr>
              <a:t>)</a:t>
            </a:r>
            <a:r>
              <a:rPr lang="ru-RU" sz="1800" dirty="0">
                <a:latin typeface="Courier New" pitchFamily="49" charset="0"/>
              </a:rPr>
              <a:t> </a:t>
            </a:r>
            <a:r>
              <a:rPr lang="ru-RU" sz="1600" dirty="0">
                <a:solidFill>
                  <a:srgbClr val="FF0000"/>
                </a:solidFill>
                <a:latin typeface="Courier New" pitchFamily="49" charset="0"/>
              </a:rPr>
              <a:t>Экспорт</a:t>
            </a:r>
          </a:p>
          <a:p>
            <a:pPr>
              <a:lnSpc>
                <a:spcPct val="80000"/>
              </a:lnSpc>
            </a:pPr>
            <a:r>
              <a:rPr lang="ru-RU" sz="1800" dirty="0">
                <a:latin typeface="Courier New" pitchFamily="49" charset="0"/>
              </a:rPr>
              <a:t>	П1 </a:t>
            </a:r>
            <a:r>
              <a:rPr lang="ru-RU" sz="1800" dirty="0">
                <a:solidFill>
                  <a:srgbClr val="FF0000"/>
                </a:solidFill>
                <a:latin typeface="Courier New" pitchFamily="49" charset="0"/>
              </a:rPr>
              <a:t>=</a:t>
            </a:r>
            <a:r>
              <a:rPr lang="ru-RU" sz="1800" dirty="0">
                <a:latin typeface="Courier New" pitchFamily="49" charset="0"/>
              </a:rPr>
              <a:t> П1 </a:t>
            </a:r>
            <a:r>
              <a:rPr lang="ru-RU" sz="1800" dirty="0">
                <a:solidFill>
                  <a:srgbClr val="FF0000"/>
                </a:solidFill>
                <a:latin typeface="Courier New" pitchFamily="49" charset="0"/>
              </a:rPr>
              <a:t>+</a:t>
            </a:r>
            <a:r>
              <a:rPr lang="ru-RU" sz="1800" dirty="0">
                <a:latin typeface="Courier New" pitchFamily="49" charset="0"/>
              </a:rPr>
              <a:t> П3</a:t>
            </a:r>
            <a:r>
              <a:rPr lang="ru-RU" sz="1800" dirty="0">
                <a:solidFill>
                  <a:srgbClr val="FF0000"/>
                </a:solidFill>
                <a:latin typeface="Courier New" pitchFamily="49" charset="0"/>
              </a:rPr>
              <a:t>;</a:t>
            </a:r>
          </a:p>
          <a:p>
            <a:pPr>
              <a:lnSpc>
                <a:spcPct val="80000"/>
              </a:lnSpc>
            </a:pPr>
            <a:r>
              <a:rPr lang="ru-RU" sz="1800" dirty="0">
                <a:latin typeface="Courier New" pitchFamily="49" charset="0"/>
              </a:rPr>
              <a:t>	П2 </a:t>
            </a:r>
            <a:r>
              <a:rPr lang="ru-RU" sz="1800" dirty="0">
                <a:solidFill>
                  <a:srgbClr val="FF0000"/>
                </a:solidFill>
                <a:latin typeface="Courier New" pitchFamily="49" charset="0"/>
              </a:rPr>
              <a:t>=</a:t>
            </a:r>
            <a:r>
              <a:rPr lang="ru-RU" sz="1800" dirty="0">
                <a:latin typeface="Courier New" pitchFamily="49" charset="0"/>
              </a:rPr>
              <a:t> П2 </a:t>
            </a:r>
            <a:r>
              <a:rPr lang="ru-RU" sz="1800" dirty="0">
                <a:solidFill>
                  <a:srgbClr val="FF0000"/>
                </a:solidFill>
                <a:latin typeface="Courier New" pitchFamily="49" charset="0"/>
              </a:rPr>
              <a:t>+</a:t>
            </a:r>
            <a:r>
              <a:rPr lang="ru-RU" sz="1800" dirty="0">
                <a:latin typeface="Courier New" pitchFamily="49" charset="0"/>
              </a:rPr>
              <a:t> П3</a:t>
            </a:r>
            <a:r>
              <a:rPr lang="ru-RU" sz="1800" dirty="0">
                <a:solidFill>
                  <a:srgbClr val="FF0000"/>
                </a:solidFill>
                <a:latin typeface="Courier New" pitchFamily="49" charset="0"/>
              </a:rPr>
              <a:t>;</a:t>
            </a:r>
          </a:p>
          <a:p>
            <a:pPr>
              <a:lnSpc>
                <a:spcPct val="80000"/>
              </a:lnSpc>
            </a:pPr>
            <a:endParaRPr lang="ru-RU" sz="1800" dirty="0">
              <a:latin typeface="Courier New" pitchFamily="49" charset="0"/>
            </a:endParaRPr>
          </a:p>
          <a:p>
            <a:pPr>
              <a:lnSpc>
                <a:spcPct val="80000"/>
              </a:lnSpc>
            </a:pPr>
            <a:r>
              <a:rPr lang="ru-RU" sz="1800" dirty="0">
                <a:latin typeface="Courier New" pitchFamily="49" charset="0"/>
              </a:rPr>
              <a:t>	</a:t>
            </a:r>
            <a:r>
              <a:rPr lang="ru-RU" sz="1800" dirty="0">
                <a:solidFill>
                  <a:srgbClr val="FF0000"/>
                </a:solidFill>
                <a:latin typeface="Courier New" pitchFamily="49" charset="0"/>
              </a:rPr>
              <a:t>Возврат;</a:t>
            </a:r>
          </a:p>
          <a:p>
            <a:pPr>
              <a:lnSpc>
                <a:spcPct val="80000"/>
              </a:lnSpc>
            </a:pPr>
            <a:r>
              <a:rPr lang="ru-RU" sz="1800" dirty="0">
                <a:latin typeface="Courier New" pitchFamily="49" charset="0"/>
              </a:rPr>
              <a:t>	</a:t>
            </a:r>
          </a:p>
          <a:p>
            <a:pPr>
              <a:lnSpc>
                <a:spcPct val="80000"/>
              </a:lnSpc>
            </a:pPr>
            <a:r>
              <a:rPr lang="ru-RU" sz="1800" dirty="0">
                <a:latin typeface="Courier New" pitchFamily="49" charset="0"/>
              </a:rPr>
              <a:t>	П3 = П3 </a:t>
            </a:r>
            <a:r>
              <a:rPr lang="ru-RU" sz="1800" dirty="0">
                <a:solidFill>
                  <a:srgbClr val="FF0000"/>
                </a:solidFill>
                <a:latin typeface="Courier New" pitchFamily="49" charset="0"/>
              </a:rPr>
              <a:t>+</a:t>
            </a:r>
            <a:r>
              <a:rPr lang="ru-RU" sz="1800" dirty="0">
                <a:latin typeface="Courier New" pitchFamily="49" charset="0"/>
              </a:rPr>
              <a:t> 77</a:t>
            </a:r>
            <a:r>
              <a:rPr lang="ru-RU" sz="1800" dirty="0">
                <a:solidFill>
                  <a:srgbClr val="FF0000"/>
                </a:solidFill>
                <a:latin typeface="Courier New" pitchFamily="49" charset="0"/>
              </a:rPr>
              <a:t>;</a:t>
            </a:r>
          </a:p>
          <a:p>
            <a:pPr>
              <a:lnSpc>
                <a:spcPct val="80000"/>
              </a:lnSpc>
            </a:pPr>
            <a:r>
              <a:rPr lang="ru-RU" sz="1800" dirty="0" err="1">
                <a:solidFill>
                  <a:srgbClr val="FF0000"/>
                </a:solidFill>
                <a:latin typeface="Courier New" pitchFamily="49" charset="0"/>
              </a:rPr>
              <a:t>КонецПроцедуры</a:t>
            </a:r>
            <a:endParaRPr lang="ru-RU" sz="1800" dirty="0">
              <a:latin typeface="Courier New" pitchFamily="49" charset="0"/>
            </a:endParaRPr>
          </a:p>
          <a:p>
            <a:pPr>
              <a:lnSpc>
                <a:spcPct val="80000"/>
              </a:lnSpc>
            </a:pPr>
            <a:endParaRPr lang="ru-RU" sz="1800" dirty="0">
              <a:latin typeface="Courier New" pitchFamily="49" charset="0"/>
            </a:endParaRPr>
          </a:p>
          <a:p>
            <a:pPr>
              <a:lnSpc>
                <a:spcPct val="80000"/>
              </a:lnSpc>
            </a:pPr>
            <a:r>
              <a:rPr lang="ru-RU" sz="1800" dirty="0">
                <a:latin typeface="Courier New" pitchFamily="49" charset="0"/>
              </a:rPr>
              <a:t>А </a:t>
            </a:r>
            <a:r>
              <a:rPr lang="ru-RU" sz="1800" dirty="0">
                <a:solidFill>
                  <a:srgbClr val="FF0000"/>
                </a:solidFill>
                <a:latin typeface="Courier New" pitchFamily="49" charset="0"/>
              </a:rPr>
              <a:t>=</a:t>
            </a:r>
            <a:r>
              <a:rPr lang="ru-RU" sz="1800" dirty="0">
                <a:latin typeface="Courier New" pitchFamily="49" charset="0"/>
              </a:rPr>
              <a:t> 5</a:t>
            </a:r>
            <a:r>
              <a:rPr lang="ru-RU" sz="1800" dirty="0">
                <a:solidFill>
                  <a:srgbClr val="FF0000"/>
                </a:solidFill>
                <a:latin typeface="Courier New" pitchFamily="49" charset="0"/>
              </a:rPr>
              <a:t>;</a:t>
            </a:r>
          </a:p>
          <a:p>
            <a:pPr>
              <a:lnSpc>
                <a:spcPct val="80000"/>
              </a:lnSpc>
            </a:pPr>
            <a:r>
              <a:rPr lang="ru-RU" sz="1800" dirty="0">
                <a:latin typeface="Courier New" pitchFamily="49" charset="0"/>
              </a:rPr>
              <a:t>Б </a:t>
            </a:r>
            <a:r>
              <a:rPr lang="ru-RU" sz="1800" dirty="0">
                <a:solidFill>
                  <a:srgbClr val="FF0000"/>
                </a:solidFill>
                <a:latin typeface="Courier New" pitchFamily="49" charset="0"/>
              </a:rPr>
              <a:t>=</a:t>
            </a:r>
            <a:r>
              <a:rPr lang="ru-RU" sz="1800" dirty="0">
                <a:latin typeface="Courier New" pitchFamily="49" charset="0"/>
              </a:rPr>
              <a:t> 5</a:t>
            </a:r>
            <a:r>
              <a:rPr lang="ru-RU" sz="1800" dirty="0">
                <a:solidFill>
                  <a:srgbClr val="FF0000"/>
                </a:solidFill>
                <a:latin typeface="Courier New" pitchFamily="49" charset="0"/>
              </a:rPr>
              <a:t>;</a:t>
            </a:r>
          </a:p>
          <a:p>
            <a:pPr>
              <a:lnSpc>
                <a:spcPct val="80000"/>
              </a:lnSpc>
            </a:pPr>
            <a:endParaRPr lang="ru-RU" sz="1800" dirty="0">
              <a:latin typeface="Courier New" pitchFamily="49" charset="0"/>
            </a:endParaRPr>
          </a:p>
          <a:p>
            <a:pPr>
              <a:lnSpc>
                <a:spcPct val="80000"/>
              </a:lnSpc>
            </a:pPr>
            <a:r>
              <a:rPr lang="ru-RU" sz="1800" dirty="0" err="1">
                <a:latin typeface="Courier New" pitchFamily="49" charset="0"/>
              </a:rPr>
              <a:t>ИзменитьЗначенияПеременных</a:t>
            </a:r>
            <a:r>
              <a:rPr lang="ru-RU" sz="1800" dirty="0">
                <a:solidFill>
                  <a:srgbClr val="FF0000"/>
                </a:solidFill>
                <a:latin typeface="Courier New" pitchFamily="49" charset="0"/>
              </a:rPr>
              <a:t>(</a:t>
            </a:r>
            <a:r>
              <a:rPr lang="ru-RU" sz="1800" dirty="0">
                <a:latin typeface="Courier New" pitchFamily="49" charset="0"/>
              </a:rPr>
              <a:t>А</a:t>
            </a:r>
            <a:r>
              <a:rPr lang="ru-RU" sz="1800" dirty="0">
                <a:solidFill>
                  <a:srgbClr val="FF0000"/>
                </a:solidFill>
                <a:latin typeface="Courier New" pitchFamily="49" charset="0"/>
              </a:rPr>
              <a:t>,</a:t>
            </a:r>
            <a:r>
              <a:rPr lang="ru-RU" sz="1800" dirty="0">
                <a:latin typeface="Courier New" pitchFamily="49" charset="0"/>
              </a:rPr>
              <a:t> Б</a:t>
            </a:r>
            <a:r>
              <a:rPr lang="ru-RU" sz="1800" dirty="0">
                <a:solidFill>
                  <a:srgbClr val="FF0000"/>
                </a:solidFill>
                <a:latin typeface="Courier New" pitchFamily="49" charset="0"/>
              </a:rPr>
              <a:t>,</a:t>
            </a:r>
            <a:r>
              <a:rPr lang="ru-RU" sz="1800" dirty="0">
                <a:latin typeface="Courier New" pitchFamily="49" charset="0"/>
              </a:rPr>
              <a:t> 40</a:t>
            </a:r>
            <a:r>
              <a:rPr lang="ru-RU" sz="1800" dirty="0">
                <a:solidFill>
                  <a:srgbClr val="FF0000"/>
                </a:solidFill>
                <a:latin typeface="Courier New" pitchFamily="49" charset="0"/>
              </a:rPr>
              <a:t>);</a:t>
            </a:r>
            <a:r>
              <a:rPr lang="en-US" sz="1800" dirty="0">
                <a:latin typeface="Courier New" pitchFamily="49" charset="0"/>
              </a:rPr>
              <a:t> </a:t>
            </a:r>
            <a:r>
              <a:rPr lang="en-US" sz="1800" dirty="0">
                <a:solidFill>
                  <a:srgbClr val="00B050"/>
                </a:solidFill>
                <a:latin typeface="Courier New" pitchFamily="49" charset="0"/>
              </a:rPr>
              <a:t>// </a:t>
            </a:r>
            <a:r>
              <a:rPr lang="ru-RU" sz="1800" dirty="0">
                <a:solidFill>
                  <a:srgbClr val="00B050"/>
                </a:solidFill>
                <a:latin typeface="Courier New" pitchFamily="49" charset="0"/>
              </a:rPr>
              <a:t>А = ? Б = ?</a:t>
            </a:r>
          </a:p>
          <a:p>
            <a:pPr>
              <a:lnSpc>
                <a:spcPct val="80000"/>
              </a:lnSpc>
            </a:pPr>
            <a:r>
              <a:rPr lang="ru-RU" sz="1800" dirty="0" err="1">
                <a:latin typeface="Courier New" pitchFamily="49" charset="0"/>
              </a:rPr>
              <a:t>ИзменитьЗначенияПеременных</a:t>
            </a:r>
            <a:r>
              <a:rPr lang="ru-RU" sz="1800" dirty="0">
                <a:solidFill>
                  <a:srgbClr val="FF0000"/>
                </a:solidFill>
                <a:latin typeface="Courier New" pitchFamily="49" charset="0"/>
              </a:rPr>
              <a:t>(</a:t>
            </a:r>
            <a:r>
              <a:rPr lang="ru-RU" sz="1800" dirty="0">
                <a:latin typeface="Courier New" pitchFamily="49" charset="0"/>
              </a:rPr>
              <a:t>А</a:t>
            </a:r>
            <a:r>
              <a:rPr lang="ru-RU" sz="1800" dirty="0">
                <a:solidFill>
                  <a:srgbClr val="FF0000"/>
                </a:solidFill>
                <a:latin typeface="Courier New" pitchFamily="49" charset="0"/>
              </a:rPr>
              <a:t>,</a:t>
            </a:r>
            <a:r>
              <a:rPr lang="ru-RU" sz="1800" dirty="0">
                <a:latin typeface="Courier New" pitchFamily="49" charset="0"/>
              </a:rPr>
              <a:t> Б</a:t>
            </a:r>
            <a:r>
              <a:rPr lang="ru-RU" sz="1800" dirty="0">
                <a:solidFill>
                  <a:srgbClr val="FF0000"/>
                </a:solidFill>
                <a:latin typeface="Courier New" pitchFamily="49" charset="0"/>
              </a:rPr>
              <a:t>);</a:t>
            </a:r>
            <a:r>
              <a:rPr lang="en-US" sz="1800" dirty="0">
                <a:solidFill>
                  <a:srgbClr val="00B050"/>
                </a:solidFill>
                <a:latin typeface="Courier New" pitchFamily="49" charset="0"/>
              </a:rPr>
              <a:t> // </a:t>
            </a:r>
            <a:r>
              <a:rPr lang="ru-RU" sz="1800" dirty="0">
                <a:solidFill>
                  <a:srgbClr val="00B050"/>
                </a:solidFill>
                <a:latin typeface="Courier New" pitchFamily="49" charset="0"/>
              </a:rPr>
              <a:t>А = ? Б = ?</a:t>
            </a:r>
          </a:p>
          <a:p>
            <a:pPr>
              <a:lnSpc>
                <a:spcPct val="80000"/>
              </a:lnSpc>
            </a:pPr>
            <a:endParaRPr lang="ru-RU" sz="1800" dirty="0">
              <a:latin typeface="Courier New" pitchFamily="49" charset="0"/>
            </a:endParaRPr>
          </a:p>
          <a:p>
            <a:pPr>
              <a:lnSpc>
                <a:spcPct val="80000"/>
              </a:lnSpc>
            </a:pPr>
            <a:endParaRPr lang="ru-RU" sz="1800" dirty="0">
              <a:latin typeface="Courier New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5020199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Прямоугольник 3"/>
          <p:cNvSpPr/>
          <p:nvPr/>
        </p:nvSpPr>
        <p:spPr>
          <a:xfrm>
            <a:off x="107504" y="1120774"/>
            <a:ext cx="8928992" cy="5116537"/>
          </a:xfrm>
          <a:prstGeom prst="rect">
            <a:avLst/>
          </a:prstGeom>
          <a:noFill/>
          <a:ln w="38100">
            <a:solidFill>
              <a:schemeClr val="accent6">
                <a:lumMod val="50000"/>
              </a:schemeClr>
            </a:solidFill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ru-RU">
              <a:noFill/>
            </a:endParaRPr>
          </a:p>
        </p:txBody>
      </p:sp>
      <p:sp>
        <p:nvSpPr>
          <p:cNvPr id="9" name="Rectangle 3"/>
          <p:cNvSpPr txBox="1">
            <a:spLocks noChangeArrowheads="1"/>
          </p:cNvSpPr>
          <p:nvPr/>
        </p:nvSpPr>
        <p:spPr>
          <a:xfrm>
            <a:off x="228600" y="2060848"/>
            <a:ext cx="8915400" cy="4419600"/>
          </a:xfrm>
          <a:prstGeom prst="rect">
            <a:avLst/>
          </a:prstGeom>
        </p:spPr>
        <p:txBody>
          <a:bodyPr>
            <a:normAutofit lnSpcReduction="10000"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80000"/>
              </a:lnSpc>
              <a:buFontTx/>
              <a:buNone/>
            </a:pPr>
            <a:r>
              <a:rPr lang="ru-RU" sz="1800" dirty="0" err="1">
                <a:latin typeface="Courier New" pitchFamily="49" charset="0"/>
              </a:rPr>
              <a:t>Перем</a:t>
            </a:r>
            <a:r>
              <a:rPr lang="ru-RU" sz="1800" dirty="0">
                <a:latin typeface="Courier New" pitchFamily="49" charset="0"/>
              </a:rPr>
              <a:t> А, Б;</a:t>
            </a:r>
          </a:p>
          <a:p>
            <a:pPr>
              <a:lnSpc>
                <a:spcPct val="80000"/>
              </a:lnSpc>
              <a:buFontTx/>
              <a:buNone/>
            </a:pPr>
            <a:endParaRPr lang="ru-RU" sz="1800" dirty="0">
              <a:latin typeface="Courier New" pitchFamily="49" charset="0"/>
            </a:endParaRPr>
          </a:p>
          <a:p>
            <a:pPr>
              <a:lnSpc>
                <a:spcPct val="80000"/>
              </a:lnSpc>
              <a:buFontTx/>
              <a:buNone/>
            </a:pPr>
            <a:r>
              <a:rPr lang="ru-RU" sz="1800" b="1" dirty="0">
                <a:solidFill>
                  <a:srgbClr val="FF0000"/>
                </a:solidFill>
                <a:latin typeface="Courier New" pitchFamily="49" charset="0"/>
              </a:rPr>
              <a:t>Процедура</a:t>
            </a:r>
            <a:r>
              <a:rPr lang="ru-RU" sz="1800" dirty="0">
                <a:latin typeface="Courier New" pitchFamily="49" charset="0"/>
              </a:rPr>
              <a:t> </a:t>
            </a:r>
            <a:r>
              <a:rPr lang="ru-RU" sz="1800" dirty="0" err="1">
                <a:latin typeface="Courier New" pitchFamily="49" charset="0"/>
              </a:rPr>
              <a:t>ИзменитьЗначенияПеременных</a:t>
            </a:r>
            <a:r>
              <a:rPr lang="ru-RU" sz="1800" dirty="0">
                <a:latin typeface="Courier New" pitchFamily="49" charset="0"/>
              </a:rPr>
              <a:t>(П1, </a:t>
            </a:r>
            <a:r>
              <a:rPr lang="ru-RU" sz="1800" dirty="0" err="1">
                <a:solidFill>
                  <a:srgbClr val="FF0000"/>
                </a:solidFill>
                <a:latin typeface="Courier New" pitchFamily="49" charset="0"/>
              </a:rPr>
              <a:t>Знач</a:t>
            </a:r>
            <a:r>
              <a:rPr lang="ru-RU" sz="1800" dirty="0">
                <a:latin typeface="Courier New" pitchFamily="49" charset="0"/>
              </a:rPr>
              <a:t> П2, П3=20) </a:t>
            </a:r>
            <a:r>
              <a:rPr lang="ru-RU" sz="1600" dirty="0">
                <a:solidFill>
                  <a:srgbClr val="FF0000"/>
                </a:solidFill>
                <a:latin typeface="Courier New" pitchFamily="49" charset="0"/>
              </a:rPr>
              <a:t>Экспорт</a:t>
            </a:r>
          </a:p>
          <a:p>
            <a:pPr>
              <a:lnSpc>
                <a:spcPct val="80000"/>
              </a:lnSpc>
              <a:buFontTx/>
              <a:buNone/>
            </a:pPr>
            <a:r>
              <a:rPr lang="ru-RU" sz="1800" dirty="0">
                <a:latin typeface="Courier New" pitchFamily="49" charset="0"/>
              </a:rPr>
              <a:t>	П1 = П1 + П3;</a:t>
            </a:r>
          </a:p>
          <a:p>
            <a:pPr>
              <a:lnSpc>
                <a:spcPct val="80000"/>
              </a:lnSpc>
              <a:buFontTx/>
              <a:buNone/>
            </a:pPr>
            <a:r>
              <a:rPr lang="ru-RU" sz="1800" dirty="0">
                <a:latin typeface="Courier New" pitchFamily="49" charset="0"/>
              </a:rPr>
              <a:t>	П2 = П2 + П3;</a:t>
            </a:r>
          </a:p>
          <a:p>
            <a:pPr>
              <a:lnSpc>
                <a:spcPct val="80000"/>
              </a:lnSpc>
              <a:buFontTx/>
              <a:buNone/>
            </a:pPr>
            <a:endParaRPr lang="ru-RU" sz="1800" dirty="0">
              <a:latin typeface="Courier New" pitchFamily="49" charset="0"/>
            </a:endParaRPr>
          </a:p>
          <a:p>
            <a:pPr>
              <a:lnSpc>
                <a:spcPct val="80000"/>
              </a:lnSpc>
              <a:buFontTx/>
              <a:buNone/>
            </a:pPr>
            <a:r>
              <a:rPr lang="ru-RU" sz="1800" dirty="0">
                <a:latin typeface="Courier New" pitchFamily="49" charset="0"/>
              </a:rPr>
              <a:t>	</a:t>
            </a:r>
            <a:r>
              <a:rPr lang="ru-RU" sz="1800" dirty="0">
                <a:solidFill>
                  <a:srgbClr val="FF0000"/>
                </a:solidFill>
                <a:latin typeface="Courier New" pitchFamily="49" charset="0"/>
              </a:rPr>
              <a:t>Возврат</a:t>
            </a:r>
            <a:r>
              <a:rPr lang="ru-RU" sz="1800" dirty="0">
                <a:latin typeface="Courier New" pitchFamily="49" charset="0"/>
              </a:rPr>
              <a:t>;</a:t>
            </a:r>
          </a:p>
          <a:p>
            <a:pPr>
              <a:lnSpc>
                <a:spcPct val="80000"/>
              </a:lnSpc>
              <a:buFontTx/>
              <a:buNone/>
            </a:pPr>
            <a:r>
              <a:rPr lang="ru-RU" sz="1800" dirty="0">
                <a:latin typeface="Courier New" pitchFamily="49" charset="0"/>
              </a:rPr>
              <a:t>	</a:t>
            </a:r>
          </a:p>
          <a:p>
            <a:pPr>
              <a:lnSpc>
                <a:spcPct val="80000"/>
              </a:lnSpc>
              <a:buFontTx/>
              <a:buNone/>
            </a:pPr>
            <a:r>
              <a:rPr lang="ru-RU" sz="1800" dirty="0">
                <a:latin typeface="Courier New" pitchFamily="49" charset="0"/>
              </a:rPr>
              <a:t>	П3 = П3 + 77;</a:t>
            </a:r>
          </a:p>
          <a:p>
            <a:pPr>
              <a:lnSpc>
                <a:spcPct val="80000"/>
              </a:lnSpc>
              <a:buFontTx/>
              <a:buNone/>
            </a:pPr>
            <a:r>
              <a:rPr lang="ru-RU" sz="1800" b="1" dirty="0" err="1">
                <a:solidFill>
                  <a:srgbClr val="FF0000"/>
                </a:solidFill>
                <a:latin typeface="Courier New" pitchFamily="49" charset="0"/>
              </a:rPr>
              <a:t>КонецПроцедуры</a:t>
            </a:r>
            <a:endParaRPr lang="ru-RU" sz="1800" dirty="0">
              <a:latin typeface="Courier New" pitchFamily="49" charset="0"/>
            </a:endParaRPr>
          </a:p>
          <a:p>
            <a:pPr>
              <a:lnSpc>
                <a:spcPct val="80000"/>
              </a:lnSpc>
              <a:buFontTx/>
              <a:buNone/>
            </a:pPr>
            <a:endParaRPr lang="ru-RU" sz="1800" dirty="0">
              <a:latin typeface="Courier New" pitchFamily="49" charset="0"/>
            </a:endParaRPr>
          </a:p>
          <a:p>
            <a:pPr>
              <a:lnSpc>
                <a:spcPct val="80000"/>
              </a:lnSpc>
              <a:buFontTx/>
              <a:buNone/>
            </a:pPr>
            <a:r>
              <a:rPr lang="ru-RU" sz="1800" dirty="0">
                <a:latin typeface="Courier New" pitchFamily="49" charset="0"/>
              </a:rPr>
              <a:t>А = 5;</a:t>
            </a:r>
          </a:p>
          <a:p>
            <a:pPr>
              <a:lnSpc>
                <a:spcPct val="80000"/>
              </a:lnSpc>
              <a:buFontTx/>
              <a:buNone/>
            </a:pPr>
            <a:r>
              <a:rPr lang="ru-RU" sz="1800" dirty="0">
                <a:latin typeface="Courier New" pitchFamily="49" charset="0"/>
              </a:rPr>
              <a:t>Б = 5;</a:t>
            </a:r>
          </a:p>
          <a:p>
            <a:pPr>
              <a:lnSpc>
                <a:spcPct val="80000"/>
              </a:lnSpc>
              <a:buFontTx/>
              <a:buNone/>
            </a:pPr>
            <a:endParaRPr lang="ru-RU" sz="1800" dirty="0">
              <a:latin typeface="Courier New" pitchFamily="49" charset="0"/>
            </a:endParaRPr>
          </a:p>
          <a:p>
            <a:pPr>
              <a:lnSpc>
                <a:spcPct val="80000"/>
              </a:lnSpc>
              <a:buFontTx/>
              <a:buNone/>
            </a:pPr>
            <a:r>
              <a:rPr lang="ru-RU" sz="1800" dirty="0" err="1">
                <a:latin typeface="Courier New" pitchFamily="49" charset="0"/>
              </a:rPr>
              <a:t>ИзменитьЗначенияПеременных</a:t>
            </a:r>
            <a:r>
              <a:rPr lang="ru-RU" sz="1800" dirty="0">
                <a:latin typeface="Courier New" pitchFamily="49" charset="0"/>
              </a:rPr>
              <a:t>(А, Б, 40);</a:t>
            </a:r>
            <a:r>
              <a:rPr lang="en-US" sz="1800" dirty="0">
                <a:latin typeface="Courier New" pitchFamily="49" charset="0"/>
              </a:rPr>
              <a:t> </a:t>
            </a:r>
            <a:r>
              <a:rPr lang="en-US" sz="1800" dirty="0">
                <a:solidFill>
                  <a:srgbClr val="00B050"/>
                </a:solidFill>
                <a:latin typeface="Courier New" pitchFamily="49" charset="0"/>
              </a:rPr>
              <a:t>// </a:t>
            </a:r>
            <a:r>
              <a:rPr lang="ru-RU" sz="1800" dirty="0">
                <a:solidFill>
                  <a:srgbClr val="00B050"/>
                </a:solidFill>
                <a:latin typeface="Courier New" pitchFamily="49" charset="0"/>
              </a:rPr>
              <a:t>А = ? Б = ?</a:t>
            </a:r>
          </a:p>
          <a:p>
            <a:pPr>
              <a:lnSpc>
                <a:spcPct val="80000"/>
              </a:lnSpc>
              <a:buFont typeface="Arial" pitchFamily="34" charset="0"/>
              <a:buNone/>
            </a:pPr>
            <a:r>
              <a:rPr lang="ru-RU" sz="1800" dirty="0" err="1">
                <a:latin typeface="Courier New" pitchFamily="49" charset="0"/>
              </a:rPr>
              <a:t>ИзменитьЗначенияПеременных</a:t>
            </a:r>
            <a:r>
              <a:rPr lang="ru-RU" sz="1800" dirty="0">
                <a:latin typeface="Courier New" pitchFamily="49" charset="0"/>
              </a:rPr>
              <a:t>(А, Б);</a:t>
            </a:r>
            <a:r>
              <a:rPr lang="en-US" sz="1800" dirty="0">
                <a:solidFill>
                  <a:srgbClr val="00B050"/>
                </a:solidFill>
                <a:latin typeface="Courier New" pitchFamily="49" charset="0"/>
              </a:rPr>
              <a:t> // </a:t>
            </a:r>
            <a:r>
              <a:rPr lang="ru-RU" sz="1800" dirty="0">
                <a:solidFill>
                  <a:srgbClr val="00B050"/>
                </a:solidFill>
                <a:latin typeface="Courier New" pitchFamily="49" charset="0"/>
              </a:rPr>
              <a:t>А = ? Б = ?</a:t>
            </a:r>
          </a:p>
          <a:p>
            <a:pPr>
              <a:lnSpc>
                <a:spcPct val="80000"/>
              </a:lnSpc>
              <a:buFont typeface="Arial" pitchFamily="34" charset="0"/>
              <a:buNone/>
            </a:pPr>
            <a:endParaRPr lang="ru-RU" sz="1800" dirty="0">
              <a:latin typeface="Courier New" pitchFamily="49" charset="0"/>
            </a:endParaRPr>
          </a:p>
          <a:p>
            <a:pPr>
              <a:lnSpc>
                <a:spcPct val="80000"/>
              </a:lnSpc>
              <a:buFontTx/>
              <a:buNone/>
            </a:pPr>
            <a:endParaRPr lang="ru-RU" sz="1800" dirty="0">
              <a:latin typeface="Courier New" pitchFamily="49" charset="0"/>
            </a:endParaRPr>
          </a:p>
        </p:txBody>
      </p:sp>
      <p:sp>
        <p:nvSpPr>
          <p:cNvPr id="7" name="Скругленный прямоугольник 6"/>
          <p:cNvSpPr/>
          <p:nvPr/>
        </p:nvSpPr>
        <p:spPr>
          <a:xfrm>
            <a:off x="204056" y="4729708"/>
            <a:ext cx="8735888" cy="1440160"/>
          </a:xfrm>
          <a:prstGeom prst="roundRect">
            <a:avLst/>
          </a:prstGeom>
          <a:solidFill>
            <a:srgbClr val="00B050">
              <a:alpha val="8000"/>
            </a:srgbClr>
          </a:solidFill>
          <a:ln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b="1" dirty="0">
                <a:solidFill>
                  <a:schemeClr val="tx1"/>
                </a:solidFill>
              </a:rPr>
              <a:t>3) Раздел основной программы</a:t>
            </a:r>
          </a:p>
        </p:txBody>
      </p:sp>
      <p:sp>
        <p:nvSpPr>
          <p:cNvPr id="6" name="Скругленный прямоугольник 5"/>
          <p:cNvSpPr/>
          <p:nvPr/>
        </p:nvSpPr>
        <p:spPr>
          <a:xfrm>
            <a:off x="204056" y="2505844"/>
            <a:ext cx="8735888" cy="2079848"/>
          </a:xfrm>
          <a:prstGeom prst="roundRect">
            <a:avLst/>
          </a:prstGeom>
          <a:solidFill>
            <a:srgbClr val="7030A0">
              <a:alpha val="9000"/>
            </a:srgbClr>
          </a:solidFill>
          <a:ln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b="1" dirty="0">
                <a:solidFill>
                  <a:schemeClr val="tx1"/>
                </a:solidFill>
              </a:rPr>
              <a:t>2) Раздел описания процедур и функций</a:t>
            </a:r>
          </a:p>
        </p:txBody>
      </p:sp>
      <p:sp>
        <p:nvSpPr>
          <p:cNvPr id="5" name="Скругленный прямоугольник 4"/>
          <p:cNvSpPr/>
          <p:nvPr/>
        </p:nvSpPr>
        <p:spPr>
          <a:xfrm>
            <a:off x="204056" y="1724912"/>
            <a:ext cx="8735888" cy="648072"/>
          </a:xfrm>
          <a:prstGeom prst="roundRect">
            <a:avLst/>
          </a:prstGeom>
          <a:solidFill>
            <a:srgbClr val="0070C0">
              <a:alpha val="11000"/>
            </a:srgbClr>
          </a:solidFill>
          <a:ln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b="1" dirty="0">
                <a:solidFill>
                  <a:schemeClr val="tx1"/>
                </a:solidFill>
              </a:rPr>
              <a:t>1) Раздел явного объявления переменных</a:t>
            </a:r>
          </a:p>
        </p:txBody>
      </p:sp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>
                <a:solidFill>
                  <a:srgbClr val="FF0000"/>
                </a:solidFill>
              </a:rPr>
              <a:t>Структура модуля</a:t>
            </a:r>
          </a:p>
        </p:txBody>
      </p:sp>
    </p:spTree>
    <p:extLst>
      <p:ext uri="{BB962C8B-B14F-4D97-AF65-F5344CB8AC3E}">
        <p14:creationId xmlns:p14="http://schemas.microsoft.com/office/powerpoint/2010/main" val="158956369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9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9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9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9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9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build="p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ru-RU" dirty="0"/>
              <a:t>Некоторые процедуры можно «связать» с событиями программных объектов</a:t>
            </a:r>
          </a:p>
          <a:p>
            <a:r>
              <a:rPr lang="ru-RU" dirty="0"/>
              <a:t>Такие процедуры будут отрабатывать в момент наступления соответствующего события</a:t>
            </a:r>
          </a:p>
          <a:p>
            <a:r>
              <a:rPr lang="ru-RU" dirty="0"/>
              <a:t>Эти процедуры называются </a:t>
            </a:r>
            <a:r>
              <a:rPr lang="ru-RU" dirty="0">
                <a:solidFill>
                  <a:srgbClr val="0070C0"/>
                </a:solidFill>
              </a:rPr>
              <a:t>ОБРАБОТЧИКИ СОБЫТИЙ</a:t>
            </a:r>
          </a:p>
          <a:p>
            <a:r>
              <a:rPr lang="ru-RU" dirty="0"/>
              <a:t>Обработчик события должен располагается в модуле того объекта, где происходит событие</a:t>
            </a:r>
          </a:p>
          <a:p>
            <a:endParaRPr lang="ru-RU" dirty="0"/>
          </a:p>
        </p:txBody>
      </p:sp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>
                <a:solidFill>
                  <a:srgbClr val="FF0000"/>
                </a:solidFill>
              </a:rPr>
              <a:t>Не все процедуры одинаковы</a:t>
            </a:r>
          </a:p>
        </p:txBody>
      </p:sp>
    </p:spTree>
    <p:extLst>
      <p:ext uri="{BB962C8B-B14F-4D97-AF65-F5344CB8AC3E}">
        <p14:creationId xmlns:p14="http://schemas.microsoft.com/office/powerpoint/2010/main" val="243545148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1000"/>
                            </p:stCondLst>
                            <p:childTnLst>
                              <p:par>
                                <p:cTn id="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2000"/>
                            </p:stCondLst>
                            <p:childTnLst>
                              <p:par>
                                <p:cTn id="1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3000"/>
                            </p:stCondLst>
                            <p:childTnLst>
                              <p:par>
                                <p:cTn id="17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1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4000"/>
                            </p:stCondLst>
                            <p:childTnLst>
                              <p:par>
                                <p:cTn id="21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10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  <p:bldP spid="2" grpId="0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Объект 5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u-RU" dirty="0"/>
              <a:t>Булево</a:t>
            </a:r>
          </a:p>
          <a:p>
            <a:r>
              <a:rPr lang="ru-RU" dirty="0"/>
              <a:t>Число</a:t>
            </a:r>
          </a:p>
          <a:p>
            <a:r>
              <a:rPr lang="ru-RU" dirty="0"/>
              <a:t>Строка</a:t>
            </a:r>
          </a:p>
          <a:p>
            <a:r>
              <a:rPr lang="ru-RU" dirty="0"/>
              <a:t>Дата</a:t>
            </a:r>
          </a:p>
        </p:txBody>
      </p:sp>
      <p:sp>
        <p:nvSpPr>
          <p:cNvPr id="4" name="Заголовок 3"/>
          <p:cNvSpPr>
            <a:spLocks noGrp="1"/>
          </p:cNvSpPr>
          <p:nvPr>
            <p:ph type="title"/>
          </p:nvPr>
        </p:nvSpPr>
        <p:spPr>
          <a:xfrm>
            <a:off x="185862" y="548680"/>
            <a:ext cx="8784000" cy="864096"/>
          </a:xfrm>
        </p:spPr>
        <p:txBody>
          <a:bodyPr>
            <a:noAutofit/>
          </a:bodyPr>
          <a:lstStyle/>
          <a:p>
            <a:r>
              <a:rPr lang="ru-RU" dirty="0">
                <a:solidFill>
                  <a:srgbClr val="FF0000"/>
                </a:solidFill>
              </a:rPr>
              <a:t>Программная работа с данными примитивного типа</a:t>
            </a:r>
          </a:p>
        </p:txBody>
      </p:sp>
    </p:spTree>
    <p:extLst>
      <p:ext uri="{BB962C8B-B14F-4D97-AF65-F5344CB8AC3E}">
        <p14:creationId xmlns:p14="http://schemas.microsoft.com/office/powerpoint/2010/main" val="86471409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1000"/>
                            </p:stCondLst>
                            <p:childTnLst>
                              <p:par>
                                <p:cTn id="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1000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2000"/>
                            </p:stCondLst>
                            <p:childTnLst>
                              <p:par>
                                <p:cTn id="1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1000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3000"/>
                            </p:stCondLst>
                            <p:childTnLst>
                              <p:par>
                                <p:cTn id="17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1000"/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4000"/>
                            </p:stCondLst>
                            <p:childTnLst>
                              <p:par>
                                <p:cTn id="21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1000"/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build="p"/>
      <p:bldP spid="4" grpId="0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9" name="Rectangle 3"/>
          <p:cNvSpPr>
            <a:spLocks noGrp="1" noChangeArrowheads="1"/>
          </p:cNvSpPr>
          <p:nvPr>
            <p:ph idx="1"/>
          </p:nvPr>
        </p:nvSpPr>
        <p:spPr>
          <a:xfrm>
            <a:off x="181721" y="1628800"/>
            <a:ext cx="8839200" cy="4525962"/>
          </a:xfrm>
        </p:spPr>
        <p:txBody>
          <a:bodyPr/>
          <a:lstStyle/>
          <a:p>
            <a:pPr>
              <a:lnSpc>
                <a:spcPct val="90000"/>
              </a:lnSpc>
              <a:buFontTx/>
              <a:buNone/>
            </a:pPr>
            <a:r>
              <a:rPr lang="ru-RU" sz="2200" b="1" u="sng" dirty="0">
                <a:solidFill>
                  <a:schemeClr val="tx1">
                    <a:lumMod val="75000"/>
                    <a:lumOff val="25000"/>
                  </a:schemeClr>
                </a:solidFill>
                <a:latin typeface="Courier New" pitchFamily="49" charset="0"/>
              </a:rPr>
              <a:t>Использование в логических выражениях:</a:t>
            </a:r>
          </a:p>
          <a:p>
            <a:pPr>
              <a:lnSpc>
                <a:spcPct val="90000"/>
              </a:lnSpc>
              <a:buFontTx/>
              <a:buNone/>
            </a:pPr>
            <a:endParaRPr lang="ru-RU" sz="2000" dirty="0">
              <a:latin typeface="Courier New" pitchFamily="49" charset="0"/>
            </a:endParaRPr>
          </a:p>
          <a:p>
            <a:pPr>
              <a:lnSpc>
                <a:spcPct val="90000"/>
              </a:lnSpc>
              <a:buFontTx/>
              <a:buNone/>
            </a:pPr>
            <a:r>
              <a:rPr lang="ru-RU" sz="2000" dirty="0">
                <a:solidFill>
                  <a:srgbClr val="FF0000"/>
                </a:solidFill>
                <a:latin typeface="Courier New" pitchFamily="49" charset="0"/>
              </a:rPr>
              <a:t>Если</a:t>
            </a:r>
            <a:r>
              <a:rPr lang="ru-RU" sz="2000" dirty="0">
                <a:latin typeface="Courier New" pitchFamily="49" charset="0"/>
              </a:rPr>
              <a:t> </a:t>
            </a:r>
            <a:r>
              <a:rPr lang="ru-RU" sz="1400" dirty="0" err="1">
                <a:latin typeface="Courier New" pitchFamily="49" charset="0"/>
              </a:rPr>
              <a:t>КолТиповЦен</a:t>
            </a:r>
            <a:r>
              <a:rPr lang="ru-RU" sz="1400" dirty="0">
                <a:latin typeface="Courier New" pitchFamily="49" charset="0"/>
              </a:rPr>
              <a:t> </a:t>
            </a:r>
            <a:r>
              <a:rPr lang="ru-RU" sz="1400" dirty="0">
                <a:solidFill>
                  <a:srgbClr val="FF0000"/>
                </a:solidFill>
                <a:latin typeface="Courier New" pitchFamily="49" charset="0"/>
              </a:rPr>
              <a:t>&gt;</a:t>
            </a:r>
            <a:r>
              <a:rPr lang="ru-RU" sz="1400" dirty="0">
                <a:latin typeface="Courier New" pitchFamily="49" charset="0"/>
              </a:rPr>
              <a:t> 0 </a:t>
            </a:r>
            <a:r>
              <a:rPr lang="ru-RU" sz="1400" b="1" dirty="0">
                <a:solidFill>
                  <a:srgbClr val="FF0000"/>
                </a:solidFill>
                <a:latin typeface="Courier New" pitchFamily="49" charset="0"/>
              </a:rPr>
              <a:t>И</a:t>
            </a:r>
            <a:r>
              <a:rPr lang="ru-RU" sz="1400" dirty="0">
                <a:latin typeface="Courier New" pitchFamily="49" charset="0"/>
              </a:rPr>
              <a:t> (</a:t>
            </a:r>
            <a:r>
              <a:rPr lang="ru-RU" sz="1400" dirty="0" err="1">
                <a:latin typeface="Courier New" pitchFamily="49" charset="0"/>
              </a:rPr>
              <a:t>ВариантВывода</a:t>
            </a:r>
            <a:r>
              <a:rPr lang="ru-RU" sz="1400" dirty="0">
                <a:latin typeface="Courier New" pitchFamily="49" charset="0"/>
              </a:rPr>
              <a:t> </a:t>
            </a:r>
            <a:r>
              <a:rPr lang="ru-RU" sz="1400" dirty="0">
                <a:solidFill>
                  <a:srgbClr val="FF0000"/>
                </a:solidFill>
                <a:latin typeface="Courier New" pitchFamily="49" charset="0"/>
              </a:rPr>
              <a:t>=</a:t>
            </a:r>
            <a:r>
              <a:rPr lang="ru-RU" sz="1400" dirty="0">
                <a:latin typeface="Courier New" pitchFamily="49" charset="0"/>
              </a:rPr>
              <a:t> 3 </a:t>
            </a:r>
            <a:r>
              <a:rPr lang="ru-RU" sz="1400" b="1" dirty="0">
                <a:solidFill>
                  <a:srgbClr val="FF0000"/>
                </a:solidFill>
                <a:latin typeface="Courier New" pitchFamily="49" charset="0"/>
              </a:rPr>
              <a:t>ИЛИ НЕ</a:t>
            </a:r>
            <a:r>
              <a:rPr lang="ru-RU" sz="1400" dirty="0">
                <a:latin typeface="Courier New" pitchFamily="49" charset="0"/>
              </a:rPr>
              <a:t> </a:t>
            </a:r>
            <a:r>
              <a:rPr lang="ru-RU" sz="1400" dirty="0" err="1">
                <a:latin typeface="Courier New" pitchFamily="49" charset="0"/>
              </a:rPr>
              <a:t>ФормироватьЦены</a:t>
            </a:r>
            <a:r>
              <a:rPr lang="ru-RU" sz="1400" dirty="0">
                <a:latin typeface="Courier New" pitchFamily="49" charset="0"/>
              </a:rPr>
              <a:t>)</a:t>
            </a:r>
            <a:r>
              <a:rPr lang="ru-RU" sz="2000" dirty="0">
                <a:latin typeface="Courier New" pitchFamily="49" charset="0"/>
              </a:rPr>
              <a:t> </a:t>
            </a:r>
            <a:r>
              <a:rPr lang="ru-RU" sz="2000" dirty="0">
                <a:solidFill>
                  <a:srgbClr val="FF0000"/>
                </a:solidFill>
                <a:latin typeface="Courier New" pitchFamily="49" charset="0"/>
              </a:rPr>
              <a:t>Тогда</a:t>
            </a:r>
            <a:r>
              <a:rPr lang="ru-RU" sz="2000" dirty="0">
                <a:latin typeface="Courier New" pitchFamily="49" charset="0"/>
              </a:rPr>
              <a:t> </a:t>
            </a:r>
            <a:r>
              <a:rPr lang="ru-RU" sz="1800" dirty="0">
                <a:latin typeface="Courier New" pitchFamily="49" charset="0"/>
              </a:rPr>
              <a:t>...</a:t>
            </a:r>
          </a:p>
          <a:p>
            <a:pPr>
              <a:lnSpc>
                <a:spcPct val="90000"/>
              </a:lnSpc>
              <a:buFontTx/>
              <a:buNone/>
            </a:pPr>
            <a:endParaRPr lang="ru-RU" sz="2000" dirty="0">
              <a:latin typeface="Courier New" pitchFamily="49" charset="0"/>
            </a:endParaRPr>
          </a:p>
          <a:p>
            <a:pPr>
              <a:lnSpc>
                <a:spcPct val="90000"/>
              </a:lnSpc>
              <a:buFontTx/>
              <a:buNone/>
            </a:pPr>
            <a:endParaRPr lang="ru-RU" sz="2000" dirty="0">
              <a:latin typeface="Courier New" pitchFamily="49" charset="0"/>
            </a:endParaRPr>
          </a:p>
          <a:p>
            <a:pPr>
              <a:lnSpc>
                <a:spcPct val="90000"/>
              </a:lnSpc>
              <a:buFontTx/>
              <a:buNone/>
            </a:pPr>
            <a:r>
              <a:rPr lang="ru-RU" sz="2000" dirty="0">
                <a:solidFill>
                  <a:srgbClr val="FF0000"/>
                </a:solidFill>
                <a:latin typeface="Courier New" pitchFamily="49" charset="0"/>
              </a:rPr>
              <a:t>Если</a:t>
            </a:r>
            <a:r>
              <a:rPr lang="ru-RU" sz="2000" dirty="0">
                <a:latin typeface="Courier New" pitchFamily="49" charset="0"/>
              </a:rPr>
              <a:t> Проведен </a:t>
            </a:r>
            <a:r>
              <a:rPr lang="ru-RU" sz="2000" dirty="0">
                <a:solidFill>
                  <a:srgbClr val="FF0000"/>
                </a:solidFill>
                <a:latin typeface="Courier New" pitchFamily="49" charset="0"/>
              </a:rPr>
              <a:t>=</a:t>
            </a:r>
            <a:r>
              <a:rPr lang="ru-RU" sz="2000" dirty="0">
                <a:latin typeface="Courier New" pitchFamily="49" charset="0"/>
              </a:rPr>
              <a:t> </a:t>
            </a:r>
            <a:r>
              <a:rPr lang="ru-RU" sz="2000" dirty="0">
                <a:solidFill>
                  <a:srgbClr val="FF0000"/>
                </a:solidFill>
                <a:latin typeface="Courier New" pitchFamily="49" charset="0"/>
              </a:rPr>
              <a:t>Истина</a:t>
            </a:r>
            <a:r>
              <a:rPr lang="ru-RU" sz="2000" dirty="0">
                <a:latin typeface="Courier New" pitchFamily="49" charset="0"/>
              </a:rPr>
              <a:t> </a:t>
            </a:r>
            <a:r>
              <a:rPr lang="ru-RU" sz="2000" dirty="0">
                <a:solidFill>
                  <a:srgbClr val="FF0000"/>
                </a:solidFill>
                <a:latin typeface="Courier New" pitchFamily="49" charset="0"/>
              </a:rPr>
              <a:t>Тогда</a:t>
            </a:r>
            <a:r>
              <a:rPr lang="ru-RU" sz="2000" dirty="0">
                <a:latin typeface="Courier New" pitchFamily="49" charset="0"/>
              </a:rPr>
              <a:t> ...</a:t>
            </a:r>
          </a:p>
          <a:p>
            <a:pPr>
              <a:lnSpc>
                <a:spcPct val="90000"/>
              </a:lnSpc>
              <a:buFontTx/>
              <a:buNone/>
            </a:pPr>
            <a:endParaRPr lang="ru-RU" sz="800" dirty="0">
              <a:latin typeface="Courier New" pitchFamily="49" charset="0"/>
            </a:endParaRPr>
          </a:p>
          <a:p>
            <a:pPr>
              <a:lnSpc>
                <a:spcPct val="90000"/>
              </a:lnSpc>
              <a:buFontTx/>
              <a:buNone/>
            </a:pPr>
            <a:r>
              <a:rPr lang="ru-RU" sz="2000" dirty="0">
                <a:solidFill>
                  <a:srgbClr val="FF0000"/>
                </a:solidFill>
                <a:latin typeface="Courier New" pitchFamily="49" charset="0"/>
              </a:rPr>
              <a:t>Если</a:t>
            </a:r>
            <a:r>
              <a:rPr lang="ru-RU" sz="2000" dirty="0">
                <a:latin typeface="Courier New" pitchFamily="49" charset="0"/>
              </a:rPr>
              <a:t> Проведен </a:t>
            </a:r>
            <a:r>
              <a:rPr lang="ru-RU" sz="2000" dirty="0">
                <a:solidFill>
                  <a:srgbClr val="FF0000"/>
                </a:solidFill>
                <a:latin typeface="Courier New" pitchFamily="49" charset="0"/>
              </a:rPr>
              <a:t>Тогда</a:t>
            </a:r>
            <a:r>
              <a:rPr lang="ru-RU" sz="2000" dirty="0">
                <a:latin typeface="Courier New" pitchFamily="49" charset="0"/>
              </a:rPr>
              <a:t> ...</a:t>
            </a:r>
          </a:p>
          <a:p>
            <a:pPr>
              <a:lnSpc>
                <a:spcPct val="90000"/>
              </a:lnSpc>
              <a:buFontTx/>
              <a:buNone/>
            </a:pPr>
            <a:endParaRPr lang="ru-RU" sz="2000" dirty="0">
              <a:latin typeface="Courier New" pitchFamily="49" charset="0"/>
            </a:endParaRPr>
          </a:p>
          <a:p>
            <a:pPr>
              <a:lnSpc>
                <a:spcPct val="90000"/>
              </a:lnSpc>
              <a:buFontTx/>
              <a:buNone/>
            </a:pPr>
            <a:endParaRPr lang="ru-RU" sz="2000" dirty="0">
              <a:latin typeface="Courier New" pitchFamily="49" charset="0"/>
            </a:endParaRPr>
          </a:p>
          <a:p>
            <a:pPr>
              <a:lnSpc>
                <a:spcPct val="90000"/>
              </a:lnSpc>
              <a:buFontTx/>
              <a:buNone/>
            </a:pPr>
            <a:r>
              <a:rPr lang="ru-RU" sz="2000" dirty="0">
                <a:solidFill>
                  <a:srgbClr val="FF0000"/>
                </a:solidFill>
                <a:latin typeface="Courier New" pitchFamily="49" charset="0"/>
              </a:rPr>
              <a:t>Если</a:t>
            </a:r>
            <a:r>
              <a:rPr lang="ru-RU" sz="2000" dirty="0">
                <a:latin typeface="Courier New" pitchFamily="49" charset="0"/>
              </a:rPr>
              <a:t> </a:t>
            </a:r>
            <a:r>
              <a:rPr lang="ru-RU" sz="2000" dirty="0" err="1">
                <a:latin typeface="Courier New" pitchFamily="49" charset="0"/>
              </a:rPr>
              <a:t>ПараметрыОтчетаКорректны</a:t>
            </a:r>
            <a:r>
              <a:rPr lang="ru-RU" sz="2000" dirty="0">
                <a:latin typeface="Courier New" pitchFamily="49" charset="0"/>
              </a:rPr>
              <a:t> </a:t>
            </a:r>
            <a:r>
              <a:rPr lang="ru-RU" sz="2000" dirty="0">
                <a:solidFill>
                  <a:srgbClr val="FF0000"/>
                </a:solidFill>
                <a:latin typeface="Courier New" pitchFamily="49" charset="0"/>
              </a:rPr>
              <a:t>=</a:t>
            </a:r>
            <a:r>
              <a:rPr lang="ru-RU" sz="2000" dirty="0">
                <a:latin typeface="Courier New" pitchFamily="49" charset="0"/>
              </a:rPr>
              <a:t> </a:t>
            </a:r>
            <a:r>
              <a:rPr lang="ru-RU" sz="2000" dirty="0">
                <a:solidFill>
                  <a:srgbClr val="FF0000"/>
                </a:solidFill>
                <a:latin typeface="Courier New" pitchFamily="49" charset="0"/>
              </a:rPr>
              <a:t>Ложь</a:t>
            </a:r>
            <a:r>
              <a:rPr lang="ru-RU" sz="2000" dirty="0">
                <a:latin typeface="Courier New" pitchFamily="49" charset="0"/>
              </a:rPr>
              <a:t> </a:t>
            </a:r>
            <a:r>
              <a:rPr lang="ru-RU" sz="2000" dirty="0">
                <a:solidFill>
                  <a:srgbClr val="FF0000"/>
                </a:solidFill>
                <a:latin typeface="Courier New" pitchFamily="49" charset="0"/>
              </a:rPr>
              <a:t>Тогда</a:t>
            </a:r>
            <a:r>
              <a:rPr lang="ru-RU" sz="2000" dirty="0">
                <a:latin typeface="Courier New" pitchFamily="49" charset="0"/>
              </a:rPr>
              <a:t> ...</a:t>
            </a:r>
          </a:p>
          <a:p>
            <a:pPr>
              <a:lnSpc>
                <a:spcPct val="90000"/>
              </a:lnSpc>
              <a:buFontTx/>
              <a:buNone/>
            </a:pPr>
            <a:endParaRPr lang="ru-RU" sz="800" dirty="0">
              <a:latin typeface="Courier New" pitchFamily="49" charset="0"/>
            </a:endParaRPr>
          </a:p>
          <a:p>
            <a:pPr>
              <a:lnSpc>
                <a:spcPct val="90000"/>
              </a:lnSpc>
              <a:buFontTx/>
              <a:buNone/>
            </a:pPr>
            <a:r>
              <a:rPr lang="ru-RU" sz="2000" dirty="0">
                <a:solidFill>
                  <a:srgbClr val="FF0000"/>
                </a:solidFill>
                <a:latin typeface="Courier New" pitchFamily="49" charset="0"/>
              </a:rPr>
              <a:t>Если</a:t>
            </a:r>
            <a:r>
              <a:rPr lang="ru-RU" sz="2000" dirty="0">
                <a:latin typeface="Courier New" pitchFamily="49" charset="0"/>
              </a:rPr>
              <a:t> </a:t>
            </a:r>
            <a:r>
              <a:rPr lang="ru-RU" sz="2000" b="1" dirty="0">
                <a:solidFill>
                  <a:srgbClr val="FF0000"/>
                </a:solidFill>
                <a:latin typeface="Courier New" pitchFamily="49" charset="0"/>
              </a:rPr>
              <a:t>НЕ</a:t>
            </a:r>
            <a:r>
              <a:rPr lang="ru-RU" sz="2000" dirty="0">
                <a:latin typeface="Courier New" pitchFamily="49" charset="0"/>
              </a:rPr>
              <a:t> </a:t>
            </a:r>
            <a:r>
              <a:rPr lang="ru-RU" sz="2000" dirty="0" err="1">
                <a:latin typeface="Courier New" pitchFamily="49" charset="0"/>
              </a:rPr>
              <a:t>ПараметрыОтчетаКорректны</a:t>
            </a:r>
            <a:r>
              <a:rPr lang="ru-RU" sz="2000" dirty="0">
                <a:latin typeface="Courier New" pitchFamily="49" charset="0"/>
              </a:rPr>
              <a:t> </a:t>
            </a:r>
            <a:r>
              <a:rPr lang="ru-RU" sz="2000" dirty="0">
                <a:solidFill>
                  <a:srgbClr val="FF0000"/>
                </a:solidFill>
                <a:latin typeface="Courier New" pitchFamily="49" charset="0"/>
              </a:rPr>
              <a:t>Тогда</a:t>
            </a:r>
            <a:r>
              <a:rPr lang="ru-RU" sz="2000" dirty="0">
                <a:latin typeface="Courier New" pitchFamily="49" charset="0"/>
              </a:rPr>
              <a:t> ... </a:t>
            </a:r>
          </a:p>
        </p:txBody>
      </p:sp>
      <p:sp>
        <p:nvSpPr>
          <p:cNvPr id="19458" name="Rectangle 2"/>
          <p:cNvSpPr>
            <a:spLocks noGrp="1" noChangeArrowheads="1"/>
          </p:cNvSpPr>
          <p:nvPr>
            <p:ph type="title"/>
          </p:nvPr>
        </p:nvSpPr>
        <p:spPr>
          <a:xfrm>
            <a:off x="251520" y="548680"/>
            <a:ext cx="8784000" cy="720000"/>
          </a:xfrm>
        </p:spPr>
        <p:txBody>
          <a:bodyPr>
            <a:normAutofit/>
          </a:bodyPr>
          <a:lstStyle/>
          <a:p>
            <a:r>
              <a:rPr lang="ru-RU" dirty="0">
                <a:solidFill>
                  <a:srgbClr val="FF0000"/>
                </a:solidFill>
              </a:rPr>
              <a:t>Примитивные типы: Булево</a:t>
            </a:r>
          </a:p>
        </p:txBody>
      </p:sp>
    </p:spTree>
    <p:extLst>
      <p:ext uri="{BB962C8B-B14F-4D97-AF65-F5344CB8AC3E}">
        <p14:creationId xmlns:p14="http://schemas.microsoft.com/office/powerpoint/2010/main" val="244925620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5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945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5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1945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5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1945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59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9459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59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19459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59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19459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459" grpId="0" build="p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3" name="Rectangle 3"/>
          <p:cNvSpPr>
            <a:spLocks noGrp="1" noChangeArrowheads="1"/>
          </p:cNvSpPr>
          <p:nvPr>
            <p:ph idx="1"/>
          </p:nvPr>
        </p:nvSpPr>
        <p:spPr>
          <a:xfrm>
            <a:off x="381000" y="2484438"/>
            <a:ext cx="8382000" cy="2087562"/>
          </a:xfrm>
        </p:spPr>
        <p:txBody>
          <a:bodyPr>
            <a:normAutofit lnSpcReduction="10000"/>
          </a:bodyPr>
          <a:lstStyle/>
          <a:p>
            <a:pPr>
              <a:lnSpc>
                <a:spcPct val="90000"/>
              </a:lnSpc>
              <a:buFontTx/>
              <a:buNone/>
            </a:pPr>
            <a:r>
              <a:rPr lang="ru-RU" sz="2200" b="1" u="sng" dirty="0">
                <a:solidFill>
                  <a:schemeClr val="tx1">
                    <a:lumMod val="75000"/>
                    <a:lumOff val="25000"/>
                  </a:schemeClr>
                </a:solidFill>
                <a:latin typeface="Courier New" pitchFamily="49" charset="0"/>
              </a:rPr>
              <a:t>Пример использования в арифметических вычислениях:</a:t>
            </a:r>
          </a:p>
          <a:p>
            <a:pPr>
              <a:lnSpc>
                <a:spcPct val="90000"/>
              </a:lnSpc>
              <a:buFontTx/>
              <a:buNone/>
            </a:pPr>
            <a:endParaRPr lang="ru-RU" dirty="0"/>
          </a:p>
          <a:p>
            <a:pPr>
              <a:lnSpc>
                <a:spcPct val="90000"/>
              </a:lnSpc>
              <a:buFontTx/>
              <a:buNone/>
            </a:pPr>
            <a:r>
              <a:rPr lang="ru-RU" b="1" dirty="0">
                <a:latin typeface="Courier New" pitchFamily="49" charset="0"/>
              </a:rPr>
              <a:t>А </a:t>
            </a:r>
            <a:r>
              <a:rPr lang="ru-RU" b="1" dirty="0">
                <a:solidFill>
                  <a:srgbClr val="FF0000"/>
                </a:solidFill>
                <a:latin typeface="Courier New" pitchFamily="49" charset="0"/>
              </a:rPr>
              <a:t>=</a:t>
            </a:r>
            <a:r>
              <a:rPr lang="ru-RU" b="1" dirty="0">
                <a:latin typeface="Courier New" pitchFamily="49" charset="0"/>
              </a:rPr>
              <a:t> 10 </a:t>
            </a:r>
            <a:r>
              <a:rPr lang="ru-RU" b="1" dirty="0">
                <a:solidFill>
                  <a:srgbClr val="FF0000"/>
                </a:solidFill>
                <a:latin typeface="Courier New" pitchFamily="49" charset="0"/>
              </a:rPr>
              <a:t>*</a:t>
            </a:r>
            <a:r>
              <a:rPr lang="ru-RU" b="1" dirty="0">
                <a:latin typeface="Courier New" pitchFamily="49" charset="0"/>
              </a:rPr>
              <a:t> 7 </a:t>
            </a:r>
            <a:r>
              <a:rPr lang="ru-RU" b="1" dirty="0">
                <a:solidFill>
                  <a:srgbClr val="FF0000"/>
                </a:solidFill>
                <a:latin typeface="Courier New" pitchFamily="49" charset="0"/>
              </a:rPr>
              <a:t>+</a:t>
            </a:r>
            <a:r>
              <a:rPr lang="ru-RU" b="1" dirty="0">
                <a:latin typeface="Courier New" pitchFamily="49" charset="0"/>
              </a:rPr>
              <a:t> 1</a:t>
            </a:r>
            <a:r>
              <a:rPr lang="ru-RU" b="1" dirty="0">
                <a:solidFill>
                  <a:srgbClr val="FF0000"/>
                </a:solidFill>
                <a:latin typeface="Courier New" pitchFamily="49" charset="0"/>
              </a:rPr>
              <a:t>;</a:t>
            </a:r>
          </a:p>
          <a:p>
            <a:pPr>
              <a:lnSpc>
                <a:spcPct val="90000"/>
              </a:lnSpc>
              <a:buFontTx/>
              <a:buNone/>
            </a:pPr>
            <a:r>
              <a:rPr lang="ru-RU" b="1" dirty="0">
                <a:latin typeface="Courier New" pitchFamily="49" charset="0"/>
              </a:rPr>
              <a:t>Б </a:t>
            </a:r>
            <a:r>
              <a:rPr lang="ru-RU" b="1" dirty="0">
                <a:solidFill>
                  <a:srgbClr val="FF0000"/>
                </a:solidFill>
                <a:latin typeface="Courier New" pitchFamily="49" charset="0"/>
              </a:rPr>
              <a:t>=</a:t>
            </a:r>
            <a:r>
              <a:rPr lang="ru-RU" b="1" dirty="0">
                <a:latin typeface="Courier New" pitchFamily="49" charset="0"/>
              </a:rPr>
              <a:t> А </a:t>
            </a:r>
            <a:r>
              <a:rPr lang="ru-RU" b="1" dirty="0">
                <a:solidFill>
                  <a:srgbClr val="FF0000"/>
                </a:solidFill>
                <a:latin typeface="Courier New" pitchFamily="49" charset="0"/>
              </a:rPr>
              <a:t>%</a:t>
            </a:r>
            <a:r>
              <a:rPr lang="ru-RU" b="1" dirty="0">
                <a:latin typeface="Courier New" pitchFamily="49" charset="0"/>
              </a:rPr>
              <a:t> 6</a:t>
            </a:r>
            <a:r>
              <a:rPr lang="ru-RU" b="1" dirty="0">
                <a:solidFill>
                  <a:srgbClr val="FF0000"/>
                </a:solidFill>
                <a:latin typeface="Courier New" pitchFamily="49" charset="0"/>
              </a:rPr>
              <a:t>;</a:t>
            </a:r>
            <a:r>
              <a:rPr lang="ru-RU" dirty="0"/>
              <a:t> </a:t>
            </a:r>
          </a:p>
        </p:txBody>
      </p:sp>
      <p:sp>
        <p:nvSpPr>
          <p:cNvPr id="20482" name="Rectangle 2"/>
          <p:cNvSpPr>
            <a:spLocks noGrp="1" noChangeArrowheads="1"/>
          </p:cNvSpPr>
          <p:nvPr>
            <p:ph type="title"/>
          </p:nvPr>
        </p:nvSpPr>
        <p:spPr>
          <a:xfrm>
            <a:off x="179512" y="548680"/>
            <a:ext cx="8784976" cy="720000"/>
          </a:xfrm>
        </p:spPr>
        <p:txBody>
          <a:bodyPr>
            <a:normAutofit/>
          </a:bodyPr>
          <a:lstStyle/>
          <a:p>
            <a:r>
              <a:rPr lang="ru-RU" dirty="0">
                <a:solidFill>
                  <a:srgbClr val="FF0000"/>
                </a:solidFill>
              </a:rPr>
              <a:t>Примитивные типы: Число</a:t>
            </a:r>
          </a:p>
        </p:txBody>
      </p:sp>
    </p:spTree>
    <p:extLst>
      <p:ext uri="{BB962C8B-B14F-4D97-AF65-F5344CB8AC3E}">
        <p14:creationId xmlns:p14="http://schemas.microsoft.com/office/powerpoint/2010/main" val="47244045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8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048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8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2048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8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2048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483" grpId="0" build="p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7" name="Rectangle 3"/>
          <p:cNvSpPr>
            <a:spLocks noGrp="1" noChangeArrowheads="1"/>
          </p:cNvSpPr>
          <p:nvPr>
            <p:ph idx="1"/>
          </p:nvPr>
        </p:nvSpPr>
        <p:spPr>
          <a:xfrm>
            <a:off x="304800" y="1052736"/>
            <a:ext cx="8610600" cy="5221560"/>
          </a:xfrm>
        </p:spPr>
        <p:txBody>
          <a:bodyPr>
            <a:normAutofit lnSpcReduction="10000"/>
          </a:bodyPr>
          <a:lstStyle/>
          <a:p>
            <a:pPr>
              <a:lnSpc>
                <a:spcPct val="80000"/>
              </a:lnSpc>
              <a:buFontTx/>
              <a:buNone/>
            </a:pPr>
            <a:r>
              <a:rPr lang="ru-RU" sz="2000" b="1" u="sng" dirty="0">
                <a:solidFill>
                  <a:schemeClr val="tx1">
                    <a:lumMod val="75000"/>
                    <a:lumOff val="25000"/>
                  </a:schemeClr>
                </a:solidFill>
                <a:latin typeface="Courier New" pitchFamily="49" charset="0"/>
              </a:rPr>
              <a:t>Определение строк:</a:t>
            </a:r>
          </a:p>
          <a:p>
            <a:pPr>
              <a:lnSpc>
                <a:spcPct val="80000"/>
              </a:lnSpc>
              <a:buFontTx/>
              <a:buNone/>
            </a:pPr>
            <a:endParaRPr lang="ru-RU" sz="1800" i="1" u="sng" dirty="0">
              <a:solidFill>
                <a:schemeClr val="accent2"/>
              </a:solidFill>
              <a:latin typeface="Courier New" pitchFamily="49" charset="0"/>
            </a:endParaRPr>
          </a:p>
          <a:p>
            <a:pPr>
              <a:lnSpc>
                <a:spcPct val="80000"/>
              </a:lnSpc>
              <a:buFontTx/>
              <a:buNone/>
            </a:pPr>
            <a:r>
              <a:rPr lang="ru-RU" sz="1600" dirty="0">
                <a:latin typeface="Courier New" pitchFamily="49" charset="0"/>
              </a:rPr>
              <a:t>Строка </a:t>
            </a:r>
            <a:r>
              <a:rPr lang="ru-RU" sz="1600" dirty="0">
                <a:solidFill>
                  <a:srgbClr val="FF0000"/>
                </a:solidFill>
                <a:latin typeface="Courier New" pitchFamily="49" charset="0"/>
              </a:rPr>
              <a:t>=</a:t>
            </a:r>
            <a:r>
              <a:rPr lang="ru-RU" sz="1600" dirty="0">
                <a:latin typeface="Courier New" pitchFamily="49" charset="0"/>
              </a:rPr>
              <a:t> </a:t>
            </a:r>
            <a:r>
              <a:rPr lang="ru-RU" sz="1600" b="1" dirty="0">
                <a:solidFill>
                  <a:schemeClr val="tx1"/>
                </a:solidFill>
                <a:latin typeface="Courier New" pitchFamily="49" charset="0"/>
              </a:rPr>
              <a:t>"</a:t>
            </a:r>
            <a:r>
              <a:rPr lang="ru-RU" sz="1600" dirty="0">
                <a:solidFill>
                  <a:schemeClr val="tx1"/>
                </a:solidFill>
                <a:latin typeface="Courier New" pitchFamily="49" charset="0"/>
              </a:rPr>
              <a:t>Пример обычной строки</a:t>
            </a:r>
            <a:r>
              <a:rPr lang="ru-RU" sz="1600" b="1" dirty="0">
                <a:solidFill>
                  <a:schemeClr val="tx1"/>
                </a:solidFill>
                <a:latin typeface="Courier New" pitchFamily="49" charset="0"/>
              </a:rPr>
              <a:t>"</a:t>
            </a:r>
            <a:r>
              <a:rPr lang="ru-RU" sz="1600" dirty="0">
                <a:solidFill>
                  <a:srgbClr val="FF0000"/>
                </a:solidFill>
                <a:latin typeface="Courier New" pitchFamily="49" charset="0"/>
              </a:rPr>
              <a:t>;</a:t>
            </a:r>
          </a:p>
          <a:p>
            <a:pPr>
              <a:lnSpc>
                <a:spcPct val="80000"/>
              </a:lnSpc>
              <a:buFontTx/>
              <a:buNone/>
            </a:pPr>
            <a:endParaRPr lang="ru-RU" sz="1600" dirty="0">
              <a:latin typeface="Courier New" pitchFamily="49" charset="0"/>
            </a:endParaRPr>
          </a:p>
          <a:p>
            <a:pPr>
              <a:lnSpc>
                <a:spcPct val="80000"/>
              </a:lnSpc>
              <a:buNone/>
            </a:pPr>
            <a:r>
              <a:rPr lang="ru-RU" sz="2000" b="1" u="sng" dirty="0">
                <a:solidFill>
                  <a:schemeClr val="tx1">
                    <a:lumMod val="75000"/>
                    <a:lumOff val="25000"/>
                  </a:schemeClr>
                </a:solidFill>
                <a:latin typeface="Courier New" pitchFamily="49" charset="0"/>
              </a:rPr>
              <a:t>Конкатенация строк:</a:t>
            </a:r>
          </a:p>
          <a:p>
            <a:pPr>
              <a:lnSpc>
                <a:spcPct val="80000"/>
              </a:lnSpc>
              <a:buFontTx/>
              <a:buNone/>
            </a:pPr>
            <a:endParaRPr lang="ru-RU" sz="1800" i="1" u="sng" dirty="0">
              <a:solidFill>
                <a:schemeClr val="accent2"/>
              </a:solidFill>
              <a:latin typeface="Courier New" pitchFamily="49" charset="0"/>
            </a:endParaRPr>
          </a:p>
          <a:p>
            <a:pPr>
              <a:lnSpc>
                <a:spcPct val="80000"/>
              </a:lnSpc>
              <a:buFontTx/>
              <a:buNone/>
            </a:pPr>
            <a:r>
              <a:rPr lang="ru-RU" sz="1600" dirty="0" err="1">
                <a:latin typeface="Courier New" pitchFamily="49" charset="0"/>
              </a:rPr>
              <a:t>ОбъединеннаяСтрока</a:t>
            </a:r>
            <a:r>
              <a:rPr lang="ru-RU" sz="1600" dirty="0">
                <a:latin typeface="Courier New" pitchFamily="49" charset="0"/>
              </a:rPr>
              <a:t> </a:t>
            </a:r>
            <a:r>
              <a:rPr lang="ru-RU" sz="1600" dirty="0">
                <a:solidFill>
                  <a:srgbClr val="FF0000"/>
                </a:solidFill>
                <a:latin typeface="Courier New" pitchFamily="49" charset="0"/>
              </a:rPr>
              <a:t>=</a:t>
            </a:r>
            <a:r>
              <a:rPr lang="ru-RU" sz="1600" dirty="0">
                <a:latin typeface="Courier New" pitchFamily="49" charset="0"/>
              </a:rPr>
              <a:t> </a:t>
            </a:r>
            <a:r>
              <a:rPr lang="ru-RU" sz="1600" dirty="0">
                <a:solidFill>
                  <a:schemeClr val="tx1"/>
                </a:solidFill>
                <a:latin typeface="Courier New" pitchFamily="49" charset="0"/>
              </a:rPr>
              <a:t>"Строка №1" </a:t>
            </a:r>
            <a:r>
              <a:rPr lang="ru-RU" sz="1600" dirty="0">
                <a:solidFill>
                  <a:srgbClr val="FF0000"/>
                </a:solidFill>
                <a:latin typeface="Courier New" pitchFamily="49" charset="0"/>
              </a:rPr>
              <a:t>+</a:t>
            </a:r>
            <a:r>
              <a:rPr lang="ru-RU" sz="1600" dirty="0">
                <a:latin typeface="Courier New" pitchFamily="49" charset="0"/>
              </a:rPr>
              <a:t> </a:t>
            </a:r>
            <a:r>
              <a:rPr lang="ru-RU" sz="1600" dirty="0">
                <a:solidFill>
                  <a:schemeClr val="tx1"/>
                </a:solidFill>
                <a:latin typeface="Courier New" pitchFamily="49" charset="0"/>
              </a:rPr>
              <a:t>"Строка №2"</a:t>
            </a:r>
            <a:r>
              <a:rPr lang="ru-RU" sz="1600" dirty="0">
                <a:solidFill>
                  <a:srgbClr val="FF0000"/>
                </a:solidFill>
                <a:latin typeface="Courier New" pitchFamily="49" charset="0"/>
              </a:rPr>
              <a:t>;</a:t>
            </a:r>
          </a:p>
          <a:p>
            <a:pPr>
              <a:lnSpc>
                <a:spcPct val="80000"/>
              </a:lnSpc>
              <a:buFontTx/>
              <a:buNone/>
            </a:pPr>
            <a:endParaRPr lang="ru-RU" sz="1600" dirty="0">
              <a:latin typeface="Courier New" pitchFamily="49" charset="0"/>
            </a:endParaRPr>
          </a:p>
          <a:p>
            <a:pPr>
              <a:lnSpc>
                <a:spcPct val="80000"/>
              </a:lnSpc>
              <a:buNone/>
            </a:pPr>
            <a:r>
              <a:rPr lang="ru-RU" sz="2000" b="1" u="sng" dirty="0">
                <a:solidFill>
                  <a:schemeClr val="tx1">
                    <a:lumMod val="75000"/>
                    <a:lumOff val="25000"/>
                  </a:schemeClr>
                </a:solidFill>
                <a:latin typeface="Courier New" pitchFamily="49" charset="0"/>
              </a:rPr>
              <a:t>Многострочные строки (2 способа):</a:t>
            </a:r>
          </a:p>
          <a:p>
            <a:pPr>
              <a:lnSpc>
                <a:spcPct val="80000"/>
              </a:lnSpc>
              <a:buNone/>
            </a:pPr>
            <a:endParaRPr lang="ru-RU" sz="2000" b="1" dirty="0">
              <a:latin typeface="Courier New" pitchFamily="49" charset="0"/>
            </a:endParaRPr>
          </a:p>
          <a:p>
            <a:pPr>
              <a:lnSpc>
                <a:spcPct val="80000"/>
              </a:lnSpc>
              <a:buFontTx/>
              <a:buNone/>
            </a:pPr>
            <a:r>
              <a:rPr lang="ru-RU" sz="1600" dirty="0">
                <a:latin typeface="Courier New" pitchFamily="49" charset="0"/>
              </a:rPr>
              <a:t>Предупреждение </a:t>
            </a:r>
            <a:r>
              <a:rPr lang="ru-RU" sz="1600" dirty="0">
                <a:solidFill>
                  <a:srgbClr val="FF0000"/>
                </a:solidFill>
                <a:latin typeface="Courier New" pitchFamily="49" charset="0"/>
              </a:rPr>
              <a:t>=</a:t>
            </a:r>
            <a:r>
              <a:rPr lang="ru-RU" sz="1600" dirty="0">
                <a:latin typeface="Courier New" pitchFamily="49" charset="0"/>
              </a:rPr>
              <a:t> </a:t>
            </a:r>
            <a:r>
              <a:rPr lang="ru-RU" sz="1600" dirty="0">
                <a:solidFill>
                  <a:schemeClr val="tx1"/>
                </a:solidFill>
                <a:latin typeface="Courier New" pitchFamily="49" charset="0"/>
              </a:rPr>
              <a:t>"Перед блокированием документ необходимо записать."</a:t>
            </a:r>
          </a:p>
          <a:p>
            <a:pPr>
              <a:lnSpc>
                <a:spcPct val="80000"/>
              </a:lnSpc>
              <a:buFontTx/>
              <a:buNone/>
            </a:pPr>
            <a:r>
              <a:rPr lang="ru-RU" sz="1600" dirty="0">
                <a:latin typeface="Courier New" pitchFamily="49" charset="0"/>
              </a:rPr>
              <a:t>			</a:t>
            </a:r>
            <a:r>
              <a:rPr lang="ru-RU" sz="1600" dirty="0">
                <a:solidFill>
                  <a:srgbClr val="FF0000"/>
                </a:solidFill>
                <a:latin typeface="Courier New" pitchFamily="49" charset="0"/>
              </a:rPr>
              <a:t>+</a:t>
            </a:r>
            <a:r>
              <a:rPr lang="ru-RU" sz="1600" dirty="0">
                <a:latin typeface="Courier New" pitchFamily="49" charset="0"/>
              </a:rPr>
              <a:t> </a:t>
            </a:r>
            <a:r>
              <a:rPr lang="ru-RU" sz="1600" b="1" dirty="0" err="1">
                <a:latin typeface="Courier New" pitchFamily="49" charset="0"/>
              </a:rPr>
              <a:t>Символы</a:t>
            </a:r>
            <a:r>
              <a:rPr lang="ru-RU" sz="1600" b="1" dirty="0" err="1">
                <a:solidFill>
                  <a:srgbClr val="FF0000"/>
                </a:solidFill>
                <a:latin typeface="Courier New" pitchFamily="49" charset="0"/>
              </a:rPr>
              <a:t>.</a:t>
            </a:r>
            <a:r>
              <a:rPr lang="ru-RU" sz="1600" b="1" dirty="0" err="1">
                <a:latin typeface="Courier New" pitchFamily="49" charset="0"/>
              </a:rPr>
              <a:t>ПС</a:t>
            </a:r>
            <a:r>
              <a:rPr lang="ru-RU" sz="1600" dirty="0">
                <a:latin typeface="Courier New" pitchFamily="49" charset="0"/>
              </a:rPr>
              <a:t> </a:t>
            </a:r>
            <a:r>
              <a:rPr lang="ru-RU" sz="1600" dirty="0">
                <a:solidFill>
                  <a:srgbClr val="FF0000"/>
                </a:solidFill>
                <a:latin typeface="Courier New" pitchFamily="49" charset="0"/>
              </a:rPr>
              <a:t>+</a:t>
            </a:r>
            <a:r>
              <a:rPr lang="ru-RU" sz="1600" dirty="0">
                <a:latin typeface="Courier New" pitchFamily="49" charset="0"/>
              </a:rPr>
              <a:t> </a:t>
            </a:r>
            <a:r>
              <a:rPr lang="ru-RU" sz="1600" dirty="0">
                <a:solidFill>
                  <a:schemeClr val="tx1"/>
                </a:solidFill>
                <a:latin typeface="Courier New" pitchFamily="49" charset="0"/>
              </a:rPr>
              <a:t>"Сделать это сейчас?"</a:t>
            </a:r>
            <a:r>
              <a:rPr lang="ru-RU" sz="1600" dirty="0">
                <a:solidFill>
                  <a:srgbClr val="FF0000"/>
                </a:solidFill>
                <a:latin typeface="Courier New" pitchFamily="49" charset="0"/>
              </a:rPr>
              <a:t>;</a:t>
            </a:r>
          </a:p>
          <a:p>
            <a:pPr>
              <a:lnSpc>
                <a:spcPct val="80000"/>
              </a:lnSpc>
              <a:buFontTx/>
              <a:buNone/>
            </a:pPr>
            <a:endParaRPr lang="ru-RU" sz="1600" dirty="0">
              <a:latin typeface="Courier New" pitchFamily="49" charset="0"/>
            </a:endParaRPr>
          </a:p>
          <a:p>
            <a:pPr>
              <a:lnSpc>
                <a:spcPct val="80000"/>
              </a:lnSpc>
              <a:buFontTx/>
              <a:buNone/>
            </a:pPr>
            <a:r>
              <a:rPr lang="ru-RU" sz="1600" dirty="0" err="1">
                <a:latin typeface="Courier New" pitchFamily="49" charset="0"/>
              </a:rPr>
              <a:t>Запрос.Текст</a:t>
            </a:r>
            <a:r>
              <a:rPr lang="ru-RU" sz="1600" dirty="0">
                <a:latin typeface="Courier New" pitchFamily="49" charset="0"/>
              </a:rPr>
              <a:t> </a:t>
            </a:r>
            <a:r>
              <a:rPr lang="ru-RU" sz="1600" dirty="0">
                <a:solidFill>
                  <a:srgbClr val="FF0000"/>
                </a:solidFill>
                <a:latin typeface="Courier New" pitchFamily="49" charset="0"/>
              </a:rPr>
              <a:t>=</a:t>
            </a:r>
            <a:r>
              <a:rPr lang="ru-RU" sz="1600" dirty="0">
                <a:latin typeface="Courier New" pitchFamily="49" charset="0"/>
              </a:rPr>
              <a:t> </a:t>
            </a:r>
            <a:r>
              <a:rPr lang="ru-RU" sz="1600" b="1" dirty="0">
                <a:solidFill>
                  <a:schemeClr val="tx1"/>
                </a:solidFill>
                <a:latin typeface="Courier New" pitchFamily="49" charset="0"/>
              </a:rPr>
              <a:t>"</a:t>
            </a:r>
          </a:p>
          <a:p>
            <a:pPr>
              <a:lnSpc>
                <a:spcPct val="80000"/>
              </a:lnSpc>
              <a:buFontTx/>
              <a:buNone/>
            </a:pPr>
            <a:r>
              <a:rPr lang="ru-RU" sz="1600" b="1" dirty="0">
                <a:solidFill>
                  <a:schemeClr val="tx1"/>
                </a:solidFill>
                <a:latin typeface="Courier New" pitchFamily="49" charset="0"/>
              </a:rPr>
              <a:t>|</a:t>
            </a:r>
            <a:r>
              <a:rPr lang="ru-RU" sz="1600" dirty="0">
                <a:solidFill>
                  <a:schemeClr val="tx1"/>
                </a:solidFill>
                <a:latin typeface="Courier New" pitchFamily="49" charset="0"/>
              </a:rPr>
              <a:t>ВЫБРАТЬ</a:t>
            </a:r>
          </a:p>
          <a:p>
            <a:pPr>
              <a:lnSpc>
                <a:spcPct val="80000"/>
              </a:lnSpc>
              <a:buFontTx/>
              <a:buNone/>
            </a:pPr>
            <a:r>
              <a:rPr lang="ru-RU" sz="1600" b="1" dirty="0">
                <a:solidFill>
                  <a:schemeClr val="tx1"/>
                </a:solidFill>
                <a:latin typeface="Courier New" pitchFamily="49" charset="0"/>
              </a:rPr>
              <a:t>|</a:t>
            </a:r>
            <a:r>
              <a:rPr lang="ru-RU" sz="1600" dirty="0">
                <a:solidFill>
                  <a:schemeClr val="tx1"/>
                </a:solidFill>
                <a:latin typeface="Courier New" pitchFamily="49" charset="0"/>
              </a:rPr>
              <a:t>	</a:t>
            </a:r>
            <a:r>
              <a:rPr lang="ru-RU" sz="1600" dirty="0" err="1">
                <a:solidFill>
                  <a:schemeClr val="tx1"/>
                </a:solidFill>
                <a:latin typeface="Courier New" pitchFamily="49" charset="0"/>
              </a:rPr>
              <a:t>МаксимальныйКредитКонтрагенту</a:t>
            </a:r>
            <a:r>
              <a:rPr lang="ru-RU" sz="1600" dirty="0">
                <a:solidFill>
                  <a:schemeClr val="tx1"/>
                </a:solidFill>
                <a:latin typeface="Courier New" pitchFamily="49" charset="0"/>
              </a:rPr>
              <a:t>,</a:t>
            </a:r>
          </a:p>
          <a:p>
            <a:pPr>
              <a:lnSpc>
                <a:spcPct val="80000"/>
              </a:lnSpc>
              <a:buFontTx/>
              <a:buNone/>
            </a:pPr>
            <a:r>
              <a:rPr lang="ru-RU" sz="1600" b="1" dirty="0">
                <a:solidFill>
                  <a:schemeClr val="tx1"/>
                </a:solidFill>
                <a:latin typeface="Courier New" pitchFamily="49" charset="0"/>
              </a:rPr>
              <a:t>|</a:t>
            </a:r>
            <a:r>
              <a:rPr lang="ru-RU" sz="1600" dirty="0">
                <a:solidFill>
                  <a:schemeClr val="tx1"/>
                </a:solidFill>
                <a:latin typeface="Courier New" pitchFamily="49" charset="0"/>
              </a:rPr>
              <a:t>	Приоритет</a:t>
            </a:r>
          </a:p>
          <a:p>
            <a:pPr>
              <a:lnSpc>
                <a:spcPct val="80000"/>
              </a:lnSpc>
              <a:buFontTx/>
              <a:buNone/>
            </a:pPr>
            <a:r>
              <a:rPr lang="ru-RU" sz="1600" b="1" dirty="0">
                <a:solidFill>
                  <a:schemeClr val="tx1"/>
                </a:solidFill>
                <a:latin typeface="Courier New" pitchFamily="49" charset="0"/>
              </a:rPr>
              <a:t>|</a:t>
            </a:r>
            <a:r>
              <a:rPr lang="ru-RU" sz="1600" dirty="0">
                <a:solidFill>
                  <a:schemeClr val="tx1"/>
                </a:solidFill>
                <a:latin typeface="Courier New" pitchFamily="49" charset="0"/>
              </a:rPr>
              <a:t>ИЗ</a:t>
            </a:r>
          </a:p>
          <a:p>
            <a:pPr>
              <a:lnSpc>
                <a:spcPct val="80000"/>
              </a:lnSpc>
              <a:buFontTx/>
              <a:buNone/>
            </a:pPr>
            <a:r>
              <a:rPr lang="ru-RU" sz="1600" b="1" dirty="0">
                <a:solidFill>
                  <a:schemeClr val="tx1"/>
                </a:solidFill>
                <a:latin typeface="Courier New" pitchFamily="49" charset="0"/>
              </a:rPr>
              <a:t>|</a:t>
            </a:r>
            <a:r>
              <a:rPr lang="ru-RU" sz="1600" dirty="0">
                <a:solidFill>
                  <a:schemeClr val="tx1"/>
                </a:solidFill>
                <a:latin typeface="Courier New" pitchFamily="49" charset="0"/>
              </a:rPr>
              <a:t>	</a:t>
            </a:r>
            <a:r>
              <a:rPr lang="ru-RU" sz="1600" dirty="0" err="1">
                <a:solidFill>
                  <a:schemeClr val="tx1"/>
                </a:solidFill>
                <a:latin typeface="Courier New" pitchFamily="49" charset="0"/>
              </a:rPr>
              <a:t>Справочник.Контрагенты</a:t>
            </a:r>
            <a:endParaRPr lang="ru-RU" sz="1600" dirty="0">
              <a:solidFill>
                <a:schemeClr val="tx1"/>
              </a:solidFill>
              <a:latin typeface="Courier New" pitchFamily="49" charset="0"/>
            </a:endParaRPr>
          </a:p>
          <a:p>
            <a:pPr>
              <a:lnSpc>
                <a:spcPct val="80000"/>
              </a:lnSpc>
              <a:buFontTx/>
              <a:buNone/>
            </a:pPr>
            <a:r>
              <a:rPr lang="ru-RU" sz="1600" b="1" dirty="0">
                <a:solidFill>
                  <a:schemeClr val="tx1"/>
                </a:solidFill>
                <a:latin typeface="Courier New" pitchFamily="49" charset="0"/>
              </a:rPr>
              <a:t>|</a:t>
            </a:r>
            <a:r>
              <a:rPr lang="ru-RU" sz="1600" dirty="0">
                <a:solidFill>
                  <a:schemeClr val="tx1"/>
                </a:solidFill>
                <a:latin typeface="Courier New" pitchFamily="49" charset="0"/>
              </a:rPr>
              <a:t>...</a:t>
            </a:r>
          </a:p>
          <a:p>
            <a:pPr>
              <a:lnSpc>
                <a:spcPct val="80000"/>
              </a:lnSpc>
              <a:buFontTx/>
              <a:buNone/>
            </a:pPr>
            <a:r>
              <a:rPr lang="ru-RU" sz="1600" b="1" dirty="0">
                <a:solidFill>
                  <a:schemeClr val="tx1"/>
                </a:solidFill>
                <a:latin typeface="Courier New" pitchFamily="49" charset="0"/>
              </a:rPr>
              <a:t>|"</a:t>
            </a:r>
            <a:r>
              <a:rPr lang="ru-RU" sz="1600" dirty="0">
                <a:solidFill>
                  <a:srgbClr val="FF0000"/>
                </a:solidFill>
                <a:latin typeface="Courier New" pitchFamily="49" charset="0"/>
              </a:rPr>
              <a:t>;</a:t>
            </a:r>
          </a:p>
        </p:txBody>
      </p:sp>
      <p:sp>
        <p:nvSpPr>
          <p:cNvPr id="21506" name="Rectangle 2"/>
          <p:cNvSpPr>
            <a:spLocks noGrp="1" noChangeArrowheads="1"/>
          </p:cNvSpPr>
          <p:nvPr>
            <p:ph type="title"/>
          </p:nvPr>
        </p:nvSpPr>
        <p:spPr>
          <a:xfrm>
            <a:off x="179512" y="548680"/>
            <a:ext cx="8784000" cy="576064"/>
          </a:xfrm>
        </p:spPr>
        <p:txBody>
          <a:bodyPr>
            <a:normAutofit fontScale="90000"/>
          </a:bodyPr>
          <a:lstStyle/>
          <a:p>
            <a:r>
              <a:rPr lang="ru-RU" dirty="0">
                <a:solidFill>
                  <a:srgbClr val="FF0000"/>
                </a:solidFill>
              </a:rPr>
              <a:t>Примитивные типы: Строка</a:t>
            </a:r>
          </a:p>
        </p:txBody>
      </p:sp>
    </p:spTree>
    <p:extLst>
      <p:ext uri="{BB962C8B-B14F-4D97-AF65-F5344CB8AC3E}">
        <p14:creationId xmlns:p14="http://schemas.microsoft.com/office/powerpoint/2010/main" val="71436144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0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150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0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2150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2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0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2150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0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2150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19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07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21507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07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21507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07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21507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07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21507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07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21507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07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21507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07">
                                            <p:txEl>
                                              <p:pRg st="16" end="1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21507">
                                            <p:txEl>
                                              <p:pRg st="16" end="1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07">
                                            <p:txEl>
                                              <p:pRg st="17" end="1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21507">
                                            <p:txEl>
                                              <p:pRg st="17" end="1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07">
                                            <p:txEl>
                                              <p:pRg st="18" end="1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500"/>
                                        <p:tgtEl>
                                          <p:spTgt spid="21507">
                                            <p:txEl>
                                              <p:pRg st="18" end="1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07">
                                            <p:txEl>
                                              <p:pRg st="19" end="1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8" dur="500"/>
                                        <p:tgtEl>
                                          <p:spTgt spid="21507">
                                            <p:txEl>
                                              <p:pRg st="19" end="1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07">
                                            <p:txEl>
                                              <p:pRg st="20" end="2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500"/>
                                        <p:tgtEl>
                                          <p:spTgt spid="21507">
                                            <p:txEl>
                                              <p:pRg st="20" end="2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1" name="Rectangle 3"/>
          <p:cNvSpPr>
            <a:spLocks noGrp="1" noChangeArrowheads="1"/>
          </p:cNvSpPr>
          <p:nvPr>
            <p:ph idx="1"/>
          </p:nvPr>
        </p:nvSpPr>
        <p:spPr>
          <a:xfrm>
            <a:off x="266212" y="1340768"/>
            <a:ext cx="8610600" cy="4572000"/>
          </a:xfrm>
        </p:spPr>
        <p:txBody>
          <a:bodyPr/>
          <a:lstStyle/>
          <a:p>
            <a:pPr>
              <a:lnSpc>
                <a:spcPct val="80000"/>
              </a:lnSpc>
              <a:buFontTx/>
              <a:buNone/>
            </a:pPr>
            <a:r>
              <a:rPr lang="ru-RU" sz="2000" b="1" u="sng" dirty="0">
                <a:solidFill>
                  <a:schemeClr val="tx1">
                    <a:lumMod val="75000"/>
                    <a:lumOff val="25000"/>
                  </a:schemeClr>
                </a:solidFill>
                <a:latin typeface="Courier New" pitchFamily="49" charset="0"/>
              </a:rPr>
              <a:t>Способы определения дат:</a:t>
            </a:r>
          </a:p>
          <a:p>
            <a:pPr>
              <a:lnSpc>
                <a:spcPct val="80000"/>
              </a:lnSpc>
              <a:buFontTx/>
              <a:buNone/>
            </a:pPr>
            <a:endParaRPr lang="ru-RU" sz="700" i="1" u="sng" dirty="0">
              <a:solidFill>
                <a:schemeClr val="accent2"/>
              </a:solidFill>
              <a:latin typeface="Courier New" pitchFamily="49" charset="0"/>
            </a:endParaRPr>
          </a:p>
          <a:p>
            <a:pPr>
              <a:lnSpc>
                <a:spcPct val="80000"/>
              </a:lnSpc>
              <a:buFontTx/>
              <a:buNone/>
            </a:pPr>
            <a:r>
              <a:rPr lang="ru-RU" sz="1400" dirty="0">
                <a:latin typeface="Courier New" pitchFamily="49" charset="0"/>
              </a:rPr>
              <a:t>ДатаНачалаКурса_1 </a:t>
            </a:r>
            <a:r>
              <a:rPr lang="ru-RU" sz="1400" dirty="0">
                <a:solidFill>
                  <a:srgbClr val="FF0000"/>
                </a:solidFill>
                <a:latin typeface="Courier New" pitchFamily="49" charset="0"/>
              </a:rPr>
              <a:t>=</a:t>
            </a:r>
            <a:r>
              <a:rPr lang="ru-RU" sz="1400" dirty="0">
                <a:latin typeface="Courier New" pitchFamily="49" charset="0"/>
              </a:rPr>
              <a:t> </a:t>
            </a:r>
            <a:r>
              <a:rPr lang="ru-RU" sz="1400" b="1" dirty="0" smtClean="0">
                <a:solidFill>
                  <a:schemeClr val="tx1"/>
                </a:solidFill>
                <a:latin typeface="Courier New" pitchFamily="49" charset="0"/>
              </a:rPr>
              <a:t>'</a:t>
            </a:r>
            <a:r>
              <a:rPr lang="ru-RU" sz="1400" dirty="0" smtClean="0">
                <a:solidFill>
                  <a:schemeClr val="tx1"/>
                </a:solidFill>
                <a:latin typeface="Courier New" pitchFamily="49" charset="0"/>
              </a:rPr>
              <a:t>2020091418</a:t>
            </a:r>
            <a:r>
              <a:rPr lang="en-US" sz="1400" dirty="0">
                <a:solidFill>
                  <a:schemeClr val="tx1"/>
                </a:solidFill>
                <a:latin typeface="Courier New" pitchFamily="49" charset="0"/>
              </a:rPr>
              <a:t>0</a:t>
            </a:r>
            <a:r>
              <a:rPr lang="ru-RU" sz="1400" dirty="0">
                <a:solidFill>
                  <a:schemeClr val="tx1"/>
                </a:solidFill>
                <a:latin typeface="Courier New" pitchFamily="49" charset="0"/>
              </a:rPr>
              <a:t>000</a:t>
            </a:r>
            <a:r>
              <a:rPr lang="ru-RU" sz="1400" b="1" dirty="0">
                <a:solidFill>
                  <a:schemeClr val="tx1"/>
                </a:solidFill>
                <a:latin typeface="Courier New" pitchFamily="49" charset="0"/>
              </a:rPr>
              <a:t>'</a:t>
            </a:r>
            <a:r>
              <a:rPr lang="ru-RU" sz="1400" dirty="0">
                <a:solidFill>
                  <a:srgbClr val="FF0000"/>
                </a:solidFill>
                <a:latin typeface="Courier New" pitchFamily="49" charset="0"/>
              </a:rPr>
              <a:t>;</a:t>
            </a:r>
          </a:p>
          <a:p>
            <a:pPr>
              <a:lnSpc>
                <a:spcPct val="80000"/>
              </a:lnSpc>
              <a:buFontTx/>
              <a:buNone/>
            </a:pPr>
            <a:r>
              <a:rPr lang="ru-RU" sz="1400" dirty="0">
                <a:latin typeface="Courier New" pitchFamily="49" charset="0"/>
              </a:rPr>
              <a:t>ДатаНачалаКурса_2 </a:t>
            </a:r>
            <a:r>
              <a:rPr lang="ru-RU" sz="1400" dirty="0">
                <a:solidFill>
                  <a:srgbClr val="FF0000"/>
                </a:solidFill>
                <a:latin typeface="Courier New" pitchFamily="49" charset="0"/>
              </a:rPr>
              <a:t>=</a:t>
            </a:r>
            <a:r>
              <a:rPr lang="ru-RU" sz="1400" dirty="0">
                <a:latin typeface="Courier New" pitchFamily="49" charset="0"/>
              </a:rPr>
              <a:t> </a:t>
            </a:r>
            <a:r>
              <a:rPr lang="ru-RU" sz="1400" b="1" dirty="0" smtClean="0">
                <a:solidFill>
                  <a:srgbClr val="FF0000"/>
                </a:solidFill>
                <a:latin typeface="Courier New" pitchFamily="49" charset="0"/>
              </a:rPr>
              <a:t>Дата(</a:t>
            </a:r>
            <a:r>
              <a:rPr lang="ru-RU" sz="1400" dirty="0" smtClean="0">
                <a:latin typeface="Courier New" pitchFamily="49" charset="0"/>
              </a:rPr>
              <a:t>2020, 09, </a:t>
            </a:r>
            <a:r>
              <a:rPr lang="ru-RU" sz="1400" dirty="0">
                <a:latin typeface="Courier New" pitchFamily="49" charset="0"/>
              </a:rPr>
              <a:t>14,</a:t>
            </a:r>
            <a:r>
              <a:rPr lang="ru-RU" sz="1400" dirty="0">
                <a:solidFill>
                  <a:schemeClr val="bg1">
                    <a:lumMod val="50000"/>
                  </a:schemeClr>
                </a:solidFill>
                <a:latin typeface="Courier New" pitchFamily="49" charset="0"/>
              </a:rPr>
              <a:t> 18, </a:t>
            </a:r>
            <a:r>
              <a:rPr lang="en-US" sz="1400" dirty="0">
                <a:solidFill>
                  <a:schemeClr val="bg1">
                    <a:lumMod val="50000"/>
                  </a:schemeClr>
                </a:solidFill>
                <a:latin typeface="Courier New" pitchFamily="49" charset="0"/>
              </a:rPr>
              <a:t>0</a:t>
            </a:r>
            <a:r>
              <a:rPr lang="ru-RU" sz="1400" dirty="0">
                <a:solidFill>
                  <a:schemeClr val="bg1">
                    <a:lumMod val="50000"/>
                  </a:schemeClr>
                </a:solidFill>
                <a:latin typeface="Courier New" pitchFamily="49" charset="0"/>
              </a:rPr>
              <a:t>0, 00</a:t>
            </a:r>
            <a:r>
              <a:rPr lang="ru-RU" sz="1400" b="1" dirty="0">
                <a:solidFill>
                  <a:srgbClr val="FF0000"/>
                </a:solidFill>
                <a:latin typeface="Courier New" pitchFamily="49" charset="0"/>
              </a:rPr>
              <a:t>)</a:t>
            </a:r>
            <a:r>
              <a:rPr lang="ru-RU" sz="1400" dirty="0">
                <a:solidFill>
                  <a:srgbClr val="FF0000"/>
                </a:solidFill>
                <a:latin typeface="Courier New" pitchFamily="49" charset="0"/>
              </a:rPr>
              <a:t>;</a:t>
            </a:r>
          </a:p>
          <a:p>
            <a:pPr>
              <a:lnSpc>
                <a:spcPct val="80000"/>
              </a:lnSpc>
              <a:buFontTx/>
              <a:buNone/>
            </a:pPr>
            <a:r>
              <a:rPr lang="ru-RU" sz="1400" dirty="0">
                <a:latin typeface="Courier New" pitchFamily="49" charset="0"/>
              </a:rPr>
              <a:t>           Сейчас </a:t>
            </a:r>
            <a:r>
              <a:rPr lang="ru-RU" sz="1400" dirty="0">
                <a:solidFill>
                  <a:srgbClr val="FF0000"/>
                </a:solidFill>
                <a:latin typeface="Courier New" pitchFamily="49" charset="0"/>
              </a:rPr>
              <a:t>=</a:t>
            </a:r>
            <a:r>
              <a:rPr lang="ru-RU" sz="1400" dirty="0">
                <a:latin typeface="Courier New" pitchFamily="49" charset="0"/>
              </a:rPr>
              <a:t> </a:t>
            </a:r>
            <a:r>
              <a:rPr lang="ru-RU" sz="1400" dirty="0" err="1">
                <a:latin typeface="Courier New" pitchFamily="49" charset="0"/>
              </a:rPr>
              <a:t>ТекущаяДата</a:t>
            </a:r>
            <a:r>
              <a:rPr lang="ru-RU" sz="1400" dirty="0">
                <a:solidFill>
                  <a:srgbClr val="FF0000"/>
                </a:solidFill>
                <a:latin typeface="Courier New" pitchFamily="49" charset="0"/>
              </a:rPr>
              <a:t>();</a:t>
            </a:r>
          </a:p>
          <a:p>
            <a:pPr>
              <a:lnSpc>
                <a:spcPct val="80000"/>
              </a:lnSpc>
              <a:buFontTx/>
              <a:buNone/>
            </a:pPr>
            <a:endParaRPr lang="ru-RU" sz="1400" dirty="0">
              <a:latin typeface="Courier New" pitchFamily="49" charset="0"/>
            </a:endParaRPr>
          </a:p>
          <a:p>
            <a:pPr>
              <a:lnSpc>
                <a:spcPct val="80000"/>
              </a:lnSpc>
              <a:buFontTx/>
              <a:buNone/>
            </a:pPr>
            <a:endParaRPr lang="ru-RU" sz="1400" dirty="0">
              <a:latin typeface="Courier New" pitchFamily="49" charset="0"/>
            </a:endParaRPr>
          </a:p>
          <a:p>
            <a:pPr>
              <a:lnSpc>
                <a:spcPct val="80000"/>
              </a:lnSpc>
              <a:buFontTx/>
              <a:buNone/>
            </a:pPr>
            <a:endParaRPr lang="ru-RU" sz="1400" dirty="0">
              <a:latin typeface="Courier New" pitchFamily="49" charset="0"/>
            </a:endParaRPr>
          </a:p>
          <a:p>
            <a:pPr>
              <a:lnSpc>
                <a:spcPct val="80000"/>
              </a:lnSpc>
              <a:buNone/>
            </a:pPr>
            <a:r>
              <a:rPr lang="ru-RU" sz="2000" b="1" u="sng" dirty="0">
                <a:solidFill>
                  <a:schemeClr val="tx1">
                    <a:lumMod val="75000"/>
                    <a:lumOff val="25000"/>
                  </a:schemeClr>
                </a:solidFill>
                <a:latin typeface="Courier New" pitchFamily="49" charset="0"/>
              </a:rPr>
              <a:t>Операции с датами:</a:t>
            </a:r>
          </a:p>
          <a:p>
            <a:pPr>
              <a:lnSpc>
                <a:spcPct val="80000"/>
              </a:lnSpc>
              <a:buFontTx/>
              <a:buNone/>
            </a:pPr>
            <a:endParaRPr lang="ru-RU" sz="700" i="1" u="sng" dirty="0">
              <a:solidFill>
                <a:schemeClr val="accent2"/>
              </a:solidFill>
              <a:latin typeface="Courier New" pitchFamily="49" charset="0"/>
            </a:endParaRPr>
          </a:p>
          <a:p>
            <a:pPr>
              <a:lnSpc>
                <a:spcPct val="80000"/>
              </a:lnSpc>
              <a:buFontTx/>
              <a:buNone/>
            </a:pPr>
            <a:r>
              <a:rPr lang="ru-RU" sz="1400" dirty="0">
                <a:latin typeface="Courier New" pitchFamily="49" charset="0"/>
              </a:rPr>
              <a:t>Перерыв                     </a:t>
            </a:r>
            <a:r>
              <a:rPr lang="ru-RU" sz="1400" dirty="0">
                <a:solidFill>
                  <a:srgbClr val="FF0000"/>
                </a:solidFill>
                <a:latin typeface="Courier New" pitchFamily="49" charset="0"/>
              </a:rPr>
              <a:t>=</a:t>
            </a:r>
            <a:r>
              <a:rPr lang="ru-RU" sz="1400" dirty="0">
                <a:latin typeface="Courier New" pitchFamily="49" charset="0"/>
              </a:rPr>
              <a:t> ДатаНачалаКурса_1 </a:t>
            </a:r>
            <a:r>
              <a:rPr lang="ru-RU" sz="1400" b="1" dirty="0">
                <a:solidFill>
                  <a:srgbClr val="FF0000"/>
                </a:solidFill>
                <a:latin typeface="Courier New" pitchFamily="49" charset="0"/>
              </a:rPr>
              <a:t>+ </a:t>
            </a:r>
            <a:r>
              <a:rPr lang="ru-RU" sz="1400" dirty="0">
                <a:latin typeface="Courier New" pitchFamily="49" charset="0"/>
              </a:rPr>
              <a:t>5400</a:t>
            </a:r>
            <a:r>
              <a:rPr lang="ru-RU" sz="1400" dirty="0">
                <a:solidFill>
                  <a:srgbClr val="FF0000"/>
                </a:solidFill>
                <a:latin typeface="Courier New" pitchFamily="49" charset="0"/>
              </a:rPr>
              <a:t>;</a:t>
            </a:r>
          </a:p>
          <a:p>
            <a:pPr>
              <a:lnSpc>
                <a:spcPct val="80000"/>
              </a:lnSpc>
              <a:buFontTx/>
              <a:buNone/>
            </a:pPr>
            <a:r>
              <a:rPr lang="ru-RU" sz="1400" dirty="0" err="1">
                <a:latin typeface="Courier New" pitchFamily="49" charset="0"/>
              </a:rPr>
              <a:t>НачалоВторогоДня</a:t>
            </a:r>
            <a:r>
              <a:rPr lang="ru-RU" sz="1400" dirty="0">
                <a:latin typeface="Courier New" pitchFamily="49" charset="0"/>
              </a:rPr>
              <a:t>            </a:t>
            </a:r>
            <a:r>
              <a:rPr lang="ru-RU" sz="1400" dirty="0">
                <a:solidFill>
                  <a:srgbClr val="FF0000"/>
                </a:solidFill>
                <a:latin typeface="Courier New" pitchFamily="49" charset="0"/>
              </a:rPr>
              <a:t>=</a:t>
            </a:r>
            <a:r>
              <a:rPr lang="ru-RU" sz="1400" dirty="0">
                <a:latin typeface="Courier New" pitchFamily="49" charset="0"/>
              </a:rPr>
              <a:t> ДатаНачалаКурса_2 </a:t>
            </a:r>
            <a:r>
              <a:rPr lang="ru-RU" sz="1400" b="1" dirty="0">
                <a:solidFill>
                  <a:srgbClr val="FF0000"/>
                </a:solidFill>
                <a:latin typeface="Courier New" pitchFamily="49" charset="0"/>
              </a:rPr>
              <a:t>+ </a:t>
            </a:r>
            <a:r>
              <a:rPr lang="ru-RU" sz="1400" dirty="0">
                <a:latin typeface="Courier New" pitchFamily="49" charset="0"/>
              </a:rPr>
              <a:t>2</a:t>
            </a:r>
            <a:r>
              <a:rPr lang="ru-RU" sz="1400" b="1" dirty="0">
                <a:solidFill>
                  <a:srgbClr val="FF0000"/>
                </a:solidFill>
                <a:latin typeface="Courier New" pitchFamily="49" charset="0"/>
              </a:rPr>
              <a:t>*</a:t>
            </a:r>
            <a:r>
              <a:rPr lang="ru-RU" sz="1400" dirty="0">
                <a:latin typeface="Courier New" pitchFamily="49" charset="0"/>
              </a:rPr>
              <a:t>24</a:t>
            </a:r>
            <a:r>
              <a:rPr lang="ru-RU" sz="1400" b="1" dirty="0">
                <a:solidFill>
                  <a:srgbClr val="FF0000"/>
                </a:solidFill>
                <a:latin typeface="Courier New" pitchFamily="49" charset="0"/>
              </a:rPr>
              <a:t>*</a:t>
            </a:r>
            <a:r>
              <a:rPr lang="ru-RU" sz="1400" dirty="0">
                <a:latin typeface="Courier New" pitchFamily="49" charset="0"/>
              </a:rPr>
              <a:t>60</a:t>
            </a:r>
            <a:r>
              <a:rPr lang="ru-RU" sz="1400" b="1" dirty="0">
                <a:solidFill>
                  <a:srgbClr val="FF0000"/>
                </a:solidFill>
                <a:latin typeface="Courier New" pitchFamily="49" charset="0"/>
              </a:rPr>
              <a:t>*</a:t>
            </a:r>
            <a:r>
              <a:rPr lang="ru-RU" sz="1400" dirty="0">
                <a:latin typeface="Courier New" pitchFamily="49" charset="0"/>
              </a:rPr>
              <a:t>60</a:t>
            </a:r>
            <a:r>
              <a:rPr lang="ru-RU" sz="1400" dirty="0">
                <a:solidFill>
                  <a:srgbClr val="FF0000"/>
                </a:solidFill>
                <a:latin typeface="Courier New" pitchFamily="49" charset="0"/>
              </a:rPr>
              <a:t>;</a:t>
            </a:r>
          </a:p>
          <a:p>
            <a:pPr>
              <a:lnSpc>
                <a:spcPct val="80000"/>
              </a:lnSpc>
              <a:buFontTx/>
              <a:buNone/>
            </a:pPr>
            <a:r>
              <a:rPr lang="ru-RU" sz="1400" dirty="0" err="1">
                <a:latin typeface="Courier New" pitchFamily="49" charset="0"/>
              </a:rPr>
              <a:t>ДлительностьПервогоДня</a:t>
            </a:r>
            <a:r>
              <a:rPr lang="ru-RU" sz="1000" dirty="0">
                <a:latin typeface="Courier New" pitchFamily="49" charset="0"/>
              </a:rPr>
              <a:t>     </a:t>
            </a:r>
            <a:r>
              <a:rPr lang="ru-RU" sz="900" dirty="0">
                <a:latin typeface="Courier New" pitchFamily="49" charset="0"/>
              </a:rPr>
              <a:t>  </a:t>
            </a:r>
            <a:r>
              <a:rPr lang="ru-RU" sz="1400" dirty="0">
                <a:latin typeface="Courier New" pitchFamily="49" charset="0"/>
              </a:rPr>
              <a:t> </a:t>
            </a:r>
            <a:r>
              <a:rPr lang="ru-RU" sz="1400" dirty="0">
                <a:solidFill>
                  <a:srgbClr val="FF0000"/>
                </a:solidFill>
                <a:latin typeface="Courier New" pitchFamily="49" charset="0"/>
              </a:rPr>
              <a:t>=</a:t>
            </a:r>
            <a:r>
              <a:rPr lang="ru-RU" sz="1400" dirty="0">
                <a:latin typeface="Courier New" pitchFamily="49" charset="0"/>
              </a:rPr>
              <a:t> </a:t>
            </a:r>
            <a:r>
              <a:rPr lang="ru-RU" sz="1400" dirty="0" smtClean="0">
                <a:latin typeface="Courier New" pitchFamily="49" charset="0"/>
              </a:rPr>
              <a:t>Дата(2020, 09, </a:t>
            </a:r>
            <a:r>
              <a:rPr lang="ru-RU" sz="1400" dirty="0">
                <a:latin typeface="Courier New" pitchFamily="49" charset="0"/>
              </a:rPr>
              <a:t>14, 21, </a:t>
            </a:r>
            <a:r>
              <a:rPr lang="en-US" sz="1400" dirty="0">
                <a:latin typeface="Courier New" pitchFamily="49" charset="0"/>
              </a:rPr>
              <a:t>0</a:t>
            </a:r>
            <a:r>
              <a:rPr lang="ru-RU" sz="1400" dirty="0">
                <a:latin typeface="Courier New" pitchFamily="49" charset="0"/>
              </a:rPr>
              <a:t>0,00)</a:t>
            </a:r>
            <a:r>
              <a:rPr lang="ru-RU" sz="1400" b="1" dirty="0">
                <a:solidFill>
                  <a:srgbClr val="FF0000"/>
                </a:solidFill>
                <a:latin typeface="Courier New" pitchFamily="49" charset="0"/>
              </a:rPr>
              <a:t>-</a:t>
            </a:r>
            <a:r>
              <a:rPr lang="ru-RU" sz="1400" b="1" dirty="0" smtClean="0">
                <a:solidFill>
                  <a:schemeClr val="tx1"/>
                </a:solidFill>
                <a:latin typeface="Courier New" pitchFamily="49" charset="0"/>
              </a:rPr>
              <a:t>'2020011418</a:t>
            </a:r>
            <a:r>
              <a:rPr lang="en-US" sz="1400" b="1" dirty="0">
                <a:solidFill>
                  <a:schemeClr val="tx1"/>
                </a:solidFill>
                <a:latin typeface="Courier New" pitchFamily="49" charset="0"/>
              </a:rPr>
              <a:t>0</a:t>
            </a:r>
            <a:r>
              <a:rPr lang="ru-RU" sz="1400" b="1" dirty="0">
                <a:solidFill>
                  <a:schemeClr val="tx1"/>
                </a:solidFill>
                <a:latin typeface="Courier New" pitchFamily="49" charset="0"/>
              </a:rPr>
              <a:t>000'</a:t>
            </a:r>
            <a:r>
              <a:rPr lang="ru-RU" sz="1400" dirty="0">
                <a:solidFill>
                  <a:srgbClr val="FF0000"/>
                </a:solidFill>
                <a:latin typeface="Courier New" pitchFamily="49" charset="0"/>
              </a:rPr>
              <a:t>;</a:t>
            </a:r>
          </a:p>
          <a:p>
            <a:pPr>
              <a:lnSpc>
                <a:spcPct val="80000"/>
              </a:lnSpc>
              <a:buFontTx/>
              <a:buNone/>
            </a:pPr>
            <a:endParaRPr lang="ru-RU" sz="1400" dirty="0">
              <a:latin typeface="Courier New" pitchFamily="49" charset="0"/>
            </a:endParaRPr>
          </a:p>
          <a:p>
            <a:pPr>
              <a:lnSpc>
                <a:spcPct val="80000"/>
              </a:lnSpc>
              <a:buFontTx/>
              <a:buNone/>
            </a:pPr>
            <a:endParaRPr lang="ru-RU" sz="1400" dirty="0">
              <a:latin typeface="Courier New" pitchFamily="49" charset="0"/>
            </a:endParaRPr>
          </a:p>
          <a:p>
            <a:pPr>
              <a:lnSpc>
                <a:spcPct val="80000"/>
              </a:lnSpc>
              <a:buFontTx/>
              <a:buNone/>
            </a:pPr>
            <a:endParaRPr lang="ru-RU" sz="1400" dirty="0">
              <a:latin typeface="Courier New" pitchFamily="49" charset="0"/>
            </a:endParaRPr>
          </a:p>
          <a:p>
            <a:pPr>
              <a:lnSpc>
                <a:spcPct val="80000"/>
              </a:lnSpc>
              <a:buNone/>
            </a:pPr>
            <a:r>
              <a:rPr lang="ru-RU" sz="2000" b="1" u="sng" dirty="0">
                <a:solidFill>
                  <a:schemeClr val="tx1">
                    <a:lumMod val="75000"/>
                    <a:lumOff val="25000"/>
                  </a:schemeClr>
                </a:solidFill>
                <a:latin typeface="Courier New" pitchFamily="49" charset="0"/>
              </a:rPr>
              <a:t>Проверка на «пустую» дату:</a:t>
            </a:r>
          </a:p>
          <a:p>
            <a:pPr>
              <a:lnSpc>
                <a:spcPct val="80000"/>
              </a:lnSpc>
              <a:buFontTx/>
              <a:buNone/>
            </a:pPr>
            <a:endParaRPr lang="ru-RU" sz="700" i="1" u="sng" dirty="0">
              <a:solidFill>
                <a:schemeClr val="accent2"/>
              </a:solidFill>
              <a:latin typeface="Courier New" pitchFamily="49" charset="0"/>
            </a:endParaRPr>
          </a:p>
          <a:p>
            <a:pPr>
              <a:lnSpc>
                <a:spcPct val="80000"/>
              </a:lnSpc>
              <a:buFontTx/>
              <a:buNone/>
            </a:pPr>
            <a:r>
              <a:rPr lang="ru-RU" sz="1400" dirty="0">
                <a:solidFill>
                  <a:srgbClr val="FF0000"/>
                </a:solidFill>
                <a:latin typeface="Courier New" pitchFamily="49" charset="0"/>
              </a:rPr>
              <a:t>Если</a:t>
            </a:r>
            <a:r>
              <a:rPr lang="ru-RU" sz="1400" dirty="0">
                <a:latin typeface="Courier New" pitchFamily="49" charset="0"/>
              </a:rPr>
              <a:t> </a:t>
            </a:r>
            <a:r>
              <a:rPr lang="ru-RU" sz="1400" dirty="0" err="1">
                <a:latin typeface="Courier New" pitchFamily="49" charset="0"/>
              </a:rPr>
              <a:t>ДатаОтчета</a:t>
            </a:r>
            <a:r>
              <a:rPr lang="ru-RU" sz="1400" dirty="0">
                <a:latin typeface="Courier New" pitchFamily="49" charset="0"/>
              </a:rPr>
              <a:t> </a:t>
            </a:r>
            <a:r>
              <a:rPr lang="ru-RU" sz="1400" dirty="0">
                <a:solidFill>
                  <a:srgbClr val="FF0000"/>
                </a:solidFill>
                <a:latin typeface="Courier New" pitchFamily="49" charset="0"/>
              </a:rPr>
              <a:t>=</a:t>
            </a:r>
            <a:r>
              <a:rPr lang="ru-RU" sz="1400" dirty="0">
                <a:latin typeface="Courier New" pitchFamily="49" charset="0"/>
              </a:rPr>
              <a:t> </a:t>
            </a:r>
            <a:r>
              <a:rPr lang="ru-RU" sz="1400" b="1" dirty="0">
                <a:solidFill>
                  <a:schemeClr val="tx1"/>
                </a:solidFill>
                <a:latin typeface="Courier New" pitchFamily="49" charset="0"/>
              </a:rPr>
              <a:t>'00010101'</a:t>
            </a:r>
            <a:r>
              <a:rPr lang="ru-RU" sz="1400" dirty="0">
                <a:latin typeface="Courier New" pitchFamily="49" charset="0"/>
              </a:rPr>
              <a:t> </a:t>
            </a:r>
            <a:r>
              <a:rPr lang="ru-RU" sz="1400" dirty="0">
                <a:solidFill>
                  <a:srgbClr val="FF0000"/>
                </a:solidFill>
                <a:latin typeface="Courier New" pitchFamily="49" charset="0"/>
              </a:rPr>
              <a:t>Тогда</a:t>
            </a:r>
            <a:r>
              <a:rPr lang="ru-RU" sz="1400" dirty="0">
                <a:latin typeface="Courier New" pitchFamily="49" charset="0"/>
              </a:rPr>
              <a:t> ...</a:t>
            </a:r>
          </a:p>
        </p:txBody>
      </p:sp>
      <p:sp>
        <p:nvSpPr>
          <p:cNvPr id="22530" name="Rectangle 2"/>
          <p:cNvSpPr>
            <a:spLocks noGrp="1" noChangeArrowheads="1"/>
          </p:cNvSpPr>
          <p:nvPr>
            <p:ph type="title"/>
          </p:nvPr>
        </p:nvSpPr>
        <p:spPr>
          <a:xfrm>
            <a:off x="179512" y="548680"/>
            <a:ext cx="8784000" cy="720000"/>
          </a:xfrm>
        </p:spPr>
        <p:txBody>
          <a:bodyPr>
            <a:normAutofit/>
          </a:bodyPr>
          <a:lstStyle/>
          <a:p>
            <a:r>
              <a:rPr lang="ru-RU" dirty="0">
                <a:solidFill>
                  <a:srgbClr val="FF0000"/>
                </a:solidFill>
              </a:rPr>
              <a:t>Примитивные типы: Дата</a:t>
            </a:r>
          </a:p>
        </p:txBody>
      </p:sp>
    </p:spTree>
    <p:extLst>
      <p:ext uri="{BB962C8B-B14F-4D97-AF65-F5344CB8AC3E}">
        <p14:creationId xmlns:p14="http://schemas.microsoft.com/office/powerpoint/2010/main" val="199830234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3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253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3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2253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3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2253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3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2253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8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31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22531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31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22531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31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22531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31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22531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0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31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31">
                                            <p:txEl>
                                              <p:pRg st="16" end="1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22531">
                                            <p:txEl>
                                              <p:pRg st="16" end="1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31">
                                            <p:txEl>
                                              <p:pRg st="18" end="1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22531">
                                            <p:txEl>
                                              <p:pRg st="18" end="1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ru-RU" dirty="0"/>
              <a:t>Неявное</a:t>
            </a:r>
          </a:p>
          <a:p>
            <a:pPr marL="800100" lvl="2" indent="0">
              <a:buNone/>
            </a:pPr>
            <a:r>
              <a:rPr lang="ru-RU" sz="2000" dirty="0" err="1">
                <a:solidFill>
                  <a:srgbClr val="0070C0"/>
                </a:solidFill>
                <a:latin typeface="Courier New" pitchFamily="49" charset="0"/>
              </a:rPr>
              <a:t>МояПеременная</a:t>
            </a:r>
            <a:r>
              <a:rPr lang="ru-RU" sz="2000" dirty="0">
                <a:latin typeface="Courier New" pitchFamily="49" charset="0"/>
              </a:rPr>
              <a:t> </a:t>
            </a:r>
            <a:r>
              <a:rPr lang="ru-RU" sz="2000" dirty="0">
                <a:solidFill>
                  <a:srgbClr val="FF0000"/>
                </a:solidFill>
                <a:latin typeface="Courier New" pitchFamily="49" charset="0"/>
              </a:rPr>
              <a:t>=</a:t>
            </a:r>
            <a:r>
              <a:rPr lang="ru-RU" sz="2000" dirty="0">
                <a:latin typeface="Courier New" pitchFamily="49" charset="0"/>
              </a:rPr>
              <a:t> "АБВ" </a:t>
            </a:r>
            <a:r>
              <a:rPr lang="ru-RU" sz="2000" dirty="0">
                <a:solidFill>
                  <a:srgbClr val="FF0000"/>
                </a:solidFill>
                <a:latin typeface="Courier New" pitchFamily="49" charset="0"/>
              </a:rPr>
              <a:t>+</a:t>
            </a:r>
            <a:r>
              <a:rPr lang="ru-RU" sz="2000" dirty="0">
                <a:latin typeface="Courier New" pitchFamily="49" charset="0"/>
              </a:rPr>
              <a:t> </a:t>
            </a:r>
            <a:r>
              <a:rPr lang="ru-RU" sz="2000" dirty="0">
                <a:solidFill>
                  <a:srgbClr val="0070C0"/>
                </a:solidFill>
                <a:latin typeface="Courier New" pitchFamily="49" charset="0"/>
              </a:rPr>
              <a:t>777</a:t>
            </a:r>
            <a:r>
              <a:rPr lang="ru-RU" sz="2000" dirty="0">
                <a:solidFill>
                  <a:srgbClr val="FF0000"/>
                </a:solidFill>
                <a:latin typeface="Courier New" pitchFamily="49" charset="0"/>
              </a:rPr>
              <a:t>;</a:t>
            </a:r>
            <a:r>
              <a:rPr lang="ru-RU" sz="2000" dirty="0">
                <a:latin typeface="Courier New" pitchFamily="49" charset="0"/>
              </a:rPr>
              <a:t> </a:t>
            </a:r>
            <a:r>
              <a:rPr lang="ru-RU" sz="2000" dirty="0">
                <a:solidFill>
                  <a:srgbClr val="00B050"/>
                </a:solidFill>
                <a:latin typeface="Courier New" pitchFamily="49" charset="0"/>
              </a:rPr>
              <a:t>// "АБВ777"</a:t>
            </a:r>
          </a:p>
          <a:p>
            <a:pPr marL="800100" lvl="2" indent="0">
              <a:buNone/>
            </a:pPr>
            <a:r>
              <a:rPr lang="ru-RU" sz="2000" dirty="0" err="1">
                <a:solidFill>
                  <a:srgbClr val="0070C0"/>
                </a:solidFill>
                <a:latin typeface="Courier New" pitchFamily="49" charset="0"/>
              </a:rPr>
              <a:t>МояПеременная</a:t>
            </a:r>
            <a:r>
              <a:rPr lang="ru-RU" sz="2000" dirty="0">
                <a:latin typeface="Courier New" pitchFamily="49" charset="0"/>
              </a:rPr>
              <a:t> </a:t>
            </a:r>
            <a:r>
              <a:rPr lang="ru-RU" sz="2000" dirty="0">
                <a:solidFill>
                  <a:srgbClr val="FF0000"/>
                </a:solidFill>
                <a:latin typeface="Courier New" pitchFamily="49" charset="0"/>
              </a:rPr>
              <a:t>=</a:t>
            </a:r>
            <a:r>
              <a:rPr lang="ru-RU" sz="2000" dirty="0">
                <a:latin typeface="Courier New" pitchFamily="49" charset="0"/>
              </a:rPr>
              <a:t> </a:t>
            </a:r>
            <a:r>
              <a:rPr lang="ru-RU" sz="2000" dirty="0">
                <a:solidFill>
                  <a:srgbClr val="0070C0"/>
                </a:solidFill>
                <a:latin typeface="Courier New" pitchFamily="49" charset="0"/>
              </a:rPr>
              <a:t>777</a:t>
            </a:r>
            <a:r>
              <a:rPr lang="ru-RU" sz="2000" dirty="0">
                <a:latin typeface="Courier New" pitchFamily="49" charset="0"/>
              </a:rPr>
              <a:t> </a:t>
            </a:r>
            <a:r>
              <a:rPr lang="ru-RU" sz="2000" dirty="0">
                <a:solidFill>
                  <a:srgbClr val="FF0000"/>
                </a:solidFill>
                <a:latin typeface="Courier New" pitchFamily="49" charset="0"/>
              </a:rPr>
              <a:t>+</a:t>
            </a:r>
            <a:r>
              <a:rPr lang="ru-RU" sz="2000" dirty="0">
                <a:latin typeface="Courier New" pitchFamily="49" charset="0"/>
              </a:rPr>
              <a:t> "АБВ"</a:t>
            </a:r>
            <a:r>
              <a:rPr lang="ru-RU" sz="2000" dirty="0">
                <a:solidFill>
                  <a:srgbClr val="FF0000"/>
                </a:solidFill>
                <a:latin typeface="Courier New" pitchFamily="49" charset="0"/>
              </a:rPr>
              <a:t>;</a:t>
            </a:r>
            <a:r>
              <a:rPr lang="ru-RU" sz="2000" dirty="0">
                <a:latin typeface="Courier New" pitchFamily="49" charset="0"/>
              </a:rPr>
              <a:t> </a:t>
            </a:r>
            <a:r>
              <a:rPr lang="ru-RU" sz="2000" dirty="0">
                <a:solidFill>
                  <a:srgbClr val="00B050"/>
                </a:solidFill>
                <a:latin typeface="Courier New" pitchFamily="49" charset="0"/>
              </a:rPr>
              <a:t>// Ошибка!</a:t>
            </a:r>
          </a:p>
          <a:p>
            <a:pPr marL="800100" lvl="2" indent="0">
              <a:buNone/>
            </a:pPr>
            <a:r>
              <a:rPr lang="ru-RU" sz="2000" dirty="0" err="1">
                <a:solidFill>
                  <a:srgbClr val="0070C0"/>
                </a:solidFill>
                <a:latin typeface="Courier New" pitchFamily="49" charset="0"/>
              </a:rPr>
              <a:t>МояПеременная</a:t>
            </a:r>
            <a:r>
              <a:rPr lang="ru-RU" sz="2000" dirty="0">
                <a:latin typeface="Courier New" pitchFamily="49" charset="0"/>
              </a:rPr>
              <a:t> </a:t>
            </a:r>
            <a:r>
              <a:rPr lang="ru-RU" sz="2000" dirty="0">
                <a:solidFill>
                  <a:srgbClr val="FF0000"/>
                </a:solidFill>
                <a:latin typeface="Courier New" pitchFamily="49" charset="0"/>
              </a:rPr>
              <a:t>=</a:t>
            </a:r>
            <a:r>
              <a:rPr lang="ru-RU" sz="2000" dirty="0">
                <a:latin typeface="Courier New" pitchFamily="49" charset="0"/>
              </a:rPr>
              <a:t> "" </a:t>
            </a:r>
            <a:r>
              <a:rPr lang="ru-RU" sz="2000" dirty="0">
                <a:solidFill>
                  <a:srgbClr val="FF0000"/>
                </a:solidFill>
                <a:latin typeface="Courier New" pitchFamily="49" charset="0"/>
              </a:rPr>
              <a:t>+</a:t>
            </a:r>
            <a:r>
              <a:rPr lang="ru-RU" sz="2000" dirty="0">
                <a:latin typeface="Courier New" pitchFamily="49" charset="0"/>
              </a:rPr>
              <a:t> </a:t>
            </a:r>
            <a:r>
              <a:rPr lang="ru-RU" sz="2000" dirty="0">
                <a:solidFill>
                  <a:srgbClr val="0070C0"/>
                </a:solidFill>
                <a:latin typeface="Courier New" pitchFamily="49" charset="0"/>
              </a:rPr>
              <a:t>777</a:t>
            </a:r>
            <a:r>
              <a:rPr lang="ru-RU" sz="2000" dirty="0">
                <a:latin typeface="Courier New" pitchFamily="49" charset="0"/>
              </a:rPr>
              <a:t> </a:t>
            </a:r>
            <a:r>
              <a:rPr lang="ru-RU" sz="2000" dirty="0">
                <a:solidFill>
                  <a:srgbClr val="FF0000"/>
                </a:solidFill>
                <a:latin typeface="Courier New" pitchFamily="49" charset="0"/>
              </a:rPr>
              <a:t>+</a:t>
            </a:r>
            <a:r>
              <a:rPr lang="ru-RU" sz="2000" dirty="0">
                <a:latin typeface="Courier New" pitchFamily="49" charset="0"/>
              </a:rPr>
              <a:t> "АБВ"</a:t>
            </a:r>
            <a:r>
              <a:rPr lang="ru-RU" sz="2000" dirty="0">
                <a:solidFill>
                  <a:srgbClr val="FF0000"/>
                </a:solidFill>
                <a:latin typeface="Courier New" pitchFamily="49" charset="0"/>
              </a:rPr>
              <a:t>;</a:t>
            </a:r>
            <a:r>
              <a:rPr lang="ru-RU" sz="2000" dirty="0">
                <a:solidFill>
                  <a:srgbClr val="00B050"/>
                </a:solidFill>
                <a:latin typeface="Courier New" pitchFamily="49" charset="0"/>
              </a:rPr>
              <a:t>// "777АБВ"</a:t>
            </a:r>
          </a:p>
          <a:p>
            <a:r>
              <a:rPr lang="ru-RU" dirty="0"/>
              <a:t>Явное</a:t>
            </a:r>
          </a:p>
          <a:p>
            <a:pPr marL="800100" lvl="2" indent="0">
              <a:buNone/>
            </a:pPr>
            <a:r>
              <a:rPr lang="ru-RU" sz="2000" dirty="0" err="1">
                <a:solidFill>
                  <a:srgbClr val="0070C0"/>
                </a:solidFill>
                <a:latin typeface="Courier New" pitchFamily="49" charset="0"/>
              </a:rPr>
              <a:t>МояПеременная</a:t>
            </a:r>
            <a:r>
              <a:rPr lang="ru-RU" sz="2000" dirty="0">
                <a:latin typeface="Courier New" pitchFamily="49" charset="0"/>
              </a:rPr>
              <a:t> </a:t>
            </a:r>
            <a:r>
              <a:rPr lang="ru-RU" sz="2000" dirty="0">
                <a:solidFill>
                  <a:srgbClr val="FF0000"/>
                </a:solidFill>
                <a:latin typeface="Courier New" pitchFamily="49" charset="0"/>
              </a:rPr>
              <a:t>=</a:t>
            </a:r>
            <a:r>
              <a:rPr lang="ru-RU" sz="2000" dirty="0">
                <a:latin typeface="Courier New" pitchFamily="49" charset="0"/>
              </a:rPr>
              <a:t> </a:t>
            </a:r>
            <a:r>
              <a:rPr lang="ru-RU" sz="2000" dirty="0">
                <a:solidFill>
                  <a:srgbClr val="0070C0"/>
                </a:solidFill>
                <a:latin typeface="Courier New" pitchFamily="49" charset="0"/>
              </a:rPr>
              <a:t>Строка</a:t>
            </a:r>
            <a:r>
              <a:rPr lang="ru-RU" sz="2000" dirty="0">
                <a:solidFill>
                  <a:srgbClr val="FF0000"/>
                </a:solidFill>
                <a:latin typeface="Courier New" pitchFamily="49" charset="0"/>
              </a:rPr>
              <a:t>(</a:t>
            </a:r>
            <a:r>
              <a:rPr lang="ru-RU" sz="2000" dirty="0">
                <a:latin typeface="Courier New" pitchFamily="49" charset="0"/>
              </a:rPr>
              <a:t>777</a:t>
            </a:r>
            <a:r>
              <a:rPr lang="ru-RU" sz="2000" dirty="0">
                <a:solidFill>
                  <a:srgbClr val="FF0000"/>
                </a:solidFill>
                <a:latin typeface="Courier New" pitchFamily="49" charset="0"/>
              </a:rPr>
              <a:t>)</a:t>
            </a:r>
            <a:r>
              <a:rPr lang="ru-RU" sz="2000" dirty="0">
                <a:latin typeface="Courier New" pitchFamily="49" charset="0"/>
              </a:rPr>
              <a:t> </a:t>
            </a:r>
            <a:r>
              <a:rPr lang="ru-RU" sz="2000" dirty="0">
                <a:solidFill>
                  <a:srgbClr val="FF0000"/>
                </a:solidFill>
                <a:latin typeface="Courier New" pitchFamily="49" charset="0"/>
              </a:rPr>
              <a:t>+</a:t>
            </a:r>
            <a:r>
              <a:rPr lang="ru-RU" sz="2000" dirty="0">
                <a:latin typeface="Courier New" pitchFamily="49" charset="0"/>
              </a:rPr>
              <a:t> "АБВ"</a:t>
            </a:r>
            <a:r>
              <a:rPr lang="ru-RU" sz="2000" dirty="0">
                <a:solidFill>
                  <a:srgbClr val="FF0000"/>
                </a:solidFill>
                <a:latin typeface="Courier New" pitchFamily="49" charset="0"/>
              </a:rPr>
              <a:t>;</a:t>
            </a:r>
            <a:r>
              <a:rPr lang="ru-RU" sz="2000" dirty="0">
                <a:solidFill>
                  <a:srgbClr val="00B050"/>
                </a:solidFill>
                <a:latin typeface="Courier New" pitchFamily="49" charset="0"/>
              </a:rPr>
              <a:t>//"777АБВ"</a:t>
            </a:r>
          </a:p>
          <a:p>
            <a:pPr marL="800100" lvl="2" indent="0">
              <a:buNone/>
            </a:pPr>
            <a:r>
              <a:rPr lang="ru-RU" sz="2000" dirty="0" err="1">
                <a:solidFill>
                  <a:srgbClr val="0070C0"/>
                </a:solidFill>
                <a:latin typeface="Courier New" pitchFamily="49" charset="0"/>
              </a:rPr>
              <a:t>МояПеременная</a:t>
            </a:r>
            <a:r>
              <a:rPr lang="ru-RU" sz="2000" dirty="0">
                <a:latin typeface="Courier New" pitchFamily="49" charset="0"/>
              </a:rPr>
              <a:t> </a:t>
            </a:r>
            <a:r>
              <a:rPr lang="ru-RU" sz="2000" dirty="0">
                <a:solidFill>
                  <a:srgbClr val="FF0000"/>
                </a:solidFill>
                <a:latin typeface="Courier New" pitchFamily="49" charset="0"/>
              </a:rPr>
              <a:t>=</a:t>
            </a:r>
            <a:r>
              <a:rPr lang="ru-RU" sz="2000" dirty="0">
                <a:latin typeface="Courier New" pitchFamily="49" charset="0"/>
              </a:rPr>
              <a:t> </a:t>
            </a:r>
            <a:r>
              <a:rPr lang="ru-RU" sz="2000" dirty="0">
                <a:solidFill>
                  <a:srgbClr val="0070C0"/>
                </a:solidFill>
                <a:latin typeface="Courier New" pitchFamily="49" charset="0"/>
              </a:rPr>
              <a:t>Число</a:t>
            </a:r>
            <a:r>
              <a:rPr lang="ru-RU" sz="2000" dirty="0">
                <a:solidFill>
                  <a:srgbClr val="FF0000"/>
                </a:solidFill>
                <a:latin typeface="Courier New" pitchFamily="49" charset="0"/>
              </a:rPr>
              <a:t>(</a:t>
            </a:r>
            <a:r>
              <a:rPr lang="ru-RU" sz="2000" dirty="0">
                <a:latin typeface="Courier New" pitchFamily="49" charset="0"/>
              </a:rPr>
              <a:t>"23,5000"</a:t>
            </a:r>
            <a:r>
              <a:rPr lang="ru-RU" sz="2000" dirty="0">
                <a:solidFill>
                  <a:srgbClr val="FF0000"/>
                </a:solidFill>
                <a:latin typeface="Courier New" pitchFamily="49" charset="0"/>
              </a:rPr>
              <a:t>)</a:t>
            </a:r>
            <a:r>
              <a:rPr lang="ru-RU" sz="2000" dirty="0">
                <a:latin typeface="Courier New" pitchFamily="49" charset="0"/>
              </a:rPr>
              <a:t> </a:t>
            </a:r>
            <a:r>
              <a:rPr lang="ru-RU" sz="2000" dirty="0">
                <a:solidFill>
                  <a:srgbClr val="FF0000"/>
                </a:solidFill>
                <a:latin typeface="Courier New" pitchFamily="49" charset="0"/>
              </a:rPr>
              <a:t>+</a:t>
            </a:r>
            <a:r>
              <a:rPr lang="ru-RU" sz="2000" dirty="0">
                <a:latin typeface="Courier New" pitchFamily="49" charset="0"/>
              </a:rPr>
              <a:t> </a:t>
            </a:r>
            <a:r>
              <a:rPr lang="ru-RU" sz="2000" dirty="0">
                <a:solidFill>
                  <a:srgbClr val="0070C0"/>
                </a:solidFill>
                <a:latin typeface="Courier New" pitchFamily="49" charset="0"/>
              </a:rPr>
              <a:t>10</a:t>
            </a:r>
            <a:r>
              <a:rPr lang="ru-RU" sz="2000" dirty="0">
                <a:solidFill>
                  <a:srgbClr val="FF0000"/>
                </a:solidFill>
                <a:latin typeface="Courier New" pitchFamily="49" charset="0"/>
              </a:rPr>
              <a:t>;</a:t>
            </a:r>
            <a:r>
              <a:rPr lang="ru-RU" sz="2000" dirty="0">
                <a:latin typeface="Courier New" pitchFamily="49" charset="0"/>
              </a:rPr>
              <a:t> </a:t>
            </a:r>
            <a:r>
              <a:rPr lang="ru-RU" sz="2000" dirty="0">
                <a:solidFill>
                  <a:srgbClr val="00B050"/>
                </a:solidFill>
                <a:latin typeface="Courier New" pitchFamily="49" charset="0"/>
              </a:rPr>
              <a:t>// 33.5</a:t>
            </a:r>
          </a:p>
          <a:p>
            <a:pPr marL="800100" lvl="2" indent="0">
              <a:buNone/>
            </a:pPr>
            <a:endParaRPr lang="ru-RU" sz="2000" dirty="0"/>
          </a:p>
        </p:txBody>
      </p:sp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>
                <a:solidFill>
                  <a:srgbClr val="FF0000"/>
                </a:solidFill>
              </a:rPr>
              <a:t>Преобразование типов</a:t>
            </a:r>
          </a:p>
        </p:txBody>
      </p:sp>
    </p:spTree>
    <p:extLst>
      <p:ext uri="{BB962C8B-B14F-4D97-AF65-F5344CB8AC3E}">
        <p14:creationId xmlns:p14="http://schemas.microsoft.com/office/powerpoint/2010/main" val="264324936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1000"/>
                            </p:stCondLst>
                            <p:childTnLst>
                              <p:par>
                                <p:cTn id="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10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>
                            <p:stCondLst>
                              <p:cond delay="2000"/>
                            </p:stCondLst>
                            <p:childTnLst>
                              <p:par>
                                <p:cTn id="22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10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10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10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  <p:bldP spid="2" grpId="0"/>
    </p:bld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9513" y="1052736"/>
            <a:ext cx="8077032" cy="514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8434" name="Rectangle 2"/>
          <p:cNvSpPr>
            <a:spLocks noGrp="1" noChangeArrowheads="1"/>
          </p:cNvSpPr>
          <p:nvPr>
            <p:ph type="title"/>
          </p:nvPr>
        </p:nvSpPr>
        <p:spPr>
          <a:xfrm>
            <a:off x="188119" y="571976"/>
            <a:ext cx="8784000" cy="720000"/>
          </a:xfrm>
        </p:spPr>
        <p:txBody>
          <a:bodyPr/>
          <a:lstStyle/>
          <a:p>
            <a:r>
              <a:rPr lang="ru-RU" dirty="0">
                <a:solidFill>
                  <a:srgbClr val="FF0000"/>
                </a:solidFill>
              </a:rPr>
              <a:t>Работа с программными объектами</a:t>
            </a:r>
          </a:p>
        </p:txBody>
      </p:sp>
    </p:spTree>
    <p:extLst>
      <p:ext uri="{BB962C8B-B14F-4D97-AF65-F5344CB8AC3E}">
        <p14:creationId xmlns:p14="http://schemas.microsoft.com/office/powerpoint/2010/main" val="152520698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10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9512" y="1052736"/>
            <a:ext cx="8077034" cy="514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9" name="Rectangle 2"/>
          <p:cNvSpPr txBox="1">
            <a:spLocks noChangeArrowheads="1"/>
          </p:cNvSpPr>
          <p:nvPr/>
        </p:nvSpPr>
        <p:spPr>
          <a:xfrm>
            <a:off x="188119" y="571975"/>
            <a:ext cx="8784000" cy="720000"/>
          </a:xfrm>
          <a:prstGeom prst="rect">
            <a:avLst/>
          </a:prstGeom>
        </p:spPr>
        <p:txBody>
          <a:bodyPr/>
          <a:lstStyle>
            <a:lvl1pPr algn="ctr" rtl="0" eaLnBrk="1" fontAlgn="base" hangingPunct="1">
              <a:spcBef>
                <a:spcPct val="0"/>
              </a:spcBef>
              <a:spcAft>
                <a:spcPct val="0"/>
              </a:spcAft>
              <a:defRPr sz="3200" b="1" kern="1200">
                <a:ln>
                  <a:solidFill>
                    <a:schemeClr val="bg1"/>
                  </a:solidFill>
                </a:ln>
                <a:gradFill>
                  <a:gsLst>
                    <a:gs pos="55000">
                      <a:srgbClr val="F50516"/>
                    </a:gs>
                    <a:gs pos="86000">
                      <a:srgbClr val="C00000"/>
                    </a:gs>
                  </a:gsLst>
                  <a:lin ang="5400000" scaled="0"/>
                </a:gradFill>
                <a:effectLst>
                  <a:outerShdw blurRad="38100" dist="38100" dir="5400000" algn="ctr" rotWithShape="0">
                    <a:schemeClr val="bg1">
                      <a:lumMod val="50000"/>
                    </a:schemeClr>
                  </a:outerShdw>
                </a:effectLst>
                <a:latin typeface="Arial Black" pitchFamily="34" charset="0"/>
                <a:ea typeface="Verdana" pitchFamily="34" charset="0"/>
                <a:cs typeface="Verdana" pitchFamily="34" charset="0"/>
              </a:defRPr>
            </a:lvl1pPr>
            <a:lvl2pPr algn="ctr" rtl="0" eaLnBrk="1" fontAlgn="base" hangingPunct="1">
              <a:spcBef>
                <a:spcPct val="0"/>
              </a:spcBef>
              <a:spcAft>
                <a:spcPct val="0"/>
              </a:spcAft>
              <a:defRPr sz="4400" b="1">
                <a:solidFill>
                  <a:schemeClr val="tx1"/>
                </a:solidFill>
                <a:latin typeface="Arial Black" pitchFamily="34" charset="0"/>
                <a:ea typeface="Verdana" pitchFamily="34" charset="0"/>
                <a:cs typeface="Verdana" pitchFamily="34" charset="0"/>
              </a:defRPr>
            </a:lvl2pPr>
            <a:lvl3pPr algn="ctr" rtl="0" eaLnBrk="1" fontAlgn="base" hangingPunct="1">
              <a:spcBef>
                <a:spcPct val="0"/>
              </a:spcBef>
              <a:spcAft>
                <a:spcPct val="0"/>
              </a:spcAft>
              <a:defRPr sz="4400" b="1">
                <a:solidFill>
                  <a:schemeClr val="tx1"/>
                </a:solidFill>
                <a:latin typeface="Arial Black" pitchFamily="34" charset="0"/>
                <a:ea typeface="Verdana" pitchFamily="34" charset="0"/>
                <a:cs typeface="Verdana" pitchFamily="34" charset="0"/>
              </a:defRPr>
            </a:lvl3pPr>
            <a:lvl4pPr algn="ctr" rtl="0" eaLnBrk="1" fontAlgn="base" hangingPunct="1">
              <a:spcBef>
                <a:spcPct val="0"/>
              </a:spcBef>
              <a:spcAft>
                <a:spcPct val="0"/>
              </a:spcAft>
              <a:defRPr sz="4400" b="1">
                <a:solidFill>
                  <a:schemeClr val="tx1"/>
                </a:solidFill>
                <a:latin typeface="Arial Black" pitchFamily="34" charset="0"/>
                <a:ea typeface="Verdana" pitchFamily="34" charset="0"/>
                <a:cs typeface="Verdana" pitchFamily="34" charset="0"/>
              </a:defRPr>
            </a:lvl4pPr>
            <a:lvl5pPr algn="ctr" rtl="0" eaLnBrk="1" fontAlgn="base" hangingPunct="1">
              <a:spcBef>
                <a:spcPct val="0"/>
              </a:spcBef>
              <a:spcAft>
                <a:spcPct val="0"/>
              </a:spcAft>
              <a:defRPr sz="4400" b="1">
                <a:solidFill>
                  <a:schemeClr val="tx1"/>
                </a:solidFill>
                <a:latin typeface="Arial Black" pitchFamily="34" charset="0"/>
                <a:ea typeface="Verdana" pitchFamily="34" charset="0"/>
                <a:cs typeface="Verdana" pitchFamily="34" charset="0"/>
              </a:defRPr>
            </a:lvl5pPr>
            <a:lvl6pPr marL="457200" algn="l" rtl="0" eaLnBrk="1" fontAlgn="base" hangingPunct="1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C00000"/>
                </a:solidFill>
                <a:latin typeface="Verdana" pitchFamily="34" charset="0"/>
                <a:ea typeface="Verdana" pitchFamily="34" charset="0"/>
                <a:cs typeface="Verdana" pitchFamily="34" charset="0"/>
              </a:defRPr>
            </a:lvl6pPr>
            <a:lvl7pPr marL="914400" algn="l" rtl="0" eaLnBrk="1" fontAlgn="base" hangingPunct="1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C00000"/>
                </a:solidFill>
                <a:latin typeface="Verdana" pitchFamily="34" charset="0"/>
                <a:ea typeface="Verdana" pitchFamily="34" charset="0"/>
                <a:cs typeface="Verdana" pitchFamily="34" charset="0"/>
              </a:defRPr>
            </a:lvl7pPr>
            <a:lvl8pPr marL="1371600" algn="l" rtl="0" eaLnBrk="1" fontAlgn="base" hangingPunct="1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C00000"/>
                </a:solidFill>
                <a:latin typeface="Verdana" pitchFamily="34" charset="0"/>
                <a:ea typeface="Verdana" pitchFamily="34" charset="0"/>
                <a:cs typeface="Verdana" pitchFamily="34" charset="0"/>
              </a:defRPr>
            </a:lvl8pPr>
            <a:lvl9pPr marL="1828800" algn="l" rtl="0" eaLnBrk="1" fontAlgn="base" hangingPunct="1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C00000"/>
                </a:solidFill>
                <a:latin typeface="Verdana" pitchFamily="34" charset="0"/>
                <a:ea typeface="Verdana" pitchFamily="34" charset="0"/>
                <a:cs typeface="Verdana" pitchFamily="34" charset="0"/>
              </a:defRPr>
            </a:lvl9pPr>
          </a:lstStyle>
          <a:p>
            <a:r>
              <a:rPr lang="ru-RU" dirty="0">
                <a:solidFill>
                  <a:srgbClr val="FF0000"/>
                </a:solidFill>
              </a:rPr>
              <a:t>Работа с программными объектами</a:t>
            </a:r>
          </a:p>
        </p:txBody>
      </p:sp>
    </p:spTree>
    <p:extLst>
      <p:ext uri="{BB962C8B-B14F-4D97-AF65-F5344CB8AC3E}">
        <p14:creationId xmlns:p14="http://schemas.microsoft.com/office/powerpoint/2010/main" val="192242884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6" presetClass="emph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Scale>
                                      <p:cBhvr>
                                        <p:cTn id="6" dur="2000" fill="hold"/>
                                        <p:tgtEl>
                                          <p:spTgt spid="1026"/>
                                        </p:tgtEl>
                                      </p:cBhvr>
                                      <p:by x="50000" y="5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2000"/>
                            </p:stCondLst>
                            <p:childTnLst>
                              <p:par>
                                <p:cTn id="8" presetID="43" presetClass="path" presetSubtype="0" accel="50000" decel="5000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4.72222E-6 -3.7037E-6 L 0.14323 -3.7037E-6 C 0.20747 -3.7037E-6 0.28664 -0.0493 0.28664 -0.08912 L 0.28664 -0.17801 " pathEditMode="relative" rAng="0" ptsTypes="AAAA">
                                      <p:cBhvr>
                                        <p:cTn id="9" dur="2000" fill="hold"/>
                                        <p:tgtEl>
                                          <p:spTgt spid="102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4323" y="-8912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60032" y="1124744"/>
            <a:ext cx="4056856" cy="258568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8435" name="Rectangle 3"/>
          <p:cNvSpPr>
            <a:spLocks noGrp="1" noChangeArrowheads="1"/>
          </p:cNvSpPr>
          <p:nvPr>
            <p:ph idx="4294967295"/>
          </p:nvPr>
        </p:nvSpPr>
        <p:spPr>
          <a:xfrm>
            <a:off x="304800" y="3284538"/>
            <a:ext cx="8839200" cy="3070225"/>
          </a:xfrm>
          <a:prstGeom prst="rect">
            <a:avLst/>
          </a:prstGeom>
        </p:spPr>
        <p:txBody>
          <a:bodyPr>
            <a:normAutofit lnSpcReduction="10000"/>
          </a:bodyPr>
          <a:lstStyle/>
          <a:p>
            <a:pPr>
              <a:buFontTx/>
              <a:buNone/>
            </a:pPr>
            <a:r>
              <a:rPr lang="ru-RU" sz="2200" b="1" dirty="0">
                <a:latin typeface="Courier New" pitchFamily="49" charset="0"/>
              </a:rPr>
              <a:t>Свойства и реквизиты:</a:t>
            </a:r>
          </a:p>
          <a:p>
            <a:pPr>
              <a:buFontTx/>
              <a:buNone/>
            </a:pPr>
            <a:endParaRPr lang="ru-RU" sz="2000" b="1" dirty="0">
              <a:latin typeface="Courier New" pitchFamily="49" charset="0"/>
            </a:endParaRPr>
          </a:p>
          <a:p>
            <a:pPr>
              <a:buFontTx/>
              <a:buNone/>
            </a:pPr>
            <a:r>
              <a:rPr lang="ru-RU" sz="2000" dirty="0" err="1">
                <a:latin typeface="Courier New" pitchFamily="49" charset="0"/>
              </a:rPr>
              <a:t>Форма</a:t>
            </a:r>
            <a:r>
              <a:rPr lang="ru-RU" sz="2000" b="1" dirty="0" err="1">
                <a:solidFill>
                  <a:srgbClr val="FF0000"/>
                </a:solidFill>
                <a:latin typeface="Courier New" pitchFamily="49" charset="0"/>
              </a:rPr>
              <a:t>.</a:t>
            </a:r>
            <a:r>
              <a:rPr lang="ru-RU" sz="2000" dirty="0" err="1">
                <a:latin typeface="Courier New" pitchFamily="49" charset="0"/>
              </a:rPr>
              <a:t>Заголовок</a:t>
            </a:r>
            <a:r>
              <a:rPr lang="ru-RU" sz="2000" dirty="0">
                <a:latin typeface="Courier New" pitchFamily="49" charset="0"/>
              </a:rPr>
              <a:t>    </a:t>
            </a:r>
            <a:r>
              <a:rPr lang="ru-RU" sz="2000" dirty="0">
                <a:solidFill>
                  <a:srgbClr val="FF0000"/>
                </a:solidFill>
                <a:latin typeface="Courier New" pitchFamily="49" charset="0"/>
              </a:rPr>
              <a:t>=</a:t>
            </a:r>
            <a:r>
              <a:rPr lang="ru-RU" sz="2000" dirty="0">
                <a:latin typeface="Courier New" pitchFamily="49" charset="0"/>
              </a:rPr>
              <a:t> </a:t>
            </a:r>
            <a:r>
              <a:rPr lang="ru-RU" sz="2000" dirty="0">
                <a:solidFill>
                  <a:schemeClr val="tx1"/>
                </a:solidFill>
                <a:latin typeface="Courier New" pitchFamily="49" charset="0"/>
              </a:rPr>
              <a:t>"ООО Север"</a:t>
            </a:r>
            <a:r>
              <a:rPr lang="ru-RU" sz="2000" dirty="0">
                <a:solidFill>
                  <a:srgbClr val="FF0000"/>
                </a:solidFill>
                <a:latin typeface="Courier New" pitchFamily="49" charset="0"/>
              </a:rPr>
              <a:t>;</a:t>
            </a:r>
          </a:p>
          <a:p>
            <a:pPr>
              <a:buFontTx/>
              <a:buNone/>
            </a:pPr>
            <a:endParaRPr lang="ru-RU" sz="800" dirty="0">
              <a:latin typeface="Courier New" pitchFamily="49" charset="0"/>
            </a:endParaRPr>
          </a:p>
          <a:p>
            <a:pPr>
              <a:buFontTx/>
              <a:buNone/>
            </a:pPr>
            <a:r>
              <a:rPr lang="ru-RU" sz="2000" dirty="0">
                <a:latin typeface="Courier New" pitchFamily="49" charset="0"/>
              </a:rPr>
              <a:t>Форма</a:t>
            </a:r>
            <a:r>
              <a:rPr lang="ru-RU" sz="2000" b="1" dirty="0">
                <a:solidFill>
                  <a:srgbClr val="FF0000"/>
                </a:solidFill>
                <a:latin typeface="Courier New" pitchFamily="49" charset="0"/>
              </a:rPr>
              <a:t>[</a:t>
            </a:r>
            <a:r>
              <a:rPr lang="ru-RU" sz="2000" dirty="0">
                <a:solidFill>
                  <a:schemeClr val="tx1"/>
                </a:solidFill>
                <a:latin typeface="Courier New" pitchFamily="49" charset="0"/>
              </a:rPr>
              <a:t>"Директор"</a:t>
            </a:r>
            <a:r>
              <a:rPr lang="ru-RU" sz="2000" b="1" dirty="0">
                <a:solidFill>
                  <a:srgbClr val="FF0000"/>
                </a:solidFill>
                <a:latin typeface="Courier New" pitchFamily="49" charset="0"/>
              </a:rPr>
              <a:t>]</a:t>
            </a:r>
            <a:r>
              <a:rPr lang="ru-RU" sz="2000" dirty="0">
                <a:latin typeface="Courier New" pitchFamily="49" charset="0"/>
              </a:rPr>
              <a:t> </a:t>
            </a:r>
            <a:r>
              <a:rPr lang="ru-RU" sz="2000" dirty="0">
                <a:solidFill>
                  <a:srgbClr val="FF0000"/>
                </a:solidFill>
                <a:latin typeface="Courier New" pitchFamily="49" charset="0"/>
              </a:rPr>
              <a:t>=</a:t>
            </a:r>
            <a:r>
              <a:rPr lang="ru-RU" sz="2000" dirty="0">
                <a:latin typeface="Courier New" pitchFamily="49" charset="0"/>
              </a:rPr>
              <a:t> </a:t>
            </a:r>
            <a:r>
              <a:rPr lang="ru-RU" sz="2000" dirty="0">
                <a:solidFill>
                  <a:schemeClr val="tx1"/>
                </a:solidFill>
                <a:latin typeface="Courier New" pitchFamily="49" charset="0"/>
              </a:rPr>
              <a:t>"Иванов И.А."</a:t>
            </a:r>
            <a:r>
              <a:rPr lang="ru-RU" sz="2000" dirty="0">
                <a:solidFill>
                  <a:srgbClr val="FF0000"/>
                </a:solidFill>
                <a:latin typeface="Courier New" pitchFamily="49" charset="0"/>
              </a:rPr>
              <a:t>;</a:t>
            </a:r>
            <a:endParaRPr lang="ru-RU" sz="2000" i="1" u="sng" dirty="0">
              <a:solidFill>
                <a:srgbClr val="FF0000"/>
              </a:solidFill>
              <a:latin typeface="Courier New" pitchFamily="49" charset="0"/>
            </a:endParaRPr>
          </a:p>
          <a:p>
            <a:pPr>
              <a:buFontTx/>
              <a:buNone/>
            </a:pPr>
            <a:endParaRPr lang="ru-RU" sz="2000" i="1" u="sng" dirty="0">
              <a:latin typeface="Courier New" pitchFamily="49" charset="0"/>
            </a:endParaRPr>
          </a:p>
          <a:p>
            <a:pPr>
              <a:buFontTx/>
              <a:buNone/>
            </a:pPr>
            <a:r>
              <a:rPr lang="ru-RU" sz="2200" b="1" dirty="0">
                <a:latin typeface="Courier New" pitchFamily="49" charset="0"/>
              </a:rPr>
              <a:t>Методы:</a:t>
            </a:r>
          </a:p>
          <a:p>
            <a:pPr>
              <a:buFontTx/>
              <a:buNone/>
            </a:pPr>
            <a:endParaRPr lang="ru-RU" sz="2000" dirty="0">
              <a:latin typeface="Courier New" pitchFamily="49" charset="0"/>
            </a:endParaRPr>
          </a:p>
          <a:p>
            <a:pPr>
              <a:buFontTx/>
              <a:buNone/>
            </a:pPr>
            <a:r>
              <a:rPr lang="ru-RU" sz="2000" dirty="0" err="1">
                <a:latin typeface="Courier New" pitchFamily="49" charset="0"/>
              </a:rPr>
              <a:t>Форма</a:t>
            </a:r>
            <a:r>
              <a:rPr lang="ru-RU" sz="2000" b="1" dirty="0" err="1">
                <a:solidFill>
                  <a:srgbClr val="FF0000"/>
                </a:solidFill>
                <a:latin typeface="Courier New" pitchFamily="49" charset="0"/>
              </a:rPr>
              <a:t>.</a:t>
            </a:r>
            <a:r>
              <a:rPr lang="ru-RU" sz="2000" dirty="0" err="1">
                <a:latin typeface="Courier New" pitchFamily="49" charset="0"/>
              </a:rPr>
              <a:t>Открыть</a:t>
            </a:r>
            <a:r>
              <a:rPr lang="ru-RU" sz="2000" b="1" dirty="0">
                <a:solidFill>
                  <a:srgbClr val="FF0000"/>
                </a:solidFill>
                <a:latin typeface="Courier New" pitchFamily="49" charset="0"/>
              </a:rPr>
              <a:t>()</a:t>
            </a:r>
            <a:r>
              <a:rPr lang="ru-RU" sz="2000" dirty="0">
                <a:solidFill>
                  <a:srgbClr val="FF0000"/>
                </a:solidFill>
                <a:latin typeface="Courier New" pitchFamily="49" charset="0"/>
              </a:rPr>
              <a:t>;</a:t>
            </a:r>
            <a:r>
              <a:rPr lang="ru-RU" sz="2000" dirty="0">
                <a:latin typeface="Courier New" pitchFamily="49" charset="0"/>
              </a:rPr>
              <a:t> 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707904" y="2132856"/>
            <a:ext cx="280831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000" b="1" dirty="0">
                <a:solidFill>
                  <a:srgbClr val="0070C0"/>
                </a:solidFill>
                <a:latin typeface="Courier New" pitchFamily="49" charset="0"/>
                <a:ea typeface="Tahoma" pitchFamily="34" charset="0"/>
                <a:cs typeface="Tahoma" pitchFamily="34" charset="0"/>
              </a:rPr>
              <a:t>Форма </a:t>
            </a:r>
            <a:r>
              <a:rPr lang="ru-RU" sz="2000" b="1" dirty="0">
                <a:solidFill>
                  <a:srgbClr val="FF0000"/>
                </a:solidFill>
                <a:latin typeface="Courier New" pitchFamily="49" charset="0"/>
                <a:ea typeface="Tahoma" pitchFamily="34" charset="0"/>
                <a:cs typeface="Tahoma" pitchFamily="34" charset="0"/>
              </a:rPr>
              <a:t>=</a:t>
            </a:r>
          </a:p>
        </p:txBody>
      </p:sp>
      <p:sp>
        <p:nvSpPr>
          <p:cNvPr id="7" name="Rectangle 2"/>
          <p:cNvSpPr txBox="1">
            <a:spLocks noChangeArrowheads="1"/>
          </p:cNvSpPr>
          <p:nvPr/>
        </p:nvSpPr>
        <p:spPr bwMode="auto">
          <a:xfrm>
            <a:off x="188119" y="571976"/>
            <a:ext cx="8784000" cy="69678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ctr" rtl="0" eaLnBrk="1" fontAlgn="base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defRPr sz="3200" b="1" kern="1200">
                <a:ln>
                  <a:solidFill>
                    <a:schemeClr val="bg1"/>
                  </a:solidFill>
                </a:ln>
                <a:gradFill>
                  <a:gsLst>
                    <a:gs pos="55000">
                      <a:srgbClr val="F50516"/>
                    </a:gs>
                    <a:gs pos="86000">
                      <a:srgbClr val="C00000"/>
                    </a:gs>
                  </a:gsLst>
                  <a:lin ang="5400000" scaled="0"/>
                </a:gradFill>
                <a:effectLst>
                  <a:outerShdw blurRad="38100" dist="38100" dir="5400000" algn="ctr" rotWithShape="0">
                    <a:schemeClr val="bg1">
                      <a:lumMod val="50000"/>
                    </a:schemeClr>
                  </a:outerShdw>
                </a:effectLst>
                <a:latin typeface="Arial Black" pitchFamily="34" charset="0"/>
                <a:ea typeface="Verdana" pitchFamily="34" charset="0"/>
                <a:cs typeface="Verdana" pitchFamily="34" charset="0"/>
              </a:defRPr>
            </a:lvl1pPr>
            <a:lvl2pPr algn="ctr" rtl="0" eaLnBrk="1" fontAlgn="base" hangingPunct="1">
              <a:spcBef>
                <a:spcPct val="0"/>
              </a:spcBef>
              <a:spcAft>
                <a:spcPct val="0"/>
              </a:spcAft>
              <a:defRPr sz="4400" b="1">
                <a:solidFill>
                  <a:schemeClr val="tx1"/>
                </a:solidFill>
                <a:latin typeface="Arial Black" pitchFamily="34" charset="0"/>
                <a:ea typeface="Verdana" pitchFamily="34" charset="0"/>
                <a:cs typeface="Verdana" pitchFamily="34" charset="0"/>
              </a:defRPr>
            </a:lvl2pPr>
            <a:lvl3pPr algn="ctr" rtl="0" eaLnBrk="1" fontAlgn="base" hangingPunct="1">
              <a:spcBef>
                <a:spcPct val="0"/>
              </a:spcBef>
              <a:spcAft>
                <a:spcPct val="0"/>
              </a:spcAft>
              <a:defRPr sz="4400" b="1">
                <a:solidFill>
                  <a:schemeClr val="tx1"/>
                </a:solidFill>
                <a:latin typeface="Arial Black" pitchFamily="34" charset="0"/>
                <a:ea typeface="Verdana" pitchFamily="34" charset="0"/>
                <a:cs typeface="Verdana" pitchFamily="34" charset="0"/>
              </a:defRPr>
            </a:lvl3pPr>
            <a:lvl4pPr algn="ctr" rtl="0" eaLnBrk="1" fontAlgn="base" hangingPunct="1">
              <a:spcBef>
                <a:spcPct val="0"/>
              </a:spcBef>
              <a:spcAft>
                <a:spcPct val="0"/>
              </a:spcAft>
              <a:defRPr sz="4400" b="1">
                <a:solidFill>
                  <a:schemeClr val="tx1"/>
                </a:solidFill>
                <a:latin typeface="Arial Black" pitchFamily="34" charset="0"/>
                <a:ea typeface="Verdana" pitchFamily="34" charset="0"/>
                <a:cs typeface="Verdana" pitchFamily="34" charset="0"/>
              </a:defRPr>
            </a:lvl4pPr>
            <a:lvl5pPr algn="ctr" rtl="0" eaLnBrk="1" fontAlgn="base" hangingPunct="1">
              <a:spcBef>
                <a:spcPct val="0"/>
              </a:spcBef>
              <a:spcAft>
                <a:spcPct val="0"/>
              </a:spcAft>
              <a:defRPr sz="4400" b="1">
                <a:solidFill>
                  <a:schemeClr val="tx1"/>
                </a:solidFill>
                <a:latin typeface="Arial Black" pitchFamily="34" charset="0"/>
                <a:ea typeface="Verdana" pitchFamily="34" charset="0"/>
                <a:cs typeface="Verdana" pitchFamily="34" charset="0"/>
              </a:defRPr>
            </a:lvl5pPr>
            <a:lvl6pPr marL="457200" algn="l" rtl="0" eaLnBrk="1" fontAlgn="base" hangingPunct="1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C00000"/>
                </a:solidFill>
                <a:latin typeface="Verdana" pitchFamily="34" charset="0"/>
                <a:ea typeface="Verdana" pitchFamily="34" charset="0"/>
                <a:cs typeface="Verdana" pitchFamily="34" charset="0"/>
              </a:defRPr>
            </a:lvl6pPr>
            <a:lvl7pPr marL="914400" algn="l" rtl="0" eaLnBrk="1" fontAlgn="base" hangingPunct="1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C00000"/>
                </a:solidFill>
                <a:latin typeface="Verdana" pitchFamily="34" charset="0"/>
                <a:ea typeface="Verdana" pitchFamily="34" charset="0"/>
                <a:cs typeface="Verdana" pitchFamily="34" charset="0"/>
              </a:defRPr>
            </a:lvl7pPr>
            <a:lvl8pPr marL="1371600" algn="l" rtl="0" eaLnBrk="1" fontAlgn="base" hangingPunct="1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C00000"/>
                </a:solidFill>
                <a:latin typeface="Verdana" pitchFamily="34" charset="0"/>
                <a:ea typeface="Verdana" pitchFamily="34" charset="0"/>
                <a:cs typeface="Verdana" pitchFamily="34" charset="0"/>
              </a:defRPr>
            </a:lvl8pPr>
            <a:lvl9pPr marL="1828800" algn="l" rtl="0" eaLnBrk="1" fontAlgn="base" hangingPunct="1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C00000"/>
                </a:solidFill>
                <a:latin typeface="Verdana" pitchFamily="34" charset="0"/>
                <a:ea typeface="Verdana" pitchFamily="34" charset="0"/>
                <a:cs typeface="Verdana" pitchFamily="34" charset="0"/>
              </a:defRPr>
            </a:lvl9pPr>
          </a:lstStyle>
          <a:p>
            <a:r>
              <a:rPr lang="ru-RU" dirty="0">
                <a:solidFill>
                  <a:srgbClr val="FF0000"/>
                </a:solidFill>
              </a:rPr>
              <a:t>Работа с программными объектами</a:t>
            </a:r>
          </a:p>
        </p:txBody>
      </p:sp>
    </p:spTree>
    <p:extLst>
      <p:ext uri="{BB962C8B-B14F-4D97-AF65-F5344CB8AC3E}">
        <p14:creationId xmlns:p14="http://schemas.microsoft.com/office/powerpoint/2010/main" val="166720523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ъект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u-RU" dirty="0"/>
              <a:t>Ветвление</a:t>
            </a:r>
          </a:p>
          <a:p>
            <a:r>
              <a:rPr lang="ru-RU" dirty="0"/>
              <a:t>Циклы</a:t>
            </a:r>
          </a:p>
        </p:txBody>
      </p:sp>
      <p:sp>
        <p:nvSpPr>
          <p:cNvPr id="4" name="Заголовок 3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dirty="0">
                <a:solidFill>
                  <a:srgbClr val="FF0000"/>
                </a:solidFill>
              </a:rPr>
              <a:t>Синтаксические конструкции</a:t>
            </a:r>
          </a:p>
        </p:txBody>
      </p:sp>
    </p:spTree>
    <p:extLst>
      <p:ext uri="{BB962C8B-B14F-4D97-AF65-F5344CB8AC3E}">
        <p14:creationId xmlns:p14="http://schemas.microsoft.com/office/powerpoint/2010/main" val="157925067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1000"/>
                            </p:stCondLst>
                            <p:childTnLst>
                              <p:par>
                                <p:cTn id="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10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2000"/>
                            </p:stCondLst>
                            <p:childTnLst>
                              <p:par>
                                <p:cTn id="1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1000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build="p"/>
      <p:bldP spid="4" grpId="0"/>
    </p:bld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3" name="Rectangle 3"/>
          <p:cNvSpPr>
            <a:spLocks noGrp="1" noChangeArrowheads="1"/>
          </p:cNvSpPr>
          <p:nvPr>
            <p:ph idx="1"/>
          </p:nvPr>
        </p:nvSpPr>
        <p:spPr>
          <a:xfrm>
            <a:off x="611560" y="1676400"/>
            <a:ext cx="8532440" cy="4419600"/>
          </a:xfrm>
        </p:spPr>
        <p:txBody>
          <a:bodyPr/>
          <a:lstStyle/>
          <a:p>
            <a:pPr>
              <a:lnSpc>
                <a:spcPct val="80000"/>
              </a:lnSpc>
              <a:buFontTx/>
              <a:buNone/>
            </a:pPr>
            <a:r>
              <a:rPr lang="ru-RU" sz="2400" dirty="0">
                <a:latin typeface="Courier New" pitchFamily="49" charset="0"/>
              </a:rPr>
              <a:t>А </a:t>
            </a:r>
            <a:r>
              <a:rPr lang="ru-RU" sz="2400" dirty="0">
                <a:solidFill>
                  <a:srgbClr val="FF0000"/>
                </a:solidFill>
                <a:latin typeface="Courier New" pitchFamily="49" charset="0"/>
              </a:rPr>
              <a:t>=</a:t>
            </a:r>
            <a:r>
              <a:rPr lang="ru-RU" sz="2400" dirty="0">
                <a:latin typeface="Courier New" pitchFamily="49" charset="0"/>
              </a:rPr>
              <a:t> </a:t>
            </a:r>
            <a:r>
              <a:rPr lang="ru-RU" sz="2400" dirty="0" err="1">
                <a:latin typeface="Courier New" pitchFamily="49" charset="0"/>
              </a:rPr>
              <a:t>ОпределитьВыборПользователя</a:t>
            </a:r>
            <a:r>
              <a:rPr lang="ru-RU" sz="2400" dirty="0">
                <a:solidFill>
                  <a:srgbClr val="FF0000"/>
                </a:solidFill>
                <a:latin typeface="Courier New" pitchFamily="49" charset="0"/>
              </a:rPr>
              <a:t>();</a:t>
            </a:r>
          </a:p>
          <a:p>
            <a:pPr>
              <a:lnSpc>
                <a:spcPct val="80000"/>
              </a:lnSpc>
              <a:buFontTx/>
              <a:buNone/>
            </a:pPr>
            <a:endParaRPr lang="ru-RU" sz="2400" dirty="0">
              <a:latin typeface="Courier New" pitchFamily="49" charset="0"/>
            </a:endParaRPr>
          </a:p>
          <a:p>
            <a:pPr>
              <a:lnSpc>
                <a:spcPct val="80000"/>
              </a:lnSpc>
              <a:buFontTx/>
              <a:buNone/>
            </a:pPr>
            <a:r>
              <a:rPr lang="ru-RU" sz="2400" b="1" dirty="0">
                <a:solidFill>
                  <a:srgbClr val="FF0000"/>
                </a:solidFill>
                <a:latin typeface="Courier New" pitchFamily="49" charset="0"/>
              </a:rPr>
              <a:t>Если</a:t>
            </a:r>
            <a:r>
              <a:rPr lang="ru-RU" sz="2400" dirty="0">
                <a:latin typeface="Courier New" pitchFamily="49" charset="0"/>
              </a:rPr>
              <a:t> А </a:t>
            </a:r>
            <a:r>
              <a:rPr lang="ru-RU" sz="2400" dirty="0">
                <a:solidFill>
                  <a:srgbClr val="FF0000"/>
                </a:solidFill>
                <a:latin typeface="Courier New" pitchFamily="49" charset="0"/>
              </a:rPr>
              <a:t>=</a:t>
            </a:r>
            <a:r>
              <a:rPr lang="ru-RU" sz="2400" dirty="0">
                <a:latin typeface="Courier New" pitchFamily="49" charset="0"/>
              </a:rPr>
              <a:t> </a:t>
            </a:r>
            <a:r>
              <a:rPr lang="ru-RU" sz="2400" dirty="0">
                <a:solidFill>
                  <a:schemeClr val="tx1"/>
                </a:solidFill>
                <a:latin typeface="Courier New" pitchFamily="49" charset="0"/>
              </a:rPr>
              <a:t>"Ок" </a:t>
            </a:r>
            <a:r>
              <a:rPr lang="ru-RU" sz="2400" b="1" dirty="0">
                <a:solidFill>
                  <a:srgbClr val="FF0000"/>
                </a:solidFill>
                <a:latin typeface="Courier New" pitchFamily="49" charset="0"/>
              </a:rPr>
              <a:t>Тогда</a:t>
            </a:r>
          </a:p>
          <a:p>
            <a:pPr>
              <a:lnSpc>
                <a:spcPct val="80000"/>
              </a:lnSpc>
              <a:buFontTx/>
              <a:buNone/>
            </a:pPr>
            <a:r>
              <a:rPr lang="ru-RU" sz="2400" dirty="0">
                <a:latin typeface="Courier New" pitchFamily="49" charset="0"/>
              </a:rPr>
              <a:t>	...</a:t>
            </a:r>
          </a:p>
          <a:p>
            <a:pPr>
              <a:lnSpc>
                <a:spcPct val="80000"/>
              </a:lnSpc>
              <a:buFontTx/>
              <a:buNone/>
            </a:pPr>
            <a:r>
              <a:rPr lang="ru-RU" sz="2400" b="1" dirty="0" err="1">
                <a:solidFill>
                  <a:srgbClr val="FF0000"/>
                </a:solidFill>
                <a:latin typeface="Courier New" pitchFamily="49" charset="0"/>
              </a:rPr>
              <a:t>ИначеЕсли</a:t>
            </a:r>
            <a:r>
              <a:rPr lang="ru-RU" sz="2400" dirty="0">
                <a:latin typeface="Courier New" pitchFamily="49" charset="0"/>
              </a:rPr>
              <a:t> А </a:t>
            </a:r>
            <a:r>
              <a:rPr lang="ru-RU" sz="2400" dirty="0">
                <a:solidFill>
                  <a:srgbClr val="FF0000"/>
                </a:solidFill>
                <a:latin typeface="Courier New" pitchFamily="49" charset="0"/>
              </a:rPr>
              <a:t>=</a:t>
            </a:r>
            <a:r>
              <a:rPr lang="ru-RU" sz="2400" dirty="0">
                <a:latin typeface="Courier New" pitchFamily="49" charset="0"/>
              </a:rPr>
              <a:t> </a:t>
            </a:r>
            <a:r>
              <a:rPr lang="ru-RU" sz="2400" dirty="0">
                <a:solidFill>
                  <a:schemeClr val="tx1"/>
                </a:solidFill>
                <a:latin typeface="Courier New" pitchFamily="49" charset="0"/>
              </a:rPr>
              <a:t>"Отмена" </a:t>
            </a:r>
            <a:r>
              <a:rPr lang="ru-RU" sz="2400" b="1" dirty="0">
                <a:solidFill>
                  <a:srgbClr val="FF0000"/>
                </a:solidFill>
                <a:latin typeface="Courier New" pitchFamily="49" charset="0"/>
              </a:rPr>
              <a:t>Тогда</a:t>
            </a:r>
          </a:p>
          <a:p>
            <a:pPr>
              <a:lnSpc>
                <a:spcPct val="80000"/>
              </a:lnSpc>
              <a:buFontTx/>
              <a:buNone/>
            </a:pPr>
            <a:r>
              <a:rPr lang="ru-RU" sz="2400" dirty="0">
                <a:latin typeface="Courier New" pitchFamily="49" charset="0"/>
              </a:rPr>
              <a:t>	...</a:t>
            </a:r>
          </a:p>
          <a:p>
            <a:pPr>
              <a:lnSpc>
                <a:spcPct val="80000"/>
              </a:lnSpc>
              <a:buFontTx/>
              <a:buNone/>
            </a:pPr>
            <a:r>
              <a:rPr lang="ru-RU" sz="2400" b="1" dirty="0" err="1">
                <a:solidFill>
                  <a:srgbClr val="FF0000"/>
                </a:solidFill>
                <a:latin typeface="Courier New" pitchFamily="49" charset="0"/>
              </a:rPr>
              <a:t>ИначеЕсли</a:t>
            </a:r>
            <a:r>
              <a:rPr lang="ru-RU" sz="2400" dirty="0">
                <a:latin typeface="Courier New" pitchFamily="49" charset="0"/>
              </a:rPr>
              <a:t> А </a:t>
            </a:r>
            <a:r>
              <a:rPr lang="ru-RU" sz="2400" dirty="0">
                <a:solidFill>
                  <a:srgbClr val="FF0000"/>
                </a:solidFill>
                <a:latin typeface="Courier New" pitchFamily="49" charset="0"/>
              </a:rPr>
              <a:t>=</a:t>
            </a:r>
            <a:r>
              <a:rPr lang="ru-RU" sz="2400" dirty="0">
                <a:latin typeface="Courier New" pitchFamily="49" charset="0"/>
              </a:rPr>
              <a:t> </a:t>
            </a:r>
            <a:r>
              <a:rPr lang="ru-RU" sz="2400" dirty="0">
                <a:solidFill>
                  <a:schemeClr val="tx1"/>
                </a:solidFill>
                <a:latin typeface="Courier New" pitchFamily="49" charset="0"/>
              </a:rPr>
              <a:t>"Не понял…" </a:t>
            </a:r>
            <a:r>
              <a:rPr lang="ru-RU" sz="2400" b="1" dirty="0">
                <a:solidFill>
                  <a:srgbClr val="FF0000"/>
                </a:solidFill>
                <a:latin typeface="Courier New" pitchFamily="49" charset="0"/>
              </a:rPr>
              <a:t>Тогда</a:t>
            </a:r>
          </a:p>
          <a:p>
            <a:pPr>
              <a:lnSpc>
                <a:spcPct val="80000"/>
              </a:lnSpc>
              <a:buFontTx/>
              <a:buNone/>
            </a:pPr>
            <a:r>
              <a:rPr lang="ru-RU" sz="2400" dirty="0">
                <a:latin typeface="Courier New" pitchFamily="49" charset="0"/>
              </a:rPr>
              <a:t>	...</a:t>
            </a:r>
          </a:p>
          <a:p>
            <a:pPr>
              <a:lnSpc>
                <a:spcPct val="80000"/>
              </a:lnSpc>
              <a:buFontTx/>
              <a:buNone/>
            </a:pPr>
            <a:r>
              <a:rPr lang="ru-RU" sz="2400" b="1" dirty="0">
                <a:solidFill>
                  <a:srgbClr val="FF0000"/>
                </a:solidFill>
                <a:latin typeface="Courier New" pitchFamily="49" charset="0"/>
              </a:rPr>
              <a:t>Иначе</a:t>
            </a:r>
          </a:p>
          <a:p>
            <a:pPr>
              <a:lnSpc>
                <a:spcPct val="80000"/>
              </a:lnSpc>
              <a:buFontTx/>
              <a:buNone/>
            </a:pPr>
            <a:r>
              <a:rPr lang="ru-RU" sz="2400" dirty="0">
                <a:latin typeface="Courier New" pitchFamily="49" charset="0"/>
              </a:rPr>
              <a:t>	...</a:t>
            </a:r>
          </a:p>
          <a:p>
            <a:pPr>
              <a:lnSpc>
                <a:spcPct val="80000"/>
              </a:lnSpc>
              <a:buFontTx/>
              <a:buNone/>
            </a:pPr>
            <a:r>
              <a:rPr lang="ru-RU" sz="2400" b="1" dirty="0" err="1">
                <a:solidFill>
                  <a:srgbClr val="FF0000"/>
                </a:solidFill>
                <a:latin typeface="Courier New" pitchFamily="49" charset="0"/>
              </a:rPr>
              <a:t>КонецЕсли</a:t>
            </a:r>
            <a:r>
              <a:rPr lang="ru-RU" sz="2400" dirty="0">
                <a:solidFill>
                  <a:srgbClr val="FF0000"/>
                </a:solidFill>
                <a:latin typeface="Courier New" pitchFamily="49" charset="0"/>
              </a:rPr>
              <a:t>;</a:t>
            </a:r>
          </a:p>
        </p:txBody>
      </p:sp>
      <p:sp>
        <p:nvSpPr>
          <p:cNvPr id="25602" name="Rectangle 2"/>
          <p:cNvSpPr>
            <a:spLocks noGrp="1" noChangeArrowheads="1"/>
          </p:cNvSpPr>
          <p:nvPr>
            <p:ph type="title"/>
          </p:nvPr>
        </p:nvSpPr>
        <p:spPr>
          <a:xfrm>
            <a:off x="179512" y="548680"/>
            <a:ext cx="8784976" cy="864096"/>
          </a:xfrm>
        </p:spPr>
        <p:txBody>
          <a:bodyPr/>
          <a:lstStyle/>
          <a:p>
            <a:r>
              <a:rPr lang="ru-RU" dirty="0">
                <a:solidFill>
                  <a:srgbClr val="FF0000"/>
                </a:solidFill>
              </a:rPr>
              <a:t>Ветвление</a:t>
            </a:r>
          </a:p>
        </p:txBody>
      </p:sp>
    </p:spTree>
    <p:extLst>
      <p:ext uri="{BB962C8B-B14F-4D97-AF65-F5344CB8AC3E}">
        <p14:creationId xmlns:p14="http://schemas.microsoft.com/office/powerpoint/2010/main" val="358261284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0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560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0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2560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0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2560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0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2560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0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2560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0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2560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0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2560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0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2560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0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2560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0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2560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5603" grpId="0" build="p"/>
    </p:bld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3" name="Rectangle 3"/>
          <p:cNvSpPr>
            <a:spLocks noGrp="1" noChangeArrowheads="1"/>
          </p:cNvSpPr>
          <p:nvPr>
            <p:ph idx="1"/>
          </p:nvPr>
        </p:nvSpPr>
        <p:spPr>
          <a:xfrm>
            <a:off x="611560" y="1676400"/>
            <a:ext cx="8532440" cy="4419600"/>
          </a:xfrm>
        </p:spPr>
        <p:txBody>
          <a:bodyPr/>
          <a:lstStyle/>
          <a:p>
            <a:pPr>
              <a:lnSpc>
                <a:spcPct val="80000"/>
              </a:lnSpc>
              <a:buFontTx/>
              <a:buNone/>
            </a:pPr>
            <a:r>
              <a:rPr lang="ru-RU" sz="2400" dirty="0">
                <a:latin typeface="Courier New" pitchFamily="49" charset="0"/>
              </a:rPr>
              <a:t>А </a:t>
            </a:r>
            <a:r>
              <a:rPr lang="ru-RU" sz="2400" dirty="0">
                <a:solidFill>
                  <a:srgbClr val="FF0000"/>
                </a:solidFill>
                <a:latin typeface="Courier New" pitchFamily="49" charset="0"/>
              </a:rPr>
              <a:t>=</a:t>
            </a:r>
            <a:r>
              <a:rPr lang="ru-RU" sz="2400" dirty="0">
                <a:latin typeface="Courier New" pitchFamily="49" charset="0"/>
              </a:rPr>
              <a:t> </a:t>
            </a:r>
            <a:r>
              <a:rPr lang="ru-RU" sz="2400" dirty="0" err="1">
                <a:latin typeface="Courier New" pitchFamily="49" charset="0"/>
              </a:rPr>
              <a:t>ОпределитьВыборПользователя</a:t>
            </a:r>
            <a:r>
              <a:rPr lang="ru-RU" sz="2400" dirty="0">
                <a:latin typeface="Courier New" pitchFamily="49" charset="0"/>
              </a:rPr>
              <a:t>()</a:t>
            </a:r>
            <a:r>
              <a:rPr lang="ru-RU" sz="2400" dirty="0">
                <a:solidFill>
                  <a:srgbClr val="FF0000"/>
                </a:solidFill>
                <a:latin typeface="Courier New" pitchFamily="49" charset="0"/>
              </a:rPr>
              <a:t>;</a:t>
            </a:r>
          </a:p>
          <a:p>
            <a:pPr>
              <a:lnSpc>
                <a:spcPct val="80000"/>
              </a:lnSpc>
              <a:buFontTx/>
              <a:buNone/>
            </a:pPr>
            <a:endParaRPr lang="ru-RU" sz="2400" dirty="0">
              <a:latin typeface="Courier New" pitchFamily="49" charset="0"/>
            </a:endParaRPr>
          </a:p>
          <a:p>
            <a:pPr>
              <a:lnSpc>
                <a:spcPct val="80000"/>
              </a:lnSpc>
              <a:buFontTx/>
              <a:buNone/>
            </a:pPr>
            <a:r>
              <a:rPr lang="ru-RU" sz="2400" dirty="0" err="1">
                <a:latin typeface="Courier New" pitchFamily="49" charset="0"/>
              </a:rPr>
              <a:t>ТекстСообщения</a:t>
            </a:r>
            <a:r>
              <a:rPr lang="ru-RU" sz="2400" b="1" dirty="0">
                <a:solidFill>
                  <a:srgbClr val="FF0000"/>
                </a:solidFill>
                <a:latin typeface="Courier New" pitchFamily="49" charset="0"/>
              </a:rPr>
              <a:t> = ?(</a:t>
            </a:r>
            <a:r>
              <a:rPr lang="ru-RU" sz="2400" dirty="0">
                <a:latin typeface="Courier New" pitchFamily="49" charset="0"/>
              </a:rPr>
              <a:t>А = </a:t>
            </a:r>
            <a:r>
              <a:rPr lang="ru-RU" sz="2400" dirty="0">
                <a:solidFill>
                  <a:schemeClr val="tx1"/>
                </a:solidFill>
                <a:latin typeface="Courier New" pitchFamily="49" charset="0"/>
              </a:rPr>
              <a:t>"Ок" </a:t>
            </a:r>
            <a:r>
              <a:rPr lang="ru-RU" sz="2400" b="1" dirty="0">
                <a:solidFill>
                  <a:srgbClr val="FF0000"/>
                </a:solidFill>
                <a:latin typeface="Courier New" pitchFamily="49" charset="0"/>
              </a:rPr>
              <a:t>,</a:t>
            </a:r>
            <a:r>
              <a:rPr lang="ru-RU" sz="2400" dirty="0">
                <a:latin typeface="Courier New" pitchFamily="49" charset="0"/>
              </a:rPr>
              <a:t> </a:t>
            </a:r>
            <a:r>
              <a:rPr lang="ru-RU" sz="2400" dirty="0">
                <a:solidFill>
                  <a:schemeClr val="tx1"/>
                </a:solidFill>
                <a:latin typeface="Courier New" pitchFamily="49" charset="0"/>
              </a:rPr>
              <a:t>"</a:t>
            </a:r>
            <a:r>
              <a:rPr lang="ru-RU" sz="2400" b="1" dirty="0">
                <a:solidFill>
                  <a:schemeClr val="tx1"/>
                </a:solidFill>
                <a:latin typeface="Courier New" pitchFamily="49" charset="0"/>
              </a:rPr>
              <a:t>Да</a:t>
            </a:r>
            <a:r>
              <a:rPr lang="ru-RU" sz="2400" dirty="0">
                <a:solidFill>
                  <a:schemeClr val="tx1"/>
                </a:solidFill>
                <a:latin typeface="Courier New" pitchFamily="49" charset="0"/>
              </a:rPr>
              <a:t>"</a:t>
            </a:r>
            <a:r>
              <a:rPr lang="ru-RU" sz="2400" b="1" dirty="0">
                <a:solidFill>
                  <a:srgbClr val="FF0000"/>
                </a:solidFill>
                <a:latin typeface="Courier New" pitchFamily="49" charset="0"/>
              </a:rPr>
              <a:t>,</a:t>
            </a:r>
            <a:r>
              <a:rPr lang="ru-RU" sz="2400" dirty="0">
                <a:latin typeface="Courier New" pitchFamily="49" charset="0"/>
              </a:rPr>
              <a:t> </a:t>
            </a:r>
            <a:r>
              <a:rPr lang="ru-RU" sz="2400" dirty="0">
                <a:solidFill>
                  <a:schemeClr val="tx1"/>
                </a:solidFill>
                <a:latin typeface="Courier New" pitchFamily="49" charset="0"/>
              </a:rPr>
              <a:t>"</a:t>
            </a:r>
            <a:r>
              <a:rPr lang="ru-RU" sz="2400" b="1" dirty="0">
                <a:solidFill>
                  <a:schemeClr val="tx1"/>
                </a:solidFill>
                <a:latin typeface="Courier New" pitchFamily="49" charset="0"/>
              </a:rPr>
              <a:t>Нет</a:t>
            </a:r>
            <a:r>
              <a:rPr lang="ru-RU" sz="2400" dirty="0">
                <a:solidFill>
                  <a:schemeClr val="tx1"/>
                </a:solidFill>
                <a:latin typeface="Courier New" pitchFamily="49" charset="0"/>
              </a:rPr>
              <a:t>"</a:t>
            </a:r>
            <a:r>
              <a:rPr lang="ru-RU" sz="2400" b="1" dirty="0">
                <a:solidFill>
                  <a:srgbClr val="FF0000"/>
                </a:solidFill>
                <a:latin typeface="Courier New" pitchFamily="49" charset="0"/>
              </a:rPr>
              <a:t>);</a:t>
            </a:r>
          </a:p>
          <a:p>
            <a:pPr>
              <a:lnSpc>
                <a:spcPct val="80000"/>
              </a:lnSpc>
              <a:buFontTx/>
              <a:buNone/>
            </a:pPr>
            <a:r>
              <a:rPr lang="ru-RU" sz="2400" dirty="0">
                <a:latin typeface="Courier New" pitchFamily="49" charset="0"/>
              </a:rPr>
              <a:t>	</a:t>
            </a:r>
          </a:p>
        </p:txBody>
      </p:sp>
      <p:sp>
        <p:nvSpPr>
          <p:cNvPr id="25602" name="Rectangle 2"/>
          <p:cNvSpPr>
            <a:spLocks noGrp="1" noChangeArrowheads="1"/>
          </p:cNvSpPr>
          <p:nvPr>
            <p:ph type="title"/>
          </p:nvPr>
        </p:nvSpPr>
        <p:spPr>
          <a:xfrm>
            <a:off x="179512" y="548680"/>
            <a:ext cx="8784976" cy="864096"/>
          </a:xfrm>
        </p:spPr>
        <p:txBody>
          <a:bodyPr/>
          <a:lstStyle/>
          <a:p>
            <a:r>
              <a:rPr lang="ru-RU" dirty="0">
                <a:solidFill>
                  <a:srgbClr val="FF0000"/>
                </a:solidFill>
              </a:rPr>
              <a:t>Ветвление</a:t>
            </a:r>
          </a:p>
        </p:txBody>
      </p:sp>
    </p:spTree>
    <p:extLst>
      <p:ext uri="{BB962C8B-B14F-4D97-AF65-F5344CB8AC3E}">
        <p14:creationId xmlns:p14="http://schemas.microsoft.com/office/powerpoint/2010/main" val="404685026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0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560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0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2560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0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2560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5603" grpId="0" build="p"/>
    </p:bld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3" name="Rectangle 3"/>
          <p:cNvSpPr>
            <a:spLocks noGrp="1" noChangeArrowheads="1"/>
          </p:cNvSpPr>
          <p:nvPr>
            <p:ph idx="1"/>
          </p:nvPr>
        </p:nvSpPr>
        <p:spPr>
          <a:xfrm>
            <a:off x="611560" y="1676400"/>
            <a:ext cx="8064896" cy="4419600"/>
          </a:xfrm>
        </p:spPr>
        <p:txBody>
          <a:bodyPr/>
          <a:lstStyle/>
          <a:p>
            <a:pPr>
              <a:lnSpc>
                <a:spcPct val="80000"/>
              </a:lnSpc>
              <a:buFontTx/>
              <a:buNone/>
            </a:pPr>
            <a:r>
              <a:rPr lang="ru-RU" sz="2400" b="1" dirty="0">
                <a:solidFill>
                  <a:srgbClr val="FF0000"/>
                </a:solidFill>
                <a:latin typeface="Courier New" pitchFamily="49" charset="0"/>
              </a:rPr>
              <a:t>Попытка</a:t>
            </a:r>
          </a:p>
          <a:p>
            <a:pPr>
              <a:lnSpc>
                <a:spcPct val="80000"/>
              </a:lnSpc>
              <a:buFontTx/>
              <a:buNone/>
            </a:pPr>
            <a:r>
              <a:rPr lang="ru-RU" sz="2400" dirty="0">
                <a:latin typeface="Courier New" pitchFamily="49" charset="0"/>
              </a:rPr>
              <a:t>	</a:t>
            </a:r>
          </a:p>
          <a:p>
            <a:pPr>
              <a:lnSpc>
                <a:spcPct val="80000"/>
              </a:lnSpc>
              <a:buFontTx/>
              <a:buNone/>
            </a:pPr>
            <a:r>
              <a:rPr lang="ru-RU" sz="2400" dirty="0">
                <a:latin typeface="Courier New" pitchFamily="49" charset="0"/>
              </a:rPr>
              <a:t>	</a:t>
            </a:r>
            <a:r>
              <a:rPr lang="ru-RU" sz="2400" dirty="0" err="1">
                <a:latin typeface="Courier New" pitchFamily="49" charset="0"/>
              </a:rPr>
              <a:t>НашаФункция</a:t>
            </a:r>
            <a:r>
              <a:rPr lang="ru-RU" sz="2400" dirty="0">
                <a:solidFill>
                  <a:srgbClr val="FF0000"/>
                </a:solidFill>
                <a:latin typeface="Courier New" pitchFamily="49" charset="0"/>
              </a:rPr>
              <a:t>();</a:t>
            </a:r>
          </a:p>
          <a:p>
            <a:pPr>
              <a:lnSpc>
                <a:spcPct val="80000"/>
              </a:lnSpc>
              <a:buFontTx/>
              <a:buNone/>
            </a:pPr>
            <a:endParaRPr lang="ru-RU" sz="2400" dirty="0">
              <a:latin typeface="Courier New" pitchFamily="49" charset="0"/>
            </a:endParaRPr>
          </a:p>
          <a:p>
            <a:pPr>
              <a:lnSpc>
                <a:spcPct val="80000"/>
              </a:lnSpc>
              <a:buFontTx/>
              <a:buNone/>
            </a:pPr>
            <a:r>
              <a:rPr lang="ru-RU" sz="2400" b="1" dirty="0">
                <a:solidFill>
                  <a:srgbClr val="FF0000"/>
                </a:solidFill>
                <a:latin typeface="Courier New" pitchFamily="49" charset="0"/>
              </a:rPr>
              <a:t>Исключение</a:t>
            </a:r>
          </a:p>
          <a:p>
            <a:pPr>
              <a:lnSpc>
                <a:spcPct val="80000"/>
              </a:lnSpc>
              <a:buFontTx/>
              <a:buNone/>
            </a:pPr>
            <a:endParaRPr lang="ru-RU" sz="2400" dirty="0">
              <a:latin typeface="Courier New" pitchFamily="49" charset="0"/>
            </a:endParaRPr>
          </a:p>
          <a:p>
            <a:pPr>
              <a:lnSpc>
                <a:spcPct val="80000"/>
              </a:lnSpc>
              <a:buNone/>
            </a:pPr>
            <a:r>
              <a:rPr lang="ru-RU" sz="2400" dirty="0">
                <a:latin typeface="Courier New" pitchFamily="49" charset="0"/>
              </a:rPr>
              <a:t>	Сообщить</a:t>
            </a:r>
            <a:r>
              <a:rPr lang="ru-RU" sz="2400" dirty="0">
                <a:solidFill>
                  <a:srgbClr val="FF0000"/>
                </a:solidFill>
                <a:latin typeface="Courier New" pitchFamily="49" charset="0"/>
              </a:rPr>
              <a:t>(</a:t>
            </a:r>
            <a:r>
              <a:rPr lang="ru-RU" sz="2400" dirty="0" err="1">
                <a:latin typeface="Courier New" pitchFamily="49" charset="0"/>
              </a:rPr>
              <a:t>ОписаниеОшибки</a:t>
            </a:r>
            <a:r>
              <a:rPr lang="ru-RU" sz="2400" dirty="0">
                <a:solidFill>
                  <a:srgbClr val="FF0000"/>
                </a:solidFill>
                <a:latin typeface="Courier New" pitchFamily="49" charset="0"/>
              </a:rPr>
              <a:t>());</a:t>
            </a:r>
          </a:p>
          <a:p>
            <a:pPr>
              <a:lnSpc>
                <a:spcPct val="80000"/>
              </a:lnSpc>
              <a:buFontTx/>
              <a:buNone/>
            </a:pPr>
            <a:endParaRPr lang="ru-RU" sz="2400" dirty="0">
              <a:latin typeface="Courier New" pitchFamily="49" charset="0"/>
            </a:endParaRPr>
          </a:p>
          <a:p>
            <a:pPr>
              <a:lnSpc>
                <a:spcPct val="80000"/>
              </a:lnSpc>
              <a:buFontTx/>
              <a:buNone/>
            </a:pPr>
            <a:r>
              <a:rPr lang="ru-RU" sz="2400" b="1" dirty="0" err="1">
                <a:solidFill>
                  <a:srgbClr val="FF0000"/>
                </a:solidFill>
                <a:latin typeface="Courier New" pitchFamily="49" charset="0"/>
              </a:rPr>
              <a:t>КонецПопытки</a:t>
            </a:r>
            <a:r>
              <a:rPr lang="ru-RU" sz="2400" b="1" dirty="0">
                <a:solidFill>
                  <a:srgbClr val="FF0000"/>
                </a:solidFill>
                <a:latin typeface="Courier New" pitchFamily="49" charset="0"/>
              </a:rPr>
              <a:t>;</a:t>
            </a:r>
          </a:p>
        </p:txBody>
      </p:sp>
      <p:sp>
        <p:nvSpPr>
          <p:cNvPr id="25602" name="Rectangle 2"/>
          <p:cNvSpPr>
            <a:spLocks noGrp="1" noChangeArrowheads="1"/>
          </p:cNvSpPr>
          <p:nvPr>
            <p:ph type="title"/>
          </p:nvPr>
        </p:nvSpPr>
        <p:spPr>
          <a:xfrm>
            <a:off x="179512" y="548680"/>
            <a:ext cx="8784976" cy="864096"/>
          </a:xfrm>
        </p:spPr>
        <p:txBody>
          <a:bodyPr/>
          <a:lstStyle/>
          <a:p>
            <a:r>
              <a:rPr lang="ru-RU" dirty="0">
                <a:solidFill>
                  <a:srgbClr val="FF0000"/>
                </a:solidFill>
              </a:rPr>
              <a:t>Ветвление</a:t>
            </a:r>
          </a:p>
        </p:txBody>
      </p:sp>
    </p:spTree>
    <p:extLst>
      <p:ext uri="{BB962C8B-B14F-4D97-AF65-F5344CB8AC3E}">
        <p14:creationId xmlns:p14="http://schemas.microsoft.com/office/powerpoint/2010/main" val="314620015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0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560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0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1000"/>
                                        <p:tgtEl>
                                          <p:spTgt spid="2560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0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1000"/>
                                        <p:tgtEl>
                                          <p:spTgt spid="2560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0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1000"/>
                                        <p:tgtEl>
                                          <p:spTgt spid="2560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0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1000"/>
                                        <p:tgtEl>
                                          <p:spTgt spid="2560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0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1000"/>
                                        <p:tgtEl>
                                          <p:spTgt spid="2560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5603" grpId="0" build="p"/>
    </p:bld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7" name="Rectangle 3"/>
          <p:cNvSpPr>
            <a:spLocks noGrp="1" noChangeArrowheads="1"/>
          </p:cNvSpPr>
          <p:nvPr>
            <p:ph idx="1"/>
          </p:nvPr>
        </p:nvSpPr>
        <p:spPr>
          <a:xfrm>
            <a:off x="341784" y="1700808"/>
            <a:ext cx="8460432" cy="4184104"/>
          </a:xfrm>
        </p:spPr>
        <p:txBody>
          <a:bodyPr>
            <a:normAutofit fontScale="92500" lnSpcReduction="20000"/>
          </a:bodyPr>
          <a:lstStyle/>
          <a:p>
            <a:pPr>
              <a:lnSpc>
                <a:spcPct val="80000"/>
              </a:lnSpc>
              <a:buFontTx/>
              <a:buNone/>
            </a:pPr>
            <a:r>
              <a:rPr lang="ru-RU" sz="2400" b="1" dirty="0">
                <a:solidFill>
                  <a:srgbClr val="FF0000"/>
                </a:solidFill>
                <a:latin typeface="Courier New" pitchFamily="49" charset="0"/>
              </a:rPr>
              <a:t>Для</a:t>
            </a:r>
            <a:r>
              <a:rPr lang="ru-RU" sz="2400" dirty="0">
                <a:latin typeface="Courier New" pitchFamily="49" charset="0"/>
              </a:rPr>
              <a:t> Счетчик </a:t>
            </a:r>
            <a:r>
              <a:rPr lang="ru-RU" sz="2400" dirty="0">
                <a:solidFill>
                  <a:srgbClr val="FF0000"/>
                </a:solidFill>
                <a:latin typeface="Courier New" pitchFamily="49" charset="0"/>
              </a:rPr>
              <a:t>=</a:t>
            </a:r>
            <a:r>
              <a:rPr lang="ru-RU" sz="2400" dirty="0">
                <a:latin typeface="Courier New" pitchFamily="49" charset="0"/>
              </a:rPr>
              <a:t> 1 </a:t>
            </a:r>
            <a:r>
              <a:rPr lang="ru-RU" sz="2400" b="1" dirty="0">
                <a:solidFill>
                  <a:srgbClr val="FF0000"/>
                </a:solidFill>
                <a:latin typeface="Courier New" pitchFamily="49" charset="0"/>
              </a:rPr>
              <a:t>По</a:t>
            </a:r>
            <a:r>
              <a:rPr lang="ru-RU" sz="2400" dirty="0">
                <a:latin typeface="Courier New" pitchFamily="49" charset="0"/>
              </a:rPr>
              <a:t> 10 </a:t>
            </a:r>
            <a:r>
              <a:rPr lang="ru-RU" sz="2400" b="1" dirty="0">
                <a:solidFill>
                  <a:srgbClr val="FF0000"/>
                </a:solidFill>
                <a:latin typeface="Courier New" pitchFamily="49" charset="0"/>
              </a:rPr>
              <a:t>Цикл</a:t>
            </a:r>
          </a:p>
          <a:p>
            <a:pPr>
              <a:lnSpc>
                <a:spcPct val="80000"/>
              </a:lnSpc>
              <a:buFontTx/>
              <a:buNone/>
            </a:pPr>
            <a:r>
              <a:rPr lang="ru-RU" sz="800" dirty="0">
                <a:latin typeface="Courier New" pitchFamily="49" charset="0"/>
              </a:rPr>
              <a:t>	</a:t>
            </a:r>
          </a:p>
          <a:p>
            <a:pPr>
              <a:lnSpc>
                <a:spcPct val="80000"/>
              </a:lnSpc>
              <a:buFontTx/>
              <a:buNone/>
            </a:pPr>
            <a:r>
              <a:rPr lang="ru-RU" sz="2400" dirty="0">
                <a:latin typeface="Courier New" pitchFamily="49" charset="0"/>
              </a:rPr>
              <a:t>	</a:t>
            </a:r>
            <a:r>
              <a:rPr lang="ru-RU" sz="2400" dirty="0">
                <a:solidFill>
                  <a:srgbClr val="FF0000"/>
                </a:solidFill>
                <a:latin typeface="Courier New" pitchFamily="49" charset="0"/>
              </a:rPr>
              <a:t>Если</a:t>
            </a:r>
            <a:r>
              <a:rPr lang="ru-RU" sz="2400" dirty="0">
                <a:latin typeface="Courier New" pitchFamily="49" charset="0"/>
              </a:rPr>
              <a:t> Счетчик </a:t>
            </a:r>
            <a:r>
              <a:rPr lang="ru-RU" sz="2400" dirty="0">
                <a:solidFill>
                  <a:srgbClr val="FF0000"/>
                </a:solidFill>
                <a:latin typeface="Courier New" pitchFamily="49" charset="0"/>
              </a:rPr>
              <a:t>&lt;</a:t>
            </a:r>
            <a:r>
              <a:rPr lang="ru-RU" sz="2400" dirty="0">
                <a:latin typeface="Courier New" pitchFamily="49" charset="0"/>
              </a:rPr>
              <a:t> 3 </a:t>
            </a:r>
            <a:r>
              <a:rPr lang="ru-RU" sz="2400" dirty="0">
                <a:solidFill>
                  <a:srgbClr val="FF0000"/>
                </a:solidFill>
                <a:latin typeface="Courier New" pitchFamily="49" charset="0"/>
              </a:rPr>
              <a:t>Тогда</a:t>
            </a:r>
          </a:p>
          <a:p>
            <a:pPr>
              <a:lnSpc>
                <a:spcPct val="80000"/>
              </a:lnSpc>
              <a:buFontTx/>
              <a:buNone/>
            </a:pPr>
            <a:r>
              <a:rPr lang="ru-RU" sz="2400" dirty="0">
                <a:latin typeface="Courier New" pitchFamily="49" charset="0"/>
              </a:rPr>
              <a:t>		</a:t>
            </a:r>
          </a:p>
          <a:p>
            <a:pPr>
              <a:lnSpc>
                <a:spcPct val="80000"/>
              </a:lnSpc>
              <a:buFontTx/>
              <a:buNone/>
            </a:pPr>
            <a:r>
              <a:rPr lang="ru-RU" sz="2400" dirty="0">
                <a:solidFill>
                  <a:srgbClr val="FF0000"/>
                </a:solidFill>
                <a:latin typeface="Courier New" pitchFamily="49" charset="0"/>
              </a:rPr>
              <a:t>		Продолжить; </a:t>
            </a:r>
            <a:r>
              <a:rPr lang="ru-RU" sz="2400" dirty="0">
                <a:solidFill>
                  <a:srgbClr val="00B050"/>
                </a:solidFill>
                <a:latin typeface="Courier New" pitchFamily="49" charset="0"/>
              </a:rPr>
              <a:t>//Цикл не прерывается! //Управление передаются в начало цикла.</a:t>
            </a:r>
          </a:p>
          <a:p>
            <a:pPr>
              <a:lnSpc>
                <a:spcPct val="80000"/>
              </a:lnSpc>
              <a:buFontTx/>
              <a:buNone/>
            </a:pPr>
            <a:r>
              <a:rPr lang="ru-RU" sz="2400" dirty="0">
                <a:latin typeface="Courier New" pitchFamily="49" charset="0"/>
              </a:rPr>
              <a:t>	</a:t>
            </a:r>
          </a:p>
          <a:p>
            <a:pPr>
              <a:lnSpc>
                <a:spcPct val="80000"/>
              </a:lnSpc>
              <a:buFontTx/>
              <a:buNone/>
            </a:pPr>
            <a:r>
              <a:rPr lang="ru-RU" sz="2400" dirty="0">
                <a:solidFill>
                  <a:srgbClr val="FF0000"/>
                </a:solidFill>
                <a:latin typeface="Courier New" pitchFamily="49" charset="0"/>
              </a:rPr>
              <a:t>	</a:t>
            </a:r>
            <a:r>
              <a:rPr lang="ru-RU" sz="2400" dirty="0" err="1">
                <a:solidFill>
                  <a:srgbClr val="FF0000"/>
                </a:solidFill>
                <a:latin typeface="Courier New" pitchFamily="49" charset="0"/>
              </a:rPr>
              <a:t>ИначеЕсли</a:t>
            </a:r>
            <a:r>
              <a:rPr lang="ru-RU" sz="2400" dirty="0">
                <a:latin typeface="Courier New" pitchFamily="49" charset="0"/>
              </a:rPr>
              <a:t> </a:t>
            </a:r>
            <a:r>
              <a:rPr lang="ru-RU" sz="2400" dirty="0">
                <a:solidFill>
                  <a:srgbClr val="FF0000"/>
                </a:solidFill>
                <a:latin typeface="Courier New" pitchFamily="49" charset="0"/>
              </a:rPr>
              <a:t>НЕ</a:t>
            </a:r>
            <a:r>
              <a:rPr lang="ru-RU" sz="2400" dirty="0">
                <a:latin typeface="Courier New" pitchFamily="49" charset="0"/>
              </a:rPr>
              <a:t> Счетчик </a:t>
            </a:r>
            <a:r>
              <a:rPr lang="ru-RU" sz="2400" dirty="0">
                <a:solidFill>
                  <a:srgbClr val="FF0000"/>
                </a:solidFill>
                <a:latin typeface="Courier New" pitchFamily="49" charset="0"/>
              </a:rPr>
              <a:t>&lt;=</a:t>
            </a:r>
            <a:r>
              <a:rPr lang="ru-RU" sz="2400" dirty="0">
                <a:latin typeface="Courier New" pitchFamily="49" charset="0"/>
              </a:rPr>
              <a:t> 7 </a:t>
            </a:r>
            <a:r>
              <a:rPr lang="ru-RU" sz="2400" dirty="0">
                <a:solidFill>
                  <a:srgbClr val="FF0000"/>
                </a:solidFill>
                <a:latin typeface="Courier New" pitchFamily="49" charset="0"/>
              </a:rPr>
              <a:t>Тогда</a:t>
            </a:r>
          </a:p>
          <a:p>
            <a:pPr>
              <a:lnSpc>
                <a:spcPct val="80000"/>
              </a:lnSpc>
              <a:buFontTx/>
              <a:buNone/>
            </a:pPr>
            <a:r>
              <a:rPr lang="ru-RU" sz="2400" dirty="0">
                <a:latin typeface="Courier New" pitchFamily="49" charset="0"/>
              </a:rPr>
              <a:t>		</a:t>
            </a:r>
          </a:p>
          <a:p>
            <a:pPr>
              <a:lnSpc>
                <a:spcPct val="80000"/>
              </a:lnSpc>
              <a:buNone/>
            </a:pPr>
            <a:r>
              <a:rPr lang="ru-RU" sz="2400" dirty="0">
                <a:solidFill>
                  <a:srgbClr val="FF0000"/>
                </a:solidFill>
                <a:latin typeface="Courier New" pitchFamily="49" charset="0"/>
              </a:rPr>
              <a:t>		Прервать; </a:t>
            </a:r>
            <a:r>
              <a:rPr lang="ru-RU" sz="2400" dirty="0">
                <a:solidFill>
                  <a:srgbClr val="00B050"/>
                </a:solidFill>
                <a:latin typeface="Courier New" pitchFamily="49" charset="0"/>
              </a:rPr>
              <a:t>//Цикл прерывается!</a:t>
            </a:r>
            <a:endParaRPr lang="ru-RU" sz="2400" dirty="0">
              <a:solidFill>
                <a:srgbClr val="FF0000"/>
              </a:solidFill>
              <a:latin typeface="Courier New" pitchFamily="49" charset="0"/>
            </a:endParaRPr>
          </a:p>
          <a:p>
            <a:pPr>
              <a:lnSpc>
                <a:spcPct val="80000"/>
              </a:lnSpc>
              <a:buFontTx/>
              <a:buNone/>
            </a:pPr>
            <a:endParaRPr lang="ru-RU" sz="2400" dirty="0">
              <a:solidFill>
                <a:srgbClr val="FF0000"/>
              </a:solidFill>
              <a:latin typeface="Courier New" pitchFamily="49" charset="0"/>
            </a:endParaRPr>
          </a:p>
          <a:p>
            <a:pPr>
              <a:lnSpc>
                <a:spcPct val="80000"/>
              </a:lnSpc>
              <a:buFontTx/>
              <a:buNone/>
            </a:pPr>
            <a:r>
              <a:rPr lang="ru-RU" sz="2400" dirty="0">
                <a:latin typeface="Courier New" pitchFamily="49" charset="0"/>
              </a:rPr>
              <a:t>	</a:t>
            </a:r>
            <a:r>
              <a:rPr lang="ru-RU" sz="2400" dirty="0" err="1">
                <a:solidFill>
                  <a:srgbClr val="FF0000"/>
                </a:solidFill>
                <a:latin typeface="Courier New" pitchFamily="49" charset="0"/>
              </a:rPr>
              <a:t>КонецЕсли</a:t>
            </a:r>
            <a:r>
              <a:rPr lang="ru-RU" sz="2400" dirty="0">
                <a:solidFill>
                  <a:srgbClr val="FF0000"/>
                </a:solidFill>
                <a:latin typeface="Courier New" pitchFamily="49" charset="0"/>
              </a:rPr>
              <a:t>;</a:t>
            </a:r>
          </a:p>
          <a:p>
            <a:pPr>
              <a:lnSpc>
                <a:spcPct val="80000"/>
              </a:lnSpc>
              <a:buFontTx/>
              <a:buNone/>
            </a:pPr>
            <a:endParaRPr lang="ru-RU" sz="2400" dirty="0">
              <a:latin typeface="Courier New" pitchFamily="49" charset="0"/>
            </a:endParaRPr>
          </a:p>
          <a:p>
            <a:pPr>
              <a:lnSpc>
                <a:spcPct val="80000"/>
              </a:lnSpc>
              <a:buFontTx/>
              <a:buNone/>
            </a:pPr>
            <a:r>
              <a:rPr lang="ru-RU" sz="2400" dirty="0">
                <a:latin typeface="Courier New" pitchFamily="49" charset="0"/>
              </a:rPr>
              <a:t>	Сообщить</a:t>
            </a:r>
            <a:r>
              <a:rPr lang="ru-RU" sz="2400" dirty="0">
                <a:solidFill>
                  <a:srgbClr val="FF0000"/>
                </a:solidFill>
                <a:latin typeface="Courier New" pitchFamily="49" charset="0"/>
              </a:rPr>
              <a:t>(</a:t>
            </a:r>
            <a:r>
              <a:rPr lang="ru-RU" sz="2400" dirty="0">
                <a:solidFill>
                  <a:schemeClr val="tx1"/>
                </a:solidFill>
                <a:latin typeface="Courier New" pitchFamily="49" charset="0"/>
              </a:rPr>
              <a:t>"Счетчик цикла = "</a:t>
            </a:r>
            <a:r>
              <a:rPr lang="ru-RU" sz="2400" dirty="0">
                <a:latin typeface="Courier New" pitchFamily="49" charset="0"/>
              </a:rPr>
              <a:t> </a:t>
            </a:r>
            <a:r>
              <a:rPr lang="ru-RU" sz="2400" dirty="0">
                <a:solidFill>
                  <a:srgbClr val="FF0000"/>
                </a:solidFill>
                <a:latin typeface="Courier New" pitchFamily="49" charset="0"/>
              </a:rPr>
              <a:t>+</a:t>
            </a:r>
            <a:r>
              <a:rPr lang="ru-RU" sz="2400" dirty="0">
                <a:latin typeface="Courier New" pitchFamily="49" charset="0"/>
              </a:rPr>
              <a:t> Счетчик</a:t>
            </a:r>
            <a:r>
              <a:rPr lang="ru-RU" sz="2400" dirty="0">
                <a:solidFill>
                  <a:srgbClr val="FF0000"/>
                </a:solidFill>
                <a:latin typeface="Courier New" pitchFamily="49" charset="0"/>
              </a:rPr>
              <a:t>);</a:t>
            </a:r>
          </a:p>
          <a:p>
            <a:pPr>
              <a:lnSpc>
                <a:spcPct val="80000"/>
              </a:lnSpc>
              <a:buFontTx/>
              <a:buNone/>
            </a:pPr>
            <a:endParaRPr lang="ru-RU" sz="800" dirty="0">
              <a:latin typeface="Courier New" pitchFamily="49" charset="0"/>
            </a:endParaRPr>
          </a:p>
          <a:p>
            <a:pPr>
              <a:lnSpc>
                <a:spcPct val="80000"/>
              </a:lnSpc>
              <a:buFontTx/>
              <a:buNone/>
            </a:pPr>
            <a:r>
              <a:rPr lang="ru-RU" sz="2400" b="1" dirty="0" err="1">
                <a:solidFill>
                  <a:srgbClr val="FF0000"/>
                </a:solidFill>
                <a:latin typeface="Courier New" pitchFamily="49" charset="0"/>
              </a:rPr>
              <a:t>КонецЦикла</a:t>
            </a:r>
            <a:r>
              <a:rPr lang="ru-RU" sz="2400" dirty="0">
                <a:solidFill>
                  <a:srgbClr val="FF0000"/>
                </a:solidFill>
                <a:latin typeface="Courier New" pitchFamily="49" charset="0"/>
              </a:rPr>
              <a:t>;</a:t>
            </a:r>
          </a:p>
          <a:p>
            <a:pPr>
              <a:lnSpc>
                <a:spcPct val="80000"/>
              </a:lnSpc>
              <a:buFontTx/>
              <a:buNone/>
            </a:pPr>
            <a:endParaRPr lang="ru-RU" sz="2400" dirty="0">
              <a:latin typeface="Courier New" pitchFamily="49" charset="0"/>
            </a:endParaRPr>
          </a:p>
        </p:txBody>
      </p:sp>
      <p:sp>
        <p:nvSpPr>
          <p:cNvPr id="26626" name="Rectangle 2"/>
          <p:cNvSpPr>
            <a:spLocks noGrp="1" noChangeArrowheads="1"/>
          </p:cNvSpPr>
          <p:nvPr>
            <p:ph type="title"/>
          </p:nvPr>
        </p:nvSpPr>
        <p:spPr>
          <a:xfrm>
            <a:off x="179512" y="548680"/>
            <a:ext cx="8784976" cy="936104"/>
          </a:xfrm>
        </p:spPr>
        <p:txBody>
          <a:bodyPr/>
          <a:lstStyle/>
          <a:p>
            <a:r>
              <a:rPr lang="ru-RU" dirty="0">
                <a:solidFill>
                  <a:srgbClr val="FF0000"/>
                </a:solidFill>
              </a:rPr>
              <a:t>Цикл со счетчиком</a:t>
            </a:r>
          </a:p>
        </p:txBody>
      </p:sp>
    </p:spTree>
    <p:extLst>
      <p:ext uri="{BB962C8B-B14F-4D97-AF65-F5344CB8AC3E}">
        <p14:creationId xmlns:p14="http://schemas.microsoft.com/office/powerpoint/2010/main" val="382077209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2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662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2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2662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2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2662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2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2662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2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2662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2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2662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2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2662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2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2662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27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26627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27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26627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27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26627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27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26627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6627" grpId="0" build="p"/>
    </p:bld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1" name="Rectangle 3"/>
          <p:cNvSpPr>
            <a:spLocks noGrp="1" noChangeArrowheads="1"/>
          </p:cNvSpPr>
          <p:nvPr>
            <p:ph idx="1"/>
          </p:nvPr>
        </p:nvSpPr>
        <p:spPr>
          <a:xfrm>
            <a:off x="539552" y="2209800"/>
            <a:ext cx="8223448" cy="2895600"/>
          </a:xfrm>
        </p:spPr>
        <p:txBody>
          <a:bodyPr>
            <a:normAutofit lnSpcReduction="10000"/>
          </a:bodyPr>
          <a:lstStyle/>
          <a:p>
            <a:pPr>
              <a:lnSpc>
                <a:spcPct val="80000"/>
              </a:lnSpc>
              <a:buFontTx/>
              <a:buNone/>
            </a:pPr>
            <a:r>
              <a:rPr lang="ru-RU" sz="2400" dirty="0">
                <a:latin typeface="Courier New" pitchFamily="49" charset="0"/>
              </a:rPr>
              <a:t>А </a:t>
            </a:r>
            <a:r>
              <a:rPr lang="ru-RU" sz="2400" dirty="0">
                <a:solidFill>
                  <a:srgbClr val="FF0000"/>
                </a:solidFill>
                <a:latin typeface="Courier New" pitchFamily="49" charset="0"/>
              </a:rPr>
              <a:t>=</a:t>
            </a:r>
            <a:r>
              <a:rPr lang="ru-RU" sz="2400" dirty="0">
                <a:latin typeface="Courier New" pitchFamily="49" charset="0"/>
              </a:rPr>
              <a:t> 1</a:t>
            </a:r>
            <a:r>
              <a:rPr lang="ru-RU" sz="2400" dirty="0">
                <a:solidFill>
                  <a:srgbClr val="FF0000"/>
                </a:solidFill>
                <a:latin typeface="Courier New" pitchFamily="49" charset="0"/>
              </a:rPr>
              <a:t>;</a:t>
            </a:r>
          </a:p>
          <a:p>
            <a:pPr>
              <a:lnSpc>
                <a:spcPct val="80000"/>
              </a:lnSpc>
              <a:buFontTx/>
              <a:buNone/>
            </a:pPr>
            <a:endParaRPr lang="ru-RU" sz="2400" dirty="0">
              <a:latin typeface="Courier New" pitchFamily="49" charset="0"/>
            </a:endParaRPr>
          </a:p>
          <a:p>
            <a:pPr>
              <a:lnSpc>
                <a:spcPct val="80000"/>
              </a:lnSpc>
              <a:buFontTx/>
              <a:buNone/>
            </a:pPr>
            <a:endParaRPr lang="ru-RU" sz="2400" dirty="0">
              <a:latin typeface="Courier New" pitchFamily="49" charset="0"/>
            </a:endParaRPr>
          </a:p>
          <a:p>
            <a:pPr>
              <a:lnSpc>
                <a:spcPct val="80000"/>
              </a:lnSpc>
              <a:buFontTx/>
              <a:buNone/>
            </a:pPr>
            <a:r>
              <a:rPr lang="ru-RU" sz="2400" b="1" dirty="0">
                <a:solidFill>
                  <a:srgbClr val="FF0000"/>
                </a:solidFill>
                <a:latin typeface="Courier New" pitchFamily="49" charset="0"/>
              </a:rPr>
              <a:t>Пока</a:t>
            </a:r>
            <a:r>
              <a:rPr lang="ru-RU" sz="2400" dirty="0">
                <a:latin typeface="Courier New" pitchFamily="49" charset="0"/>
              </a:rPr>
              <a:t> А </a:t>
            </a:r>
            <a:r>
              <a:rPr lang="ru-RU" sz="2400" dirty="0">
                <a:solidFill>
                  <a:srgbClr val="FF0000"/>
                </a:solidFill>
                <a:latin typeface="Courier New" pitchFamily="49" charset="0"/>
              </a:rPr>
              <a:t>&lt;</a:t>
            </a:r>
            <a:r>
              <a:rPr lang="ru-RU" sz="2400" dirty="0">
                <a:latin typeface="Courier New" pitchFamily="49" charset="0"/>
              </a:rPr>
              <a:t> 10 </a:t>
            </a:r>
            <a:r>
              <a:rPr lang="ru-RU" sz="2400" b="1" dirty="0">
                <a:solidFill>
                  <a:srgbClr val="FF0000"/>
                </a:solidFill>
                <a:latin typeface="Courier New" pitchFamily="49" charset="0"/>
              </a:rPr>
              <a:t>Цикл</a:t>
            </a:r>
          </a:p>
          <a:p>
            <a:pPr>
              <a:lnSpc>
                <a:spcPct val="80000"/>
              </a:lnSpc>
              <a:buFontTx/>
              <a:buNone/>
            </a:pPr>
            <a:endParaRPr lang="ru-RU" sz="800" b="1" dirty="0">
              <a:solidFill>
                <a:srgbClr val="FF0000"/>
              </a:solidFill>
              <a:latin typeface="Courier New" pitchFamily="49" charset="0"/>
            </a:endParaRPr>
          </a:p>
          <a:p>
            <a:pPr>
              <a:lnSpc>
                <a:spcPct val="80000"/>
              </a:lnSpc>
              <a:buFontTx/>
              <a:buNone/>
            </a:pPr>
            <a:r>
              <a:rPr lang="ru-RU" sz="2400" dirty="0">
                <a:latin typeface="Courier New" pitchFamily="49" charset="0"/>
              </a:rPr>
              <a:t>	...</a:t>
            </a:r>
          </a:p>
          <a:p>
            <a:pPr>
              <a:lnSpc>
                <a:spcPct val="80000"/>
              </a:lnSpc>
              <a:buFontTx/>
              <a:buNone/>
            </a:pPr>
            <a:endParaRPr lang="ru-RU" sz="800" dirty="0">
              <a:latin typeface="Courier New" pitchFamily="49" charset="0"/>
            </a:endParaRPr>
          </a:p>
          <a:p>
            <a:pPr>
              <a:lnSpc>
                <a:spcPct val="80000"/>
              </a:lnSpc>
              <a:buFontTx/>
              <a:buNone/>
            </a:pPr>
            <a:r>
              <a:rPr lang="ru-RU" sz="2400" dirty="0">
                <a:latin typeface="Courier New" pitchFamily="49" charset="0"/>
              </a:rPr>
              <a:t>	А </a:t>
            </a:r>
            <a:r>
              <a:rPr lang="ru-RU" sz="2400" dirty="0">
                <a:solidFill>
                  <a:srgbClr val="FF0000"/>
                </a:solidFill>
                <a:latin typeface="Courier New" pitchFamily="49" charset="0"/>
              </a:rPr>
              <a:t>=</a:t>
            </a:r>
            <a:r>
              <a:rPr lang="ru-RU" sz="2400" dirty="0">
                <a:latin typeface="Courier New" pitchFamily="49" charset="0"/>
              </a:rPr>
              <a:t> А </a:t>
            </a:r>
            <a:r>
              <a:rPr lang="ru-RU" sz="2400" dirty="0">
                <a:solidFill>
                  <a:srgbClr val="FF0000"/>
                </a:solidFill>
                <a:latin typeface="Courier New" pitchFamily="49" charset="0"/>
              </a:rPr>
              <a:t>+ </a:t>
            </a:r>
            <a:r>
              <a:rPr lang="ru-RU" sz="2400" dirty="0">
                <a:latin typeface="Courier New" pitchFamily="49" charset="0"/>
              </a:rPr>
              <a:t>3</a:t>
            </a:r>
            <a:r>
              <a:rPr lang="ru-RU" sz="2400" dirty="0">
                <a:solidFill>
                  <a:srgbClr val="FF0000"/>
                </a:solidFill>
                <a:latin typeface="Courier New" pitchFamily="49" charset="0"/>
              </a:rPr>
              <a:t>;</a:t>
            </a:r>
          </a:p>
          <a:p>
            <a:pPr>
              <a:lnSpc>
                <a:spcPct val="80000"/>
              </a:lnSpc>
              <a:buFontTx/>
              <a:buNone/>
            </a:pPr>
            <a:endParaRPr lang="ru-RU" sz="800" dirty="0">
              <a:latin typeface="Courier New" pitchFamily="49" charset="0"/>
            </a:endParaRPr>
          </a:p>
          <a:p>
            <a:pPr>
              <a:lnSpc>
                <a:spcPct val="80000"/>
              </a:lnSpc>
              <a:buFontTx/>
              <a:buNone/>
            </a:pPr>
            <a:r>
              <a:rPr lang="ru-RU" sz="2400" b="1" dirty="0" err="1">
                <a:solidFill>
                  <a:srgbClr val="FF0000"/>
                </a:solidFill>
                <a:latin typeface="Courier New" pitchFamily="49" charset="0"/>
              </a:rPr>
              <a:t>КонецЦикла</a:t>
            </a:r>
            <a:r>
              <a:rPr lang="ru-RU" sz="2400" dirty="0">
                <a:solidFill>
                  <a:srgbClr val="FF0000"/>
                </a:solidFill>
                <a:latin typeface="Courier New" pitchFamily="49" charset="0"/>
              </a:rPr>
              <a:t>;</a:t>
            </a:r>
          </a:p>
          <a:p>
            <a:pPr>
              <a:lnSpc>
                <a:spcPct val="80000"/>
              </a:lnSpc>
              <a:buFontTx/>
              <a:buNone/>
            </a:pPr>
            <a:endParaRPr lang="ru-RU" sz="2400" dirty="0">
              <a:latin typeface="Courier New" pitchFamily="49" charset="0"/>
            </a:endParaRPr>
          </a:p>
          <a:p>
            <a:pPr>
              <a:lnSpc>
                <a:spcPct val="80000"/>
              </a:lnSpc>
              <a:buFontTx/>
              <a:buNone/>
            </a:pPr>
            <a:endParaRPr lang="ru-RU" sz="2400" dirty="0">
              <a:latin typeface="Courier New" pitchFamily="49" charset="0"/>
            </a:endParaRPr>
          </a:p>
        </p:txBody>
      </p:sp>
      <p:sp>
        <p:nvSpPr>
          <p:cNvPr id="27650" name="Rectangle 2"/>
          <p:cNvSpPr>
            <a:spLocks noGrp="1" noChangeArrowheads="1"/>
          </p:cNvSpPr>
          <p:nvPr>
            <p:ph type="title"/>
          </p:nvPr>
        </p:nvSpPr>
        <p:spPr>
          <a:xfrm>
            <a:off x="179512" y="548680"/>
            <a:ext cx="8784976" cy="936104"/>
          </a:xfrm>
        </p:spPr>
        <p:txBody>
          <a:bodyPr/>
          <a:lstStyle/>
          <a:p>
            <a:r>
              <a:rPr lang="ru-RU" dirty="0">
                <a:solidFill>
                  <a:srgbClr val="FF0000"/>
                </a:solidFill>
              </a:rPr>
              <a:t>Цикл с предусловием</a:t>
            </a:r>
          </a:p>
        </p:txBody>
      </p:sp>
    </p:spTree>
    <p:extLst>
      <p:ext uri="{BB962C8B-B14F-4D97-AF65-F5344CB8AC3E}">
        <p14:creationId xmlns:p14="http://schemas.microsoft.com/office/powerpoint/2010/main" val="346364204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5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765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5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2765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5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2765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51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27651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51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27651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7651" grpId="0" build="p"/>
    </p:bld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Объект 3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9553" y="1268681"/>
            <a:ext cx="4022560" cy="2755454"/>
          </a:xfrm>
        </p:spPr>
      </p:pic>
      <p:sp>
        <p:nvSpPr>
          <p:cNvPr id="3" name="Заголовок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Коллекции</a:t>
            </a:r>
          </a:p>
        </p:txBody>
      </p:sp>
      <p:pic>
        <p:nvPicPr>
          <p:cNvPr id="5" name="Рисунок 4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16016" y="1273306"/>
            <a:ext cx="3946038" cy="2367623"/>
          </a:xfrm>
          <a:prstGeom prst="rect">
            <a:avLst/>
          </a:prstGeom>
        </p:spPr>
      </p:pic>
      <p:pic>
        <p:nvPicPr>
          <p:cNvPr id="6" name="Рисунок 5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99592" y="4024135"/>
            <a:ext cx="2057410" cy="2492896"/>
          </a:xfrm>
          <a:prstGeom prst="rect">
            <a:avLst/>
          </a:prstGeom>
        </p:spPr>
      </p:pic>
      <p:pic>
        <p:nvPicPr>
          <p:cNvPr id="7" name="Рисунок 6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915804" y="3789040"/>
            <a:ext cx="3526618" cy="23496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0432032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500"/>
                            </p:stCondLst>
                            <p:childTnLst>
                              <p:par>
                                <p:cTn id="17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Объект 3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150958516"/>
              </p:ext>
            </p:extLst>
          </p:nvPr>
        </p:nvGraphicFramePr>
        <p:xfrm>
          <a:off x="329752" y="1268680"/>
          <a:ext cx="4458272" cy="1584525"/>
        </p:xfrm>
        <a:graphic>
          <a:graphicData uri="http://schemas.openxmlformats.org/drawingml/2006/table">
            <a:tbl>
              <a:tblPr firstRow="1" bandRow="1">
                <a:tableStyleId>{BC89EF96-8CEA-46FF-86C4-4CE0E7609802}</a:tableStyleId>
              </a:tblPr>
              <a:tblGrid>
                <a:gridCol w="1114568">
                  <a:extLst>
                    <a:ext uri="{9D8B030D-6E8A-4147-A177-3AD203B41FA5}">
                      <a16:colId xmlns:a16="http://schemas.microsoft.com/office/drawing/2014/main" val="3275268676"/>
                    </a:ext>
                  </a:extLst>
                </a:gridCol>
                <a:gridCol w="1114568">
                  <a:extLst>
                    <a:ext uri="{9D8B030D-6E8A-4147-A177-3AD203B41FA5}">
                      <a16:colId xmlns:a16="http://schemas.microsoft.com/office/drawing/2014/main" val="1120284479"/>
                    </a:ext>
                  </a:extLst>
                </a:gridCol>
                <a:gridCol w="1114568">
                  <a:extLst>
                    <a:ext uri="{9D8B030D-6E8A-4147-A177-3AD203B41FA5}">
                      <a16:colId xmlns:a16="http://schemas.microsoft.com/office/drawing/2014/main" val="2172378305"/>
                    </a:ext>
                  </a:extLst>
                </a:gridCol>
                <a:gridCol w="1114568">
                  <a:extLst>
                    <a:ext uri="{9D8B030D-6E8A-4147-A177-3AD203B41FA5}">
                      <a16:colId xmlns:a16="http://schemas.microsoft.com/office/drawing/2014/main" val="4052972464"/>
                    </a:ext>
                  </a:extLst>
                </a:gridCol>
              </a:tblGrid>
              <a:tr h="528175">
                <a:tc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66231081"/>
                  </a:ext>
                </a:extLst>
              </a:tr>
              <a:tr h="528175">
                <a:tc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32077456"/>
                  </a:ext>
                </a:extLst>
              </a:tr>
              <a:tr h="528175">
                <a:tc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07543241"/>
                  </a:ext>
                </a:extLst>
              </a:tr>
            </a:tbl>
          </a:graphicData>
        </a:graphic>
      </p:graphicFrame>
      <p:sp>
        <p:nvSpPr>
          <p:cNvPr id="3" name="Заголовок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Коллекции - таблицы</a:t>
            </a:r>
          </a:p>
        </p:txBody>
      </p:sp>
      <p:graphicFrame>
        <p:nvGraphicFramePr>
          <p:cNvPr id="5" name="Таблица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95493822"/>
              </p:ext>
            </p:extLst>
          </p:nvPr>
        </p:nvGraphicFramePr>
        <p:xfrm>
          <a:off x="3707904" y="3504870"/>
          <a:ext cx="4032448" cy="401794"/>
        </p:xfrm>
        <a:graphic>
          <a:graphicData uri="http://schemas.openxmlformats.org/drawingml/2006/table">
            <a:tbl>
              <a:tblPr firstRow="1" bandRow="1">
                <a:tableStyleId>{8799B23B-EC83-4686-B30A-512413B5E67A}</a:tableStyleId>
              </a:tblPr>
              <a:tblGrid>
                <a:gridCol w="1008112">
                  <a:extLst>
                    <a:ext uri="{9D8B030D-6E8A-4147-A177-3AD203B41FA5}">
                      <a16:colId xmlns:a16="http://schemas.microsoft.com/office/drawing/2014/main" val="194350362"/>
                    </a:ext>
                  </a:extLst>
                </a:gridCol>
                <a:gridCol w="1008112">
                  <a:extLst>
                    <a:ext uri="{9D8B030D-6E8A-4147-A177-3AD203B41FA5}">
                      <a16:colId xmlns:a16="http://schemas.microsoft.com/office/drawing/2014/main" val="1828096469"/>
                    </a:ext>
                  </a:extLst>
                </a:gridCol>
                <a:gridCol w="1008112">
                  <a:extLst>
                    <a:ext uri="{9D8B030D-6E8A-4147-A177-3AD203B41FA5}">
                      <a16:colId xmlns:a16="http://schemas.microsoft.com/office/drawing/2014/main" val="2864300904"/>
                    </a:ext>
                  </a:extLst>
                </a:gridCol>
                <a:gridCol w="1008112">
                  <a:extLst>
                    <a:ext uri="{9D8B030D-6E8A-4147-A177-3AD203B41FA5}">
                      <a16:colId xmlns:a16="http://schemas.microsoft.com/office/drawing/2014/main" val="3141151276"/>
                    </a:ext>
                  </a:extLst>
                </a:gridCol>
              </a:tblGrid>
              <a:tr h="401794">
                <a:tc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88355722"/>
                  </a:ext>
                </a:extLst>
              </a:tr>
            </a:tbl>
          </a:graphicData>
        </a:graphic>
      </p:graphicFrame>
      <p:graphicFrame>
        <p:nvGraphicFramePr>
          <p:cNvPr id="6" name="Таблица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80078188"/>
              </p:ext>
            </p:extLst>
          </p:nvPr>
        </p:nvGraphicFramePr>
        <p:xfrm>
          <a:off x="1259632" y="3886541"/>
          <a:ext cx="1175792" cy="1463040"/>
        </p:xfrm>
        <a:graphic>
          <a:graphicData uri="http://schemas.openxmlformats.org/drawingml/2006/table">
            <a:tbl>
              <a:tblPr firstRow="1" bandRow="1">
                <a:tableStyleId>{5DA37D80-6434-44D0-A028-1B22A696006F}</a:tableStyleId>
              </a:tblPr>
              <a:tblGrid>
                <a:gridCol w="1175792">
                  <a:extLst>
                    <a:ext uri="{9D8B030D-6E8A-4147-A177-3AD203B41FA5}">
                      <a16:colId xmlns:a16="http://schemas.microsoft.com/office/drawing/2014/main" val="3510416778"/>
                    </a:ext>
                  </a:extLst>
                </a:gridCol>
              </a:tblGrid>
              <a:tr h="363984">
                <a:tc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30962003"/>
                  </a:ext>
                </a:extLst>
              </a:tr>
              <a:tr h="363984">
                <a:tc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01586916"/>
                  </a:ext>
                </a:extLst>
              </a:tr>
              <a:tr h="363984">
                <a:tc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42595429"/>
                  </a:ext>
                </a:extLst>
              </a:tr>
              <a:tr h="363984">
                <a:tc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79477833"/>
                  </a:ext>
                </a:extLst>
              </a:tr>
            </a:tbl>
          </a:graphicData>
        </a:graphic>
      </p:graphicFrame>
      <p:graphicFrame>
        <p:nvGraphicFramePr>
          <p:cNvPr id="7" name="Таблица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50994216"/>
              </p:ext>
            </p:extLst>
          </p:nvPr>
        </p:nvGraphicFramePr>
        <p:xfrm>
          <a:off x="3609031" y="4960394"/>
          <a:ext cx="1178993" cy="401794"/>
        </p:xfrm>
        <a:graphic>
          <a:graphicData uri="http://schemas.openxmlformats.org/drawingml/2006/table">
            <a:tbl>
              <a:tblPr firstRow="1" bandRow="1">
                <a:tableStyleId>{E8B1032C-EA38-4F05-BA0D-38AFFFC7BED3}</a:tableStyleId>
              </a:tblPr>
              <a:tblGrid>
                <a:gridCol w="1178993">
                  <a:extLst>
                    <a:ext uri="{9D8B030D-6E8A-4147-A177-3AD203B41FA5}">
                      <a16:colId xmlns:a16="http://schemas.microsoft.com/office/drawing/2014/main" val="4128136899"/>
                    </a:ext>
                  </a:extLst>
                </a:gridCol>
              </a:tblGrid>
              <a:tr h="401794">
                <a:tc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04046186"/>
                  </a:ext>
                </a:extLst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4931914" y="1700809"/>
            <a:ext cx="3888558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400" b="1" dirty="0">
                <a:ln>
                  <a:solidFill>
                    <a:schemeClr val="bg1"/>
                  </a:solidFill>
                </a:ln>
                <a:gradFill>
                  <a:gsLst>
                    <a:gs pos="55000">
                      <a:srgbClr val="F50516"/>
                    </a:gs>
                    <a:gs pos="86000">
                      <a:srgbClr val="C00000"/>
                    </a:gs>
                  </a:gsLst>
                  <a:lin ang="5400000" scaled="0"/>
                </a:gradFill>
                <a:effectLst>
                  <a:outerShdw blurRad="38100" dist="38100" dir="5400000" algn="ctr" rotWithShape="0">
                    <a:schemeClr val="bg1">
                      <a:lumMod val="50000"/>
                    </a:schemeClr>
                  </a:outerShdw>
                </a:effectLst>
                <a:latin typeface="Arial Black" pitchFamily="34" charset="0"/>
                <a:ea typeface="Verdana" pitchFamily="34" charset="0"/>
                <a:cs typeface="Verdana" pitchFamily="34" charset="0"/>
              </a:rPr>
              <a:t>Элемент коллекции </a:t>
            </a:r>
            <a:r>
              <a:rPr lang="ru-RU" sz="2400" b="1" dirty="0">
                <a:ln>
                  <a:solidFill>
                    <a:schemeClr val="bg1"/>
                  </a:solidFill>
                </a:ln>
                <a:solidFill>
                  <a:srgbClr val="0070C0"/>
                </a:solidFill>
                <a:effectLst>
                  <a:outerShdw blurRad="38100" dist="38100" dir="5400000" algn="ctr" rotWithShape="0">
                    <a:schemeClr val="bg1">
                      <a:lumMod val="50000"/>
                    </a:schemeClr>
                  </a:outerShdw>
                </a:effectLst>
                <a:latin typeface="Arial Black" pitchFamily="34" charset="0"/>
                <a:ea typeface="Verdana" pitchFamily="34" charset="0"/>
                <a:cs typeface="Verdana" pitchFamily="34" charset="0"/>
              </a:rPr>
              <a:t>– строка таблицы</a:t>
            </a:r>
          </a:p>
        </p:txBody>
      </p:sp>
    </p:spTree>
    <p:extLst>
      <p:ext uri="{BB962C8B-B14F-4D97-AF65-F5344CB8AC3E}">
        <p14:creationId xmlns:p14="http://schemas.microsoft.com/office/powerpoint/2010/main" val="257089992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</p:bld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Данные в коллекции</a:t>
            </a:r>
          </a:p>
        </p:txBody>
      </p:sp>
      <p:graphicFrame>
        <p:nvGraphicFramePr>
          <p:cNvPr id="4" name="Таблица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69965734"/>
              </p:ext>
            </p:extLst>
          </p:nvPr>
        </p:nvGraphicFramePr>
        <p:xfrm>
          <a:off x="755575" y="1397000"/>
          <a:ext cx="7632850" cy="1482858"/>
        </p:xfrm>
        <a:graphic>
          <a:graphicData uri="http://schemas.openxmlformats.org/drawingml/2006/table">
            <a:tbl>
              <a:tblPr firstRow="1" bandRow="1">
                <a:tableStyleId>{BC89EF96-8CEA-46FF-86C4-4CE0E7609802}</a:tableStyleId>
              </a:tblPr>
              <a:tblGrid>
                <a:gridCol w="2448273">
                  <a:extLst>
                    <a:ext uri="{9D8B030D-6E8A-4147-A177-3AD203B41FA5}">
                      <a16:colId xmlns:a16="http://schemas.microsoft.com/office/drawing/2014/main" val="1274083590"/>
                    </a:ext>
                  </a:extLst>
                </a:gridCol>
                <a:gridCol w="1368152">
                  <a:extLst>
                    <a:ext uri="{9D8B030D-6E8A-4147-A177-3AD203B41FA5}">
                      <a16:colId xmlns:a16="http://schemas.microsoft.com/office/drawing/2014/main" val="2151673433"/>
                    </a:ext>
                  </a:extLst>
                </a:gridCol>
                <a:gridCol w="1296144">
                  <a:extLst>
                    <a:ext uri="{9D8B030D-6E8A-4147-A177-3AD203B41FA5}">
                      <a16:colId xmlns:a16="http://schemas.microsoft.com/office/drawing/2014/main" val="1846149970"/>
                    </a:ext>
                  </a:extLst>
                </a:gridCol>
                <a:gridCol w="1296144">
                  <a:extLst>
                    <a:ext uri="{9D8B030D-6E8A-4147-A177-3AD203B41FA5}">
                      <a16:colId xmlns:a16="http://schemas.microsoft.com/office/drawing/2014/main" val="1526421280"/>
                    </a:ext>
                  </a:extLst>
                </a:gridCol>
                <a:gridCol w="1224137">
                  <a:extLst>
                    <a:ext uri="{9D8B030D-6E8A-4147-A177-3AD203B41FA5}">
                      <a16:colId xmlns:a16="http://schemas.microsoft.com/office/drawing/2014/main" val="1340921378"/>
                    </a:ext>
                  </a:extLst>
                </a:gridCol>
              </a:tblGrid>
              <a:tr h="375816">
                <a:tc>
                  <a:txBody>
                    <a:bodyPr/>
                    <a:lstStyle/>
                    <a:p>
                      <a:r>
                        <a:rPr lang="ru-RU" dirty="0"/>
                        <a:t>№ Строки/ № колонки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dirty="0"/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dirty="0"/>
                        <a:t>4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80227093"/>
                  </a:ext>
                </a:extLst>
              </a:tr>
              <a:tr h="369014">
                <a:tc>
                  <a:txBody>
                    <a:bodyPr/>
                    <a:lstStyle/>
                    <a:p>
                      <a:r>
                        <a:rPr lang="ru-RU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dirty="0"/>
                        <a:t>******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77675211"/>
                  </a:ext>
                </a:extLst>
              </a:tr>
              <a:tr h="369014">
                <a:tc>
                  <a:txBody>
                    <a:bodyPr/>
                    <a:lstStyle/>
                    <a:p>
                      <a:r>
                        <a:rPr lang="ru-RU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5955772"/>
                  </a:ext>
                </a:extLst>
              </a:tr>
              <a:tr h="369014">
                <a:tc>
                  <a:txBody>
                    <a:bodyPr/>
                    <a:lstStyle/>
                    <a:p>
                      <a:r>
                        <a:rPr lang="ru-RU" dirty="0"/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18908389"/>
                  </a:ext>
                </a:extLst>
              </a:tr>
            </a:tbl>
          </a:graphicData>
        </a:graphic>
      </p:graphicFrame>
      <p:graphicFrame>
        <p:nvGraphicFramePr>
          <p:cNvPr id="5" name="Таблица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32481609"/>
              </p:ext>
            </p:extLst>
          </p:nvPr>
        </p:nvGraphicFramePr>
        <p:xfrm>
          <a:off x="770032" y="4149080"/>
          <a:ext cx="7632850" cy="1482858"/>
        </p:xfrm>
        <a:graphic>
          <a:graphicData uri="http://schemas.openxmlformats.org/drawingml/2006/table">
            <a:tbl>
              <a:tblPr firstRow="1" bandRow="1">
                <a:tableStyleId>{BC89EF96-8CEA-46FF-86C4-4CE0E7609802}</a:tableStyleId>
              </a:tblPr>
              <a:tblGrid>
                <a:gridCol w="2448273">
                  <a:extLst>
                    <a:ext uri="{9D8B030D-6E8A-4147-A177-3AD203B41FA5}">
                      <a16:colId xmlns:a16="http://schemas.microsoft.com/office/drawing/2014/main" val="1274083590"/>
                    </a:ext>
                  </a:extLst>
                </a:gridCol>
                <a:gridCol w="1368152">
                  <a:extLst>
                    <a:ext uri="{9D8B030D-6E8A-4147-A177-3AD203B41FA5}">
                      <a16:colId xmlns:a16="http://schemas.microsoft.com/office/drawing/2014/main" val="2151673433"/>
                    </a:ext>
                  </a:extLst>
                </a:gridCol>
                <a:gridCol w="1296144">
                  <a:extLst>
                    <a:ext uri="{9D8B030D-6E8A-4147-A177-3AD203B41FA5}">
                      <a16:colId xmlns:a16="http://schemas.microsoft.com/office/drawing/2014/main" val="1846149970"/>
                    </a:ext>
                  </a:extLst>
                </a:gridCol>
                <a:gridCol w="1296144">
                  <a:extLst>
                    <a:ext uri="{9D8B030D-6E8A-4147-A177-3AD203B41FA5}">
                      <a16:colId xmlns:a16="http://schemas.microsoft.com/office/drawing/2014/main" val="1526421280"/>
                    </a:ext>
                  </a:extLst>
                </a:gridCol>
                <a:gridCol w="1224137">
                  <a:extLst>
                    <a:ext uri="{9D8B030D-6E8A-4147-A177-3AD203B41FA5}">
                      <a16:colId xmlns:a16="http://schemas.microsoft.com/office/drawing/2014/main" val="1340921378"/>
                    </a:ext>
                  </a:extLst>
                </a:gridCol>
              </a:tblGrid>
              <a:tr h="375816">
                <a:tc>
                  <a:txBody>
                    <a:bodyPr/>
                    <a:lstStyle/>
                    <a:p>
                      <a:r>
                        <a:rPr lang="ru-RU" dirty="0"/>
                        <a:t>№ Строки/ № колонки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dirty="0"/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dirty="0"/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dirty="0"/>
                        <a:t>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80227093"/>
                  </a:ext>
                </a:extLst>
              </a:tr>
              <a:tr h="369014">
                <a:tc>
                  <a:txBody>
                    <a:bodyPr/>
                    <a:lstStyle/>
                    <a:p>
                      <a:r>
                        <a:rPr lang="ru-RU" dirty="0"/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dirty="0"/>
                        <a:t>******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77675211"/>
                  </a:ext>
                </a:extLst>
              </a:tr>
              <a:tr h="369014">
                <a:tc>
                  <a:txBody>
                    <a:bodyPr/>
                    <a:lstStyle/>
                    <a:p>
                      <a:r>
                        <a:rPr lang="ru-RU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5955772"/>
                  </a:ext>
                </a:extLst>
              </a:tr>
              <a:tr h="369014">
                <a:tc>
                  <a:txBody>
                    <a:bodyPr/>
                    <a:lstStyle/>
                    <a:p>
                      <a:r>
                        <a:rPr lang="ru-RU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18908389"/>
                  </a:ext>
                </a:extLst>
              </a:tr>
            </a:tbl>
          </a:graphicData>
        </a:graphic>
      </p:graphicFrame>
      <p:sp>
        <p:nvSpPr>
          <p:cNvPr id="6" name="Овал 5"/>
          <p:cNvSpPr/>
          <p:nvPr/>
        </p:nvSpPr>
        <p:spPr>
          <a:xfrm>
            <a:off x="539552" y="1268680"/>
            <a:ext cx="288032" cy="288112"/>
          </a:xfrm>
          <a:prstGeom prst="ellipse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7" name="Овал 6"/>
          <p:cNvSpPr/>
          <p:nvPr/>
        </p:nvSpPr>
        <p:spPr>
          <a:xfrm>
            <a:off x="8258866" y="5487882"/>
            <a:ext cx="288032" cy="288112"/>
          </a:xfrm>
          <a:prstGeom prst="ellipse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graphicFrame>
        <p:nvGraphicFramePr>
          <p:cNvPr id="9" name="Таблица 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02549365"/>
              </p:ext>
            </p:extLst>
          </p:nvPr>
        </p:nvGraphicFramePr>
        <p:xfrm>
          <a:off x="3194238" y="1772816"/>
          <a:ext cx="5184577" cy="1107042"/>
        </p:xfrm>
        <a:graphic>
          <a:graphicData uri="http://schemas.openxmlformats.org/drawingml/2006/table">
            <a:tbl>
              <a:tblPr firstRow="1" bandRow="1">
                <a:tableStyleId>{BC89EF96-8CEA-46FF-86C4-4CE0E7609802}</a:tableStyleId>
              </a:tblPr>
              <a:tblGrid>
                <a:gridCol w="1368152">
                  <a:extLst>
                    <a:ext uri="{9D8B030D-6E8A-4147-A177-3AD203B41FA5}">
                      <a16:colId xmlns:a16="http://schemas.microsoft.com/office/drawing/2014/main" val="740275257"/>
                    </a:ext>
                  </a:extLst>
                </a:gridCol>
                <a:gridCol w="1296144">
                  <a:extLst>
                    <a:ext uri="{9D8B030D-6E8A-4147-A177-3AD203B41FA5}">
                      <a16:colId xmlns:a16="http://schemas.microsoft.com/office/drawing/2014/main" val="1779551493"/>
                    </a:ext>
                  </a:extLst>
                </a:gridCol>
                <a:gridCol w="1296144">
                  <a:extLst>
                    <a:ext uri="{9D8B030D-6E8A-4147-A177-3AD203B41FA5}">
                      <a16:colId xmlns:a16="http://schemas.microsoft.com/office/drawing/2014/main" val="2077309381"/>
                    </a:ext>
                  </a:extLst>
                </a:gridCol>
                <a:gridCol w="1224137">
                  <a:extLst>
                    <a:ext uri="{9D8B030D-6E8A-4147-A177-3AD203B41FA5}">
                      <a16:colId xmlns:a16="http://schemas.microsoft.com/office/drawing/2014/main" val="4056309209"/>
                    </a:ext>
                  </a:extLst>
                </a:gridCol>
              </a:tblGrid>
              <a:tr h="369014">
                <a:tc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dirty="0"/>
                        <a:t>******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28441344"/>
                  </a:ext>
                </a:extLst>
              </a:tr>
              <a:tr h="369014">
                <a:tc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07130975"/>
                  </a:ext>
                </a:extLst>
              </a:tr>
              <a:tr h="369014">
                <a:tc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61361703"/>
                  </a:ext>
                </a:extLst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1115616" y="2987436"/>
            <a:ext cx="4284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/>
              <a:t>Адрес ячейки: 	строка 1 колонка 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15616" y="3329803"/>
            <a:ext cx="4284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/>
              <a:t>		колонка 3 строка 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15616" y="3672170"/>
            <a:ext cx="4284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/>
              <a:t>		строка </a:t>
            </a:r>
            <a:r>
              <a:rPr lang="en-US" dirty="0"/>
              <a:t>3</a:t>
            </a:r>
            <a:r>
              <a:rPr lang="ru-RU" dirty="0"/>
              <a:t> колонка 2</a:t>
            </a:r>
          </a:p>
        </p:txBody>
      </p:sp>
    </p:spTree>
    <p:extLst>
      <p:ext uri="{BB962C8B-B14F-4D97-AF65-F5344CB8AC3E}">
        <p14:creationId xmlns:p14="http://schemas.microsoft.com/office/powerpoint/2010/main" val="90826602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1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6" fill="hold">
                            <p:stCondLst>
                              <p:cond delay="500"/>
                            </p:stCondLst>
                            <p:childTnLst>
                              <p:par>
                                <p:cTn id="37" presetID="10" presetClass="entr" presetSubtype="0" fill="hold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7" grpId="0" animBg="1"/>
      <p:bldP spid="10" grpId="0"/>
      <p:bldP spid="11" grpId="0"/>
      <p:bldP spid="12" grpId="0"/>
    </p:bld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Данные в коллекции</a:t>
            </a:r>
          </a:p>
        </p:txBody>
      </p:sp>
      <p:graphicFrame>
        <p:nvGraphicFramePr>
          <p:cNvPr id="4" name="Таблица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4038558"/>
              </p:ext>
            </p:extLst>
          </p:nvPr>
        </p:nvGraphicFramePr>
        <p:xfrm>
          <a:off x="755575" y="1397000"/>
          <a:ext cx="7632850" cy="375816"/>
        </p:xfrm>
        <a:graphic>
          <a:graphicData uri="http://schemas.openxmlformats.org/drawingml/2006/table">
            <a:tbl>
              <a:tblPr firstRow="1" bandRow="1">
                <a:tableStyleId>{BC89EF96-8CEA-46FF-86C4-4CE0E7609802}</a:tableStyleId>
              </a:tblPr>
              <a:tblGrid>
                <a:gridCol w="2448273">
                  <a:extLst>
                    <a:ext uri="{9D8B030D-6E8A-4147-A177-3AD203B41FA5}">
                      <a16:colId xmlns:a16="http://schemas.microsoft.com/office/drawing/2014/main" val="1274083590"/>
                    </a:ext>
                  </a:extLst>
                </a:gridCol>
                <a:gridCol w="1368152">
                  <a:extLst>
                    <a:ext uri="{9D8B030D-6E8A-4147-A177-3AD203B41FA5}">
                      <a16:colId xmlns:a16="http://schemas.microsoft.com/office/drawing/2014/main" val="2151673433"/>
                    </a:ext>
                  </a:extLst>
                </a:gridCol>
                <a:gridCol w="1296144">
                  <a:extLst>
                    <a:ext uri="{9D8B030D-6E8A-4147-A177-3AD203B41FA5}">
                      <a16:colId xmlns:a16="http://schemas.microsoft.com/office/drawing/2014/main" val="1846149970"/>
                    </a:ext>
                  </a:extLst>
                </a:gridCol>
                <a:gridCol w="1296144">
                  <a:extLst>
                    <a:ext uri="{9D8B030D-6E8A-4147-A177-3AD203B41FA5}">
                      <a16:colId xmlns:a16="http://schemas.microsoft.com/office/drawing/2014/main" val="1526421280"/>
                    </a:ext>
                  </a:extLst>
                </a:gridCol>
                <a:gridCol w="1224137">
                  <a:extLst>
                    <a:ext uri="{9D8B030D-6E8A-4147-A177-3AD203B41FA5}">
                      <a16:colId xmlns:a16="http://schemas.microsoft.com/office/drawing/2014/main" val="1340921378"/>
                    </a:ext>
                  </a:extLst>
                </a:gridCol>
              </a:tblGrid>
              <a:tr h="375816">
                <a:tc>
                  <a:txBody>
                    <a:bodyPr/>
                    <a:lstStyle/>
                    <a:p>
                      <a:r>
                        <a:rPr lang="ru-RU" dirty="0"/>
                        <a:t>№ Строки/ № колонки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dirty="0"/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dirty="0"/>
                        <a:t>4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80227093"/>
                  </a:ext>
                </a:extLst>
              </a:tr>
            </a:tbl>
          </a:graphicData>
        </a:graphic>
      </p:graphicFrame>
      <p:graphicFrame>
        <p:nvGraphicFramePr>
          <p:cNvPr id="8" name="Таблица 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74010835"/>
              </p:ext>
            </p:extLst>
          </p:nvPr>
        </p:nvGraphicFramePr>
        <p:xfrm>
          <a:off x="755575" y="1988840"/>
          <a:ext cx="7632850" cy="369014"/>
        </p:xfrm>
        <a:graphic>
          <a:graphicData uri="http://schemas.openxmlformats.org/drawingml/2006/table">
            <a:tbl>
              <a:tblPr firstRow="1" bandRow="1">
                <a:tableStyleId>{BC89EF96-8CEA-46FF-86C4-4CE0E7609802}</a:tableStyleId>
              </a:tblPr>
              <a:tblGrid>
                <a:gridCol w="2448273">
                  <a:extLst>
                    <a:ext uri="{9D8B030D-6E8A-4147-A177-3AD203B41FA5}">
                      <a16:colId xmlns:a16="http://schemas.microsoft.com/office/drawing/2014/main" val="1274083590"/>
                    </a:ext>
                  </a:extLst>
                </a:gridCol>
                <a:gridCol w="1368152">
                  <a:extLst>
                    <a:ext uri="{9D8B030D-6E8A-4147-A177-3AD203B41FA5}">
                      <a16:colId xmlns:a16="http://schemas.microsoft.com/office/drawing/2014/main" val="2151673433"/>
                    </a:ext>
                  </a:extLst>
                </a:gridCol>
                <a:gridCol w="1296144">
                  <a:extLst>
                    <a:ext uri="{9D8B030D-6E8A-4147-A177-3AD203B41FA5}">
                      <a16:colId xmlns:a16="http://schemas.microsoft.com/office/drawing/2014/main" val="1846149970"/>
                    </a:ext>
                  </a:extLst>
                </a:gridCol>
                <a:gridCol w="1296144">
                  <a:extLst>
                    <a:ext uri="{9D8B030D-6E8A-4147-A177-3AD203B41FA5}">
                      <a16:colId xmlns:a16="http://schemas.microsoft.com/office/drawing/2014/main" val="1526421280"/>
                    </a:ext>
                  </a:extLst>
                </a:gridCol>
                <a:gridCol w="1224137">
                  <a:extLst>
                    <a:ext uri="{9D8B030D-6E8A-4147-A177-3AD203B41FA5}">
                      <a16:colId xmlns:a16="http://schemas.microsoft.com/office/drawing/2014/main" val="1340921378"/>
                    </a:ext>
                  </a:extLst>
                </a:gridCol>
              </a:tblGrid>
              <a:tr h="369014">
                <a:tc>
                  <a:txBody>
                    <a:bodyPr/>
                    <a:lstStyle/>
                    <a:p>
                      <a:r>
                        <a:rPr lang="ru-RU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dirty="0"/>
                        <a:t>******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77675211"/>
                  </a:ext>
                </a:extLst>
              </a:tr>
            </a:tbl>
          </a:graphicData>
        </a:graphic>
      </p:graphicFrame>
      <p:graphicFrame>
        <p:nvGraphicFramePr>
          <p:cNvPr id="9" name="Таблица 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67003685"/>
              </p:ext>
            </p:extLst>
          </p:nvPr>
        </p:nvGraphicFramePr>
        <p:xfrm>
          <a:off x="749420" y="2721709"/>
          <a:ext cx="7632850" cy="369014"/>
        </p:xfrm>
        <a:graphic>
          <a:graphicData uri="http://schemas.openxmlformats.org/drawingml/2006/table">
            <a:tbl>
              <a:tblPr firstRow="1" bandRow="1">
                <a:tableStyleId>{BC89EF96-8CEA-46FF-86C4-4CE0E7609802}</a:tableStyleId>
              </a:tblPr>
              <a:tblGrid>
                <a:gridCol w="2448273">
                  <a:extLst>
                    <a:ext uri="{9D8B030D-6E8A-4147-A177-3AD203B41FA5}">
                      <a16:colId xmlns:a16="http://schemas.microsoft.com/office/drawing/2014/main" val="1274083590"/>
                    </a:ext>
                  </a:extLst>
                </a:gridCol>
                <a:gridCol w="1368152">
                  <a:extLst>
                    <a:ext uri="{9D8B030D-6E8A-4147-A177-3AD203B41FA5}">
                      <a16:colId xmlns:a16="http://schemas.microsoft.com/office/drawing/2014/main" val="2151673433"/>
                    </a:ext>
                  </a:extLst>
                </a:gridCol>
                <a:gridCol w="1296144">
                  <a:extLst>
                    <a:ext uri="{9D8B030D-6E8A-4147-A177-3AD203B41FA5}">
                      <a16:colId xmlns:a16="http://schemas.microsoft.com/office/drawing/2014/main" val="1846149970"/>
                    </a:ext>
                  </a:extLst>
                </a:gridCol>
                <a:gridCol w="1296144">
                  <a:extLst>
                    <a:ext uri="{9D8B030D-6E8A-4147-A177-3AD203B41FA5}">
                      <a16:colId xmlns:a16="http://schemas.microsoft.com/office/drawing/2014/main" val="1526421280"/>
                    </a:ext>
                  </a:extLst>
                </a:gridCol>
                <a:gridCol w="1224137">
                  <a:extLst>
                    <a:ext uri="{9D8B030D-6E8A-4147-A177-3AD203B41FA5}">
                      <a16:colId xmlns:a16="http://schemas.microsoft.com/office/drawing/2014/main" val="1340921378"/>
                    </a:ext>
                  </a:extLst>
                </a:gridCol>
              </a:tblGrid>
              <a:tr h="369014">
                <a:tc>
                  <a:txBody>
                    <a:bodyPr/>
                    <a:lstStyle/>
                    <a:p>
                      <a:r>
                        <a:rPr lang="ru-RU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5955772"/>
                  </a:ext>
                </a:extLst>
              </a:tr>
            </a:tbl>
          </a:graphicData>
        </a:graphic>
      </p:graphicFrame>
      <p:graphicFrame>
        <p:nvGraphicFramePr>
          <p:cNvPr id="10" name="Таблица 9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83917466"/>
              </p:ext>
            </p:extLst>
          </p:nvPr>
        </p:nvGraphicFramePr>
        <p:xfrm>
          <a:off x="749420" y="3454577"/>
          <a:ext cx="7632850" cy="369014"/>
        </p:xfrm>
        <a:graphic>
          <a:graphicData uri="http://schemas.openxmlformats.org/drawingml/2006/table">
            <a:tbl>
              <a:tblPr firstRow="1" bandRow="1">
                <a:tableStyleId>{BC89EF96-8CEA-46FF-86C4-4CE0E7609802}</a:tableStyleId>
              </a:tblPr>
              <a:tblGrid>
                <a:gridCol w="2448273">
                  <a:extLst>
                    <a:ext uri="{9D8B030D-6E8A-4147-A177-3AD203B41FA5}">
                      <a16:colId xmlns:a16="http://schemas.microsoft.com/office/drawing/2014/main" val="1274083590"/>
                    </a:ext>
                  </a:extLst>
                </a:gridCol>
                <a:gridCol w="1368152">
                  <a:extLst>
                    <a:ext uri="{9D8B030D-6E8A-4147-A177-3AD203B41FA5}">
                      <a16:colId xmlns:a16="http://schemas.microsoft.com/office/drawing/2014/main" val="2151673433"/>
                    </a:ext>
                  </a:extLst>
                </a:gridCol>
                <a:gridCol w="1296144">
                  <a:extLst>
                    <a:ext uri="{9D8B030D-6E8A-4147-A177-3AD203B41FA5}">
                      <a16:colId xmlns:a16="http://schemas.microsoft.com/office/drawing/2014/main" val="1846149970"/>
                    </a:ext>
                  </a:extLst>
                </a:gridCol>
                <a:gridCol w="1296144">
                  <a:extLst>
                    <a:ext uri="{9D8B030D-6E8A-4147-A177-3AD203B41FA5}">
                      <a16:colId xmlns:a16="http://schemas.microsoft.com/office/drawing/2014/main" val="1526421280"/>
                    </a:ext>
                  </a:extLst>
                </a:gridCol>
                <a:gridCol w="1224137">
                  <a:extLst>
                    <a:ext uri="{9D8B030D-6E8A-4147-A177-3AD203B41FA5}">
                      <a16:colId xmlns:a16="http://schemas.microsoft.com/office/drawing/2014/main" val="1340921378"/>
                    </a:ext>
                  </a:extLst>
                </a:gridCol>
              </a:tblGrid>
              <a:tr h="369014">
                <a:tc>
                  <a:txBody>
                    <a:bodyPr/>
                    <a:lstStyle/>
                    <a:p>
                      <a:r>
                        <a:rPr lang="ru-RU" dirty="0"/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18908389"/>
                  </a:ext>
                </a:extLst>
              </a:tr>
            </a:tbl>
          </a:graphicData>
        </a:graphic>
      </p:graphicFrame>
      <p:sp>
        <p:nvSpPr>
          <p:cNvPr id="13" name="Скругленный прямоугольник 12"/>
          <p:cNvSpPr/>
          <p:nvPr/>
        </p:nvSpPr>
        <p:spPr>
          <a:xfrm>
            <a:off x="206356" y="1908194"/>
            <a:ext cx="8460000" cy="540000"/>
          </a:xfrm>
          <a:prstGeom prst="roundRect">
            <a:avLst/>
          </a:prstGeom>
          <a:solidFill>
            <a:srgbClr val="C00000">
              <a:alpha val="9000"/>
            </a:srgb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ru-RU" b="1" dirty="0">
                <a:solidFill>
                  <a:srgbClr val="FF0000"/>
                </a:solidFill>
              </a:rPr>
              <a:t>0</a:t>
            </a:r>
          </a:p>
        </p:txBody>
      </p:sp>
      <p:sp>
        <p:nvSpPr>
          <p:cNvPr id="14" name="Скругленный прямоугольник 13"/>
          <p:cNvSpPr/>
          <p:nvPr/>
        </p:nvSpPr>
        <p:spPr>
          <a:xfrm>
            <a:off x="206356" y="2628511"/>
            <a:ext cx="8460000" cy="540000"/>
          </a:xfrm>
          <a:prstGeom prst="roundRect">
            <a:avLst/>
          </a:prstGeom>
          <a:solidFill>
            <a:srgbClr val="C00000">
              <a:alpha val="9000"/>
            </a:srgb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ru-RU" b="1" dirty="0">
                <a:solidFill>
                  <a:srgbClr val="FF0000"/>
                </a:solidFill>
              </a:rPr>
              <a:t>1</a:t>
            </a:r>
          </a:p>
        </p:txBody>
      </p:sp>
      <p:sp>
        <p:nvSpPr>
          <p:cNvPr id="15" name="Скругленный прямоугольник 14"/>
          <p:cNvSpPr/>
          <p:nvPr/>
        </p:nvSpPr>
        <p:spPr>
          <a:xfrm>
            <a:off x="179512" y="3352257"/>
            <a:ext cx="8460000" cy="540000"/>
          </a:xfrm>
          <a:prstGeom prst="roundRect">
            <a:avLst/>
          </a:prstGeom>
          <a:solidFill>
            <a:srgbClr val="C00000">
              <a:alpha val="9000"/>
            </a:srgb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ru-RU" b="1" dirty="0">
                <a:solidFill>
                  <a:srgbClr val="FF0000"/>
                </a:solidFill>
              </a:rPr>
              <a:t>2</a:t>
            </a:r>
          </a:p>
        </p:txBody>
      </p:sp>
      <p:sp>
        <p:nvSpPr>
          <p:cNvPr id="16" name="Скругленный прямоугольник 15"/>
          <p:cNvSpPr/>
          <p:nvPr/>
        </p:nvSpPr>
        <p:spPr>
          <a:xfrm>
            <a:off x="3203848" y="1196751"/>
            <a:ext cx="1368152" cy="3420000"/>
          </a:xfrm>
          <a:prstGeom prst="roundRect">
            <a:avLst/>
          </a:prstGeom>
          <a:solidFill>
            <a:schemeClr val="accent5">
              <a:lumMod val="50000"/>
              <a:alpha val="13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b"/>
          <a:lstStyle/>
          <a:p>
            <a:pPr algn="ctr"/>
            <a:r>
              <a:rPr lang="ru-RU" b="1" dirty="0">
                <a:solidFill>
                  <a:srgbClr val="FF0000"/>
                </a:solidFill>
              </a:rPr>
              <a:t>0</a:t>
            </a:r>
          </a:p>
        </p:txBody>
      </p:sp>
      <p:sp>
        <p:nvSpPr>
          <p:cNvPr id="17" name="Скругленный прямоугольник 16"/>
          <p:cNvSpPr/>
          <p:nvPr/>
        </p:nvSpPr>
        <p:spPr>
          <a:xfrm>
            <a:off x="4531673" y="1189250"/>
            <a:ext cx="1368000" cy="3420000"/>
          </a:xfrm>
          <a:prstGeom prst="roundRect">
            <a:avLst/>
          </a:prstGeom>
          <a:solidFill>
            <a:schemeClr val="accent5">
              <a:lumMod val="50000"/>
              <a:alpha val="13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b"/>
          <a:lstStyle/>
          <a:p>
            <a:pPr algn="ctr"/>
            <a:r>
              <a:rPr lang="ru-RU" b="1" dirty="0">
                <a:solidFill>
                  <a:srgbClr val="FF0000"/>
                </a:solidFill>
              </a:rPr>
              <a:t>1</a:t>
            </a:r>
          </a:p>
        </p:txBody>
      </p:sp>
      <p:sp>
        <p:nvSpPr>
          <p:cNvPr id="19" name="Скругленный прямоугольник 18"/>
          <p:cNvSpPr/>
          <p:nvPr/>
        </p:nvSpPr>
        <p:spPr>
          <a:xfrm>
            <a:off x="5859346" y="1196751"/>
            <a:ext cx="1368000" cy="3420000"/>
          </a:xfrm>
          <a:prstGeom prst="roundRect">
            <a:avLst/>
          </a:prstGeom>
          <a:solidFill>
            <a:schemeClr val="accent5">
              <a:lumMod val="50000"/>
              <a:alpha val="13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b"/>
          <a:lstStyle/>
          <a:p>
            <a:pPr algn="ctr"/>
            <a:r>
              <a:rPr lang="ru-RU" b="1" dirty="0">
                <a:solidFill>
                  <a:srgbClr val="FF0000"/>
                </a:solidFill>
              </a:rPr>
              <a:t>2</a:t>
            </a:r>
          </a:p>
        </p:txBody>
      </p:sp>
      <p:sp>
        <p:nvSpPr>
          <p:cNvPr id="20" name="Скругленный прямоугольник 19"/>
          <p:cNvSpPr/>
          <p:nvPr/>
        </p:nvSpPr>
        <p:spPr>
          <a:xfrm>
            <a:off x="7167297" y="1173152"/>
            <a:ext cx="1368000" cy="3420000"/>
          </a:xfrm>
          <a:prstGeom prst="roundRect">
            <a:avLst/>
          </a:prstGeom>
          <a:solidFill>
            <a:schemeClr val="accent5">
              <a:lumMod val="50000"/>
              <a:alpha val="13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b"/>
          <a:lstStyle/>
          <a:p>
            <a:pPr algn="ctr"/>
            <a:r>
              <a:rPr lang="ru-RU" b="1" dirty="0">
                <a:solidFill>
                  <a:srgbClr val="FF0000"/>
                </a:solidFill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95536" y="5013176"/>
            <a:ext cx="8424936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/>
              <a:t>Данные нужной ячейки: 	</a:t>
            </a:r>
            <a:r>
              <a:rPr lang="ru-RU" b="1" dirty="0" err="1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СтрокаКоллекцииОдин</a:t>
            </a:r>
            <a:r>
              <a:rPr lang="ru-RU" b="1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ru-RU" b="1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=</a:t>
            </a:r>
            <a:r>
              <a:rPr lang="ru-RU" b="1" dirty="0">
                <a:latin typeface="Courier New" panose="02070309020205020404" pitchFamily="49" charset="0"/>
                <a:cs typeface="Courier New" panose="02070309020205020404" pitchFamily="49" charset="0"/>
              </a:rPr>
              <a:t>  </a:t>
            </a:r>
            <a:r>
              <a:rPr lang="ru-RU" b="1" dirty="0" err="1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ИмяКоллекции</a:t>
            </a:r>
            <a:r>
              <a:rPr lang="ru-RU" b="1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[</a:t>
            </a:r>
            <a:r>
              <a:rPr lang="ru-RU" b="1" dirty="0">
                <a:latin typeface="Courier New" panose="02070309020205020404" pitchFamily="49" charset="0"/>
                <a:cs typeface="Courier New" panose="02070309020205020404" pitchFamily="49" charset="0"/>
              </a:rPr>
              <a:t>0</a:t>
            </a:r>
            <a:r>
              <a:rPr lang="ru-RU" b="1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]</a:t>
            </a:r>
            <a:r>
              <a:rPr lang="ru-RU" b="1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ru-RU" b="1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;</a:t>
            </a:r>
          </a:p>
          <a:p>
            <a:r>
              <a:rPr lang="ru-RU" b="1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			</a:t>
            </a:r>
            <a:r>
              <a:rPr lang="ru-RU" b="1" dirty="0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Данные</a:t>
            </a:r>
            <a:r>
              <a:rPr lang="ru-RU" b="1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ru-RU" b="1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=</a:t>
            </a:r>
            <a:r>
              <a:rPr lang="ru-RU" b="1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ru-RU" b="1" dirty="0" err="1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СтрокаКоллекцииОдин</a:t>
            </a:r>
            <a:r>
              <a:rPr lang="ru-RU" b="1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[</a:t>
            </a:r>
            <a:r>
              <a:rPr lang="ru-RU" b="1" dirty="0">
                <a:latin typeface="Courier New" panose="02070309020205020404" pitchFamily="49" charset="0"/>
                <a:cs typeface="Courier New" panose="02070309020205020404" pitchFamily="49" charset="0"/>
              </a:rPr>
              <a:t>2</a:t>
            </a:r>
            <a:r>
              <a:rPr lang="ru-RU" b="1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];</a:t>
            </a:r>
          </a:p>
          <a:p>
            <a:r>
              <a:rPr lang="ru-RU" dirty="0"/>
              <a:t>Или			</a:t>
            </a:r>
            <a:r>
              <a:rPr lang="ru-RU" b="1" dirty="0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Данные</a:t>
            </a:r>
            <a:r>
              <a:rPr lang="ru-RU" b="1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ru-RU" b="1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= </a:t>
            </a:r>
            <a:r>
              <a:rPr lang="ru-RU" b="1" dirty="0" err="1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ИмяКоллекции</a:t>
            </a:r>
            <a:r>
              <a:rPr lang="ru-RU" b="1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[</a:t>
            </a:r>
            <a:r>
              <a:rPr lang="ru-RU" b="1" dirty="0">
                <a:latin typeface="Courier New" panose="02070309020205020404" pitchFamily="49" charset="0"/>
                <a:cs typeface="Courier New" panose="02070309020205020404" pitchFamily="49" charset="0"/>
              </a:rPr>
              <a:t>0</a:t>
            </a:r>
            <a:r>
              <a:rPr lang="ru-RU" b="1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][</a:t>
            </a:r>
            <a:r>
              <a:rPr lang="ru-RU" b="1" dirty="0">
                <a:latin typeface="Courier New" panose="02070309020205020404" pitchFamily="49" charset="0"/>
                <a:cs typeface="Courier New" panose="02070309020205020404" pitchFamily="49" charset="0"/>
              </a:rPr>
              <a:t>2</a:t>
            </a:r>
            <a:r>
              <a:rPr lang="ru-RU" b="1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];</a:t>
            </a:r>
          </a:p>
        </p:txBody>
      </p:sp>
    </p:spTree>
    <p:extLst>
      <p:ext uri="{BB962C8B-B14F-4D97-AF65-F5344CB8AC3E}">
        <p14:creationId xmlns:p14="http://schemas.microsoft.com/office/powerpoint/2010/main" val="149054332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1000"/>
                            </p:stCondLst>
                            <p:childTnLst>
                              <p:par>
                                <p:cTn id="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10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2000"/>
                            </p:stCondLst>
                            <p:childTnLst>
                              <p:par>
                                <p:cTn id="1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10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10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>
                            <p:stCondLst>
                              <p:cond delay="1000"/>
                            </p:stCondLst>
                            <p:childTnLst>
                              <p:par>
                                <p:cTn id="22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10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>
                            <p:stCondLst>
                              <p:cond delay="2000"/>
                            </p:stCondLst>
                            <p:childTnLst>
                              <p:par>
                                <p:cTn id="26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" fill="hold">
                            <p:stCondLst>
                              <p:cond delay="3000"/>
                            </p:stCondLst>
                            <p:childTnLst>
                              <p:par>
                                <p:cTn id="30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10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animBg="1"/>
      <p:bldP spid="14" grpId="0" animBg="1"/>
      <p:bldP spid="15" grpId="0" animBg="1"/>
      <p:bldP spid="16" grpId="0" animBg="1"/>
      <p:bldP spid="17" grpId="0" animBg="1"/>
      <p:bldP spid="19" grpId="0" animBg="1"/>
      <p:bldP spid="20" grpId="0" animBg="1"/>
      <p:bldP spid="21" grpId="0"/>
    </p:bld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4" name="Rectangle 2"/>
          <p:cNvSpPr>
            <a:spLocks noGrp="1" noChangeArrowheads="1"/>
          </p:cNvSpPr>
          <p:nvPr>
            <p:ph type="title" idx="4294967295"/>
          </p:nvPr>
        </p:nvSpPr>
        <p:spPr>
          <a:xfrm>
            <a:off x="360363" y="549275"/>
            <a:ext cx="8783637" cy="1008063"/>
          </a:xfrm>
        </p:spPr>
        <p:txBody>
          <a:bodyPr/>
          <a:lstStyle/>
          <a:p>
            <a:r>
              <a:rPr lang="ru-RU" dirty="0">
                <a:solidFill>
                  <a:srgbClr val="FF0000"/>
                </a:solidFill>
              </a:rPr>
              <a:t>Цикл для обхода коллекций значений</a:t>
            </a:r>
          </a:p>
        </p:txBody>
      </p:sp>
      <p:sp>
        <p:nvSpPr>
          <p:cNvPr id="28675" name="Rectangle 3"/>
          <p:cNvSpPr>
            <a:spLocks noGrp="1" noChangeArrowheads="1"/>
          </p:cNvSpPr>
          <p:nvPr>
            <p:ph type="body" idx="4294967295"/>
          </p:nvPr>
        </p:nvSpPr>
        <p:spPr>
          <a:xfrm>
            <a:off x="360363" y="1557338"/>
            <a:ext cx="8229600" cy="1905000"/>
          </a:xfrm>
          <a:prstGeom prst="rect">
            <a:avLst/>
          </a:prstGeom>
        </p:spPr>
        <p:txBody>
          <a:bodyPr/>
          <a:lstStyle/>
          <a:p>
            <a:pPr>
              <a:lnSpc>
                <a:spcPct val="80000"/>
              </a:lnSpc>
              <a:buFontTx/>
              <a:buNone/>
            </a:pPr>
            <a:r>
              <a:rPr lang="ru-RU" sz="2400" b="1" dirty="0">
                <a:solidFill>
                  <a:srgbClr val="FF0000"/>
                </a:solidFill>
                <a:latin typeface="Courier New" pitchFamily="49" charset="0"/>
              </a:rPr>
              <a:t>Для каждого</a:t>
            </a:r>
            <a:r>
              <a:rPr lang="ru-RU" sz="2400" dirty="0">
                <a:latin typeface="Courier New" pitchFamily="49" charset="0"/>
              </a:rPr>
              <a:t> </a:t>
            </a:r>
            <a:r>
              <a:rPr lang="ru-RU" sz="2400" dirty="0" err="1">
                <a:latin typeface="Courier New" pitchFamily="49" charset="0"/>
              </a:rPr>
              <a:t>СтрокаТЧ</a:t>
            </a:r>
            <a:r>
              <a:rPr lang="ru-RU" sz="2400" dirty="0">
                <a:latin typeface="Courier New" pitchFamily="49" charset="0"/>
              </a:rPr>
              <a:t> </a:t>
            </a:r>
            <a:r>
              <a:rPr lang="ru-RU" sz="2400" b="1" dirty="0">
                <a:solidFill>
                  <a:srgbClr val="FF0000"/>
                </a:solidFill>
                <a:latin typeface="Courier New" pitchFamily="49" charset="0"/>
              </a:rPr>
              <a:t>Из</a:t>
            </a:r>
            <a:r>
              <a:rPr lang="ru-RU" sz="2400" dirty="0">
                <a:latin typeface="Courier New" pitchFamily="49" charset="0"/>
              </a:rPr>
              <a:t> </a:t>
            </a:r>
            <a:r>
              <a:rPr lang="ru-RU" sz="2400" dirty="0" err="1">
                <a:latin typeface="Courier New" pitchFamily="49" charset="0"/>
              </a:rPr>
              <a:t>ТЧТовары</a:t>
            </a:r>
            <a:r>
              <a:rPr lang="ru-RU" sz="2400" dirty="0">
                <a:latin typeface="Courier New" pitchFamily="49" charset="0"/>
              </a:rPr>
              <a:t> </a:t>
            </a:r>
            <a:r>
              <a:rPr lang="ru-RU" sz="2400" b="1" dirty="0">
                <a:solidFill>
                  <a:srgbClr val="FF0000"/>
                </a:solidFill>
                <a:latin typeface="Courier New" pitchFamily="49" charset="0"/>
              </a:rPr>
              <a:t>Цикл</a:t>
            </a:r>
          </a:p>
          <a:p>
            <a:pPr>
              <a:lnSpc>
                <a:spcPct val="80000"/>
              </a:lnSpc>
              <a:buFontTx/>
              <a:buNone/>
            </a:pPr>
            <a:endParaRPr lang="ru-RU" sz="2400" b="1" dirty="0">
              <a:solidFill>
                <a:srgbClr val="FF0000"/>
              </a:solidFill>
              <a:latin typeface="Courier New" pitchFamily="49" charset="0"/>
            </a:endParaRPr>
          </a:p>
          <a:p>
            <a:pPr>
              <a:lnSpc>
                <a:spcPct val="80000"/>
              </a:lnSpc>
              <a:buFontTx/>
              <a:buNone/>
            </a:pPr>
            <a:r>
              <a:rPr lang="ru-RU" sz="2400" dirty="0">
                <a:latin typeface="Courier New" pitchFamily="49" charset="0"/>
              </a:rPr>
              <a:t>	</a:t>
            </a:r>
            <a:r>
              <a:rPr lang="ru-RU" sz="1800" dirty="0" err="1">
                <a:latin typeface="Courier New" pitchFamily="49" charset="0"/>
              </a:rPr>
              <a:t>СтрокаТЧ.Сумма</a:t>
            </a:r>
            <a:r>
              <a:rPr lang="ru-RU" sz="1800" dirty="0">
                <a:latin typeface="Courier New" pitchFamily="49" charset="0"/>
              </a:rPr>
              <a:t> </a:t>
            </a:r>
            <a:r>
              <a:rPr lang="ru-RU" sz="1800" dirty="0">
                <a:solidFill>
                  <a:srgbClr val="FF0000"/>
                </a:solidFill>
                <a:latin typeface="Courier New" pitchFamily="49" charset="0"/>
              </a:rPr>
              <a:t>=</a:t>
            </a:r>
            <a:r>
              <a:rPr lang="ru-RU" sz="1800" dirty="0">
                <a:latin typeface="Courier New" pitchFamily="49" charset="0"/>
              </a:rPr>
              <a:t> </a:t>
            </a:r>
            <a:r>
              <a:rPr lang="ru-RU" sz="1800" dirty="0" err="1">
                <a:latin typeface="Courier New" pitchFamily="49" charset="0"/>
              </a:rPr>
              <a:t>СтрокаТЧ.Цена</a:t>
            </a:r>
            <a:r>
              <a:rPr lang="ru-RU" sz="1800" dirty="0">
                <a:latin typeface="Courier New" pitchFamily="49" charset="0"/>
              </a:rPr>
              <a:t> </a:t>
            </a:r>
            <a:r>
              <a:rPr lang="ru-RU" sz="1800" dirty="0">
                <a:solidFill>
                  <a:srgbClr val="FF0000"/>
                </a:solidFill>
                <a:latin typeface="Courier New" pitchFamily="49" charset="0"/>
              </a:rPr>
              <a:t>*</a:t>
            </a:r>
            <a:r>
              <a:rPr lang="ru-RU" sz="1800" dirty="0">
                <a:latin typeface="Courier New" pitchFamily="49" charset="0"/>
              </a:rPr>
              <a:t> </a:t>
            </a:r>
            <a:r>
              <a:rPr lang="ru-RU" sz="1800" dirty="0" err="1">
                <a:latin typeface="Courier New" pitchFamily="49" charset="0"/>
              </a:rPr>
              <a:t>СтрокаТЧ.Количество</a:t>
            </a:r>
            <a:r>
              <a:rPr lang="ru-RU" sz="1800" dirty="0">
                <a:solidFill>
                  <a:srgbClr val="FF0000"/>
                </a:solidFill>
                <a:latin typeface="Courier New" pitchFamily="49" charset="0"/>
              </a:rPr>
              <a:t>;</a:t>
            </a:r>
          </a:p>
          <a:p>
            <a:pPr>
              <a:lnSpc>
                <a:spcPct val="80000"/>
              </a:lnSpc>
              <a:buFontTx/>
              <a:buNone/>
            </a:pPr>
            <a:endParaRPr lang="ru-RU" sz="2400" dirty="0">
              <a:latin typeface="Courier New" pitchFamily="49" charset="0"/>
            </a:endParaRPr>
          </a:p>
          <a:p>
            <a:pPr>
              <a:lnSpc>
                <a:spcPct val="80000"/>
              </a:lnSpc>
              <a:buFontTx/>
              <a:buNone/>
            </a:pPr>
            <a:r>
              <a:rPr lang="ru-RU" sz="2400" b="1" dirty="0" err="1">
                <a:solidFill>
                  <a:srgbClr val="FF0000"/>
                </a:solidFill>
                <a:latin typeface="Courier New" pitchFamily="49" charset="0"/>
              </a:rPr>
              <a:t>КонецЦикла</a:t>
            </a:r>
            <a:r>
              <a:rPr lang="ru-RU" sz="2400" dirty="0">
                <a:solidFill>
                  <a:srgbClr val="FF0000"/>
                </a:solidFill>
                <a:latin typeface="Courier New" pitchFamily="49" charset="0"/>
              </a:rPr>
              <a:t>;</a:t>
            </a:r>
          </a:p>
        </p:txBody>
      </p:sp>
      <p:graphicFrame>
        <p:nvGraphicFramePr>
          <p:cNvPr id="3" name="Таблица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52607178"/>
              </p:ext>
            </p:extLst>
          </p:nvPr>
        </p:nvGraphicFramePr>
        <p:xfrm>
          <a:off x="2267743" y="3789039"/>
          <a:ext cx="6336705" cy="201622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56185">
                  <a:extLst>
                    <a:ext uri="{9D8B030D-6E8A-4147-A177-3AD203B41FA5}">
                      <a16:colId xmlns:a16="http://schemas.microsoft.com/office/drawing/2014/main" val="731844639"/>
                    </a:ext>
                  </a:extLst>
                </a:gridCol>
                <a:gridCol w="1656184">
                  <a:extLst>
                    <a:ext uri="{9D8B030D-6E8A-4147-A177-3AD203B41FA5}">
                      <a16:colId xmlns:a16="http://schemas.microsoft.com/office/drawing/2014/main" val="2420056446"/>
                    </a:ext>
                  </a:extLst>
                </a:gridCol>
                <a:gridCol w="1368152">
                  <a:extLst>
                    <a:ext uri="{9D8B030D-6E8A-4147-A177-3AD203B41FA5}">
                      <a16:colId xmlns:a16="http://schemas.microsoft.com/office/drawing/2014/main" val="1282073890"/>
                    </a:ext>
                  </a:extLst>
                </a:gridCol>
                <a:gridCol w="792088">
                  <a:extLst>
                    <a:ext uri="{9D8B030D-6E8A-4147-A177-3AD203B41FA5}">
                      <a16:colId xmlns:a16="http://schemas.microsoft.com/office/drawing/2014/main" val="3860790244"/>
                    </a:ext>
                  </a:extLst>
                </a:gridCol>
                <a:gridCol w="864096">
                  <a:extLst>
                    <a:ext uri="{9D8B030D-6E8A-4147-A177-3AD203B41FA5}">
                      <a16:colId xmlns:a16="http://schemas.microsoft.com/office/drawing/2014/main" val="2573663885"/>
                    </a:ext>
                  </a:extLst>
                </a:gridCol>
              </a:tblGrid>
              <a:tr h="736360">
                <a:tc>
                  <a:txBody>
                    <a:bodyPr/>
                    <a:lstStyle/>
                    <a:p>
                      <a:pPr algn="ctr"/>
                      <a:r>
                        <a:rPr lang="ru-RU" dirty="0"/>
                        <a:t>Номер строки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dirty="0"/>
                        <a:t>Товар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dirty="0"/>
                        <a:t>Количество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dirty="0"/>
                        <a:t>Цена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dirty="0"/>
                        <a:t>Сумма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48794046"/>
                  </a:ext>
                </a:extLst>
              </a:tr>
              <a:tr h="426622">
                <a:tc>
                  <a:txBody>
                    <a:bodyPr/>
                    <a:lstStyle/>
                    <a:p>
                      <a:r>
                        <a:rPr lang="ru-RU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Яблоки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20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200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62381108"/>
                  </a:ext>
                </a:extLst>
              </a:tr>
              <a:tr h="426622">
                <a:tc>
                  <a:txBody>
                    <a:bodyPr/>
                    <a:lstStyle/>
                    <a:p>
                      <a:r>
                        <a:rPr lang="ru-RU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Груши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15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15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225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99076153"/>
                  </a:ext>
                </a:extLst>
              </a:tr>
              <a:tr h="426622">
                <a:tc>
                  <a:txBody>
                    <a:bodyPr/>
                    <a:lstStyle/>
                    <a:p>
                      <a:r>
                        <a:rPr lang="ru-RU" dirty="0"/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Апельсины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17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170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85304344"/>
                  </a:ext>
                </a:extLst>
              </a:tr>
            </a:tbl>
          </a:graphicData>
        </a:graphic>
      </p:graphicFrame>
      <p:sp>
        <p:nvSpPr>
          <p:cNvPr id="4" name="Скругленный прямоугольник 3"/>
          <p:cNvSpPr/>
          <p:nvPr/>
        </p:nvSpPr>
        <p:spPr>
          <a:xfrm>
            <a:off x="2098230" y="3284984"/>
            <a:ext cx="6768752" cy="2736304"/>
          </a:xfrm>
          <a:prstGeom prst="roundRect">
            <a:avLst/>
          </a:prstGeom>
          <a:solidFill>
            <a:schemeClr val="accent1">
              <a:alpha val="9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ru-RU" dirty="0" err="1">
                <a:solidFill>
                  <a:schemeClr val="tx1"/>
                </a:solidFill>
              </a:rPr>
              <a:t>ТЧТовары</a:t>
            </a:r>
            <a:endParaRPr lang="ru-RU" dirty="0">
              <a:solidFill>
                <a:schemeClr val="tx1"/>
              </a:solidFill>
            </a:endParaRPr>
          </a:p>
        </p:txBody>
      </p:sp>
      <p:sp>
        <p:nvSpPr>
          <p:cNvPr id="8" name="Скругленный прямоугольник 7"/>
          <p:cNvSpPr/>
          <p:nvPr/>
        </p:nvSpPr>
        <p:spPr>
          <a:xfrm>
            <a:off x="360363" y="4522590"/>
            <a:ext cx="8388102" cy="435215"/>
          </a:xfrm>
          <a:prstGeom prst="roundRect">
            <a:avLst/>
          </a:prstGeom>
          <a:solidFill>
            <a:srgbClr val="C00000">
              <a:alpha val="9000"/>
            </a:srgb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ru-RU" dirty="0" err="1">
                <a:solidFill>
                  <a:schemeClr val="tx1"/>
                </a:solidFill>
              </a:rPr>
              <a:t>СтрокаТЧ</a:t>
            </a:r>
            <a:endParaRPr lang="ru-RU" dirty="0">
              <a:solidFill>
                <a:schemeClr val="tx1"/>
              </a:solidFill>
            </a:endParaRPr>
          </a:p>
        </p:txBody>
      </p:sp>
      <p:sp>
        <p:nvSpPr>
          <p:cNvPr id="9" name="Скругленный прямоугольник 8"/>
          <p:cNvSpPr/>
          <p:nvPr/>
        </p:nvSpPr>
        <p:spPr>
          <a:xfrm>
            <a:off x="347806" y="4972376"/>
            <a:ext cx="8388102" cy="435215"/>
          </a:xfrm>
          <a:prstGeom prst="roundRect">
            <a:avLst/>
          </a:prstGeom>
          <a:solidFill>
            <a:srgbClr val="C00000">
              <a:alpha val="9000"/>
            </a:srgb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ru-RU" dirty="0" err="1">
                <a:solidFill>
                  <a:schemeClr val="tx1"/>
                </a:solidFill>
              </a:rPr>
              <a:t>СтрокаТЧ</a:t>
            </a:r>
            <a:endParaRPr lang="ru-RU" dirty="0">
              <a:solidFill>
                <a:schemeClr val="tx1"/>
              </a:solidFill>
            </a:endParaRPr>
          </a:p>
        </p:txBody>
      </p:sp>
      <p:sp>
        <p:nvSpPr>
          <p:cNvPr id="10" name="Скругленный прямоугольник 9"/>
          <p:cNvSpPr/>
          <p:nvPr/>
        </p:nvSpPr>
        <p:spPr>
          <a:xfrm>
            <a:off x="347806" y="5409668"/>
            <a:ext cx="8388102" cy="435215"/>
          </a:xfrm>
          <a:prstGeom prst="roundRect">
            <a:avLst/>
          </a:prstGeom>
          <a:solidFill>
            <a:srgbClr val="C00000">
              <a:alpha val="9000"/>
            </a:srgb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ru-RU" dirty="0" err="1">
                <a:solidFill>
                  <a:schemeClr val="tx1"/>
                </a:solidFill>
              </a:rPr>
              <a:t>СтрокаТЧ</a:t>
            </a:r>
            <a:endParaRPr lang="ru-RU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10367413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67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867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67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2867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67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2867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0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1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8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10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3" dur="1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0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8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8675" grpId="0" build="p"/>
      <p:bldP spid="4" grpId="0" animBg="1"/>
      <p:bldP spid="4" grpId="1" animBg="1"/>
      <p:bldP spid="8" grpId="0" animBg="1"/>
      <p:bldP spid="8" grpId="1" animBg="1"/>
      <p:bldP spid="9" grpId="0" animBg="1"/>
      <p:bldP spid="9" grpId="1" animBg="1"/>
      <p:bldP spid="10" grpId="0" animBg="1"/>
      <p:bldP spid="10" grpId="1" animBg="1"/>
    </p:bld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91680" y="1628800"/>
            <a:ext cx="3162951" cy="403244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" name="Заголовок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>
                <a:solidFill>
                  <a:srgbClr val="FF0000"/>
                </a:solidFill>
              </a:rPr>
              <a:t>Общая форма</a:t>
            </a:r>
          </a:p>
        </p:txBody>
      </p:sp>
      <p:sp>
        <p:nvSpPr>
          <p:cNvPr id="5" name="Скругленный прямоугольник 4"/>
          <p:cNvSpPr/>
          <p:nvPr/>
        </p:nvSpPr>
        <p:spPr>
          <a:xfrm>
            <a:off x="1818909" y="4941168"/>
            <a:ext cx="3057550" cy="504056"/>
          </a:xfrm>
          <a:prstGeom prst="roundRect">
            <a:avLst/>
          </a:prstGeom>
          <a:noFill/>
          <a:ln w="38100">
            <a:solidFill>
              <a:srgbClr val="C00000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65487375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1000"/>
                            </p:stCondLst>
                            <p:childTnLst>
                              <p:par>
                                <p:cTn id="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2000"/>
                            </p:stCondLst>
                            <p:childTnLst>
                              <p:par>
                                <p:cTn id="13" presetID="26" presetClass="emph" presetSubtype="0" repeatCount="300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4" dur="1000" tmFilter="0, 0; .2, .5; .8, .5; 1, 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5" dur="500" autoRev="1" fill="hold"/>
                                        <p:tgtEl>
                                          <p:spTgt spid="5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5" grpId="0" animBg="1"/>
      <p:bldP spid="5" grpId="1" animBg="1"/>
    </p:bldLst>
  </p:timing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u-RU" dirty="0"/>
              <a:t>При открытии формы сообщить текущую дату</a:t>
            </a:r>
          </a:p>
        </p:txBody>
      </p:sp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>
                <a:solidFill>
                  <a:srgbClr val="FF0000"/>
                </a:solidFill>
              </a:rPr>
              <a:t>Задача</a:t>
            </a:r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62150" y="2780928"/>
            <a:ext cx="5219700" cy="3152775"/>
          </a:xfrm>
          <a:prstGeom prst="rect">
            <a:avLst/>
          </a:prstGeom>
          <a:noFill/>
          <a:ln w="25400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28025975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1000"/>
                            </p:stCondLst>
                            <p:childTnLst>
                              <p:par>
                                <p:cTn id="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2000"/>
                            </p:stCondLst>
                            <p:childTnLst>
                              <p:par>
                                <p:cTn id="13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  <p:bldP spid="2" grpId="0"/>
    </p:bldLst>
  </p:timing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Рисунок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3387" y="1628800"/>
            <a:ext cx="8277225" cy="2143125"/>
          </a:xfrm>
          <a:prstGeom prst="rect">
            <a:avLst/>
          </a:prstGeom>
        </p:spPr>
      </p:pic>
      <p:sp>
        <p:nvSpPr>
          <p:cNvPr id="4" name="Заголовок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>
                <a:solidFill>
                  <a:srgbClr val="FF0000"/>
                </a:solidFill>
              </a:rPr>
              <a:t>Разбор ФИО</a:t>
            </a:r>
          </a:p>
        </p:txBody>
      </p:sp>
      <p:sp>
        <p:nvSpPr>
          <p:cNvPr id="5" name="Правая фигурная скобка 4"/>
          <p:cNvSpPr/>
          <p:nvPr/>
        </p:nvSpPr>
        <p:spPr>
          <a:xfrm>
            <a:off x="3566756" y="2832230"/>
            <a:ext cx="288032" cy="864096"/>
          </a:xfrm>
          <a:prstGeom prst="rightBrace">
            <a:avLst/>
          </a:prstGeom>
          <a:ln w="38100">
            <a:solidFill>
              <a:srgbClr val="C00000"/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6" name="Стрелка углом 5"/>
          <p:cNvSpPr/>
          <p:nvPr/>
        </p:nvSpPr>
        <p:spPr>
          <a:xfrm rot="5400000" flipH="1">
            <a:off x="3840141" y="2856158"/>
            <a:ext cx="720080" cy="552506"/>
          </a:xfrm>
          <a:prstGeom prst="bentArrow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>
              <a:solidFill>
                <a:schemeClr val="tx1"/>
              </a:solidFill>
            </a:endParaRPr>
          </a:p>
        </p:txBody>
      </p:sp>
      <p:sp>
        <p:nvSpPr>
          <p:cNvPr id="9" name="Стрелка углом 8"/>
          <p:cNvSpPr/>
          <p:nvPr/>
        </p:nvSpPr>
        <p:spPr>
          <a:xfrm rot="10800000">
            <a:off x="4936000" y="2772371"/>
            <a:ext cx="1004152" cy="864096"/>
          </a:xfrm>
          <a:prstGeom prst="bentArrow">
            <a:avLst>
              <a:gd name="adj1" fmla="val 13972"/>
              <a:gd name="adj2" fmla="val 13972"/>
              <a:gd name="adj3" fmla="val 16729"/>
              <a:gd name="adj4" fmla="val 43750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>
              <a:solidFill>
                <a:schemeClr val="tx1"/>
              </a:solidFill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4978290" y="2947745"/>
            <a:ext cx="551170" cy="369332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ru-RU" dirty="0"/>
              <a:t>ДЗ</a:t>
            </a:r>
          </a:p>
        </p:txBody>
      </p:sp>
    </p:spTree>
    <p:extLst>
      <p:ext uri="{BB962C8B-B14F-4D97-AF65-F5344CB8AC3E}">
        <p14:creationId xmlns:p14="http://schemas.microsoft.com/office/powerpoint/2010/main" val="48954981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6" grpId="0" animBg="1"/>
      <p:bldP spid="9" grpId="0" animBg="1"/>
      <p:bldP spid="7" grpId="0" animBg="1"/>
    </p:bldLst>
  </p:timing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>
                <a:solidFill>
                  <a:srgbClr val="FF0000"/>
                </a:solidFill>
              </a:rPr>
              <a:t>Разница дат</a:t>
            </a:r>
          </a:p>
        </p:txBody>
      </p:sp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90650" y="1643063"/>
            <a:ext cx="6362700" cy="3571875"/>
          </a:xfrm>
          <a:prstGeom prst="rect">
            <a:avLst/>
          </a:prstGeom>
          <a:noFill/>
          <a:ln w="25400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26328600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0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Заголовок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smtClean="0"/>
              <a:t>Универсальные коллекции</a:t>
            </a:r>
            <a:endParaRPr lang="ru-RU" dirty="0"/>
          </a:p>
        </p:txBody>
      </p:sp>
      <p:sp>
        <p:nvSpPr>
          <p:cNvPr id="4" name="Текст 3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 smtClean="0"/>
              <a:t>Приложение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640420129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192758" y="1480405"/>
            <a:ext cx="3826768" cy="4525963"/>
          </a:xfrm>
        </p:spPr>
        <p:txBody>
          <a:bodyPr>
            <a:normAutofit fontScale="85000" lnSpcReduction="10000"/>
          </a:bodyPr>
          <a:lstStyle/>
          <a:p>
            <a:pPr>
              <a:lnSpc>
                <a:spcPct val="200000"/>
              </a:lnSpc>
            </a:pPr>
            <a:r>
              <a:rPr lang="ru-RU" sz="2800" dirty="0">
                <a:solidFill>
                  <a:srgbClr val="0070C0"/>
                </a:solidFill>
              </a:rPr>
              <a:t>Массив</a:t>
            </a:r>
          </a:p>
          <a:p>
            <a:pPr>
              <a:lnSpc>
                <a:spcPct val="200000"/>
              </a:lnSpc>
            </a:pPr>
            <a:r>
              <a:rPr lang="ru-RU" sz="2800" dirty="0">
                <a:solidFill>
                  <a:schemeClr val="accent3">
                    <a:lumMod val="50000"/>
                  </a:schemeClr>
                </a:solidFill>
              </a:rPr>
              <a:t>Структура</a:t>
            </a:r>
          </a:p>
          <a:p>
            <a:r>
              <a:rPr lang="ru-RU" sz="2800" dirty="0">
                <a:solidFill>
                  <a:schemeClr val="accent3">
                    <a:lumMod val="50000"/>
                  </a:schemeClr>
                </a:solidFill>
              </a:rPr>
              <a:t>Соответствие</a:t>
            </a:r>
          </a:p>
          <a:p>
            <a:pPr>
              <a:lnSpc>
                <a:spcPct val="150000"/>
              </a:lnSpc>
            </a:pPr>
            <a:r>
              <a:rPr lang="ru-RU" sz="2800" dirty="0">
                <a:solidFill>
                  <a:schemeClr val="accent6">
                    <a:lumMod val="75000"/>
                  </a:schemeClr>
                </a:solidFill>
              </a:rPr>
              <a:t>Список значений</a:t>
            </a:r>
          </a:p>
          <a:p>
            <a:pPr>
              <a:lnSpc>
                <a:spcPct val="260000"/>
              </a:lnSpc>
            </a:pPr>
            <a:r>
              <a:rPr lang="ru-RU" sz="2800" dirty="0">
                <a:solidFill>
                  <a:schemeClr val="accent4">
                    <a:lumMod val="75000"/>
                  </a:schemeClr>
                </a:solidFill>
              </a:rPr>
              <a:t>Таблица значений</a:t>
            </a:r>
          </a:p>
          <a:p>
            <a:pPr>
              <a:lnSpc>
                <a:spcPct val="260000"/>
              </a:lnSpc>
            </a:pPr>
            <a:r>
              <a:rPr lang="ru-RU" sz="2800" dirty="0">
                <a:solidFill>
                  <a:srgbClr val="C00000"/>
                </a:solidFill>
              </a:rPr>
              <a:t>Дерево значений</a:t>
            </a:r>
          </a:p>
        </p:txBody>
      </p:sp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85862" y="548680"/>
            <a:ext cx="8784000" cy="936104"/>
          </a:xfrm>
        </p:spPr>
        <p:txBody>
          <a:bodyPr>
            <a:noAutofit/>
          </a:bodyPr>
          <a:lstStyle/>
          <a:p>
            <a:r>
              <a:rPr lang="ru-RU" dirty="0">
                <a:solidFill>
                  <a:srgbClr val="FF0000"/>
                </a:solidFill>
              </a:rPr>
              <a:t>Универсальные коллекции значений</a:t>
            </a:r>
          </a:p>
        </p:txBody>
      </p:sp>
      <p:graphicFrame>
        <p:nvGraphicFramePr>
          <p:cNvPr id="4" name="Таблица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04408557"/>
              </p:ext>
            </p:extLst>
          </p:nvPr>
        </p:nvGraphicFramePr>
        <p:xfrm>
          <a:off x="3707904" y="1556792"/>
          <a:ext cx="959768" cy="731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5976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182932">
                <a:tc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82932">
                <a:tc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5" name="Таблица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37145184"/>
              </p:ext>
            </p:extLst>
          </p:nvPr>
        </p:nvGraphicFramePr>
        <p:xfrm>
          <a:off x="3707904" y="2459331"/>
          <a:ext cx="2135560" cy="864096"/>
        </p:xfrm>
        <a:graphic>
          <a:graphicData uri="http://schemas.openxmlformats.org/drawingml/2006/table">
            <a:tbl>
              <a:tblPr firstRow="1" bandRow="1">
                <a:tableStyleId>{F5AB1C69-6EDB-4FF4-983F-18BD219EF322}</a:tableStyleId>
              </a:tblPr>
              <a:tblGrid>
                <a:gridCol w="79208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4347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32048">
                <a:tc>
                  <a:txBody>
                    <a:bodyPr/>
                    <a:lstStyle/>
                    <a:p>
                      <a:r>
                        <a:rPr lang="ru-RU" dirty="0"/>
                        <a:t>Ключ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Значение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32048">
                <a:tc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6" name="Таблица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55415693"/>
              </p:ext>
            </p:extLst>
          </p:nvPr>
        </p:nvGraphicFramePr>
        <p:xfrm>
          <a:off x="3707904" y="3452495"/>
          <a:ext cx="5352256" cy="741680"/>
        </p:xfrm>
        <a:graphic>
          <a:graphicData uri="http://schemas.openxmlformats.org/drawingml/2006/table">
            <a:tbl>
              <a:tblPr firstRow="1" bandRow="1">
                <a:tableStyleId>{93296810-A885-4BE3-A3E7-6D5BEEA58F35}</a:tableStyleId>
              </a:tblPr>
              <a:tblGrid>
                <a:gridCol w="131980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72819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801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224136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ru-RU" dirty="0"/>
                        <a:t>Значение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Представление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Пометка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Картинка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7" name="Таблица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81553905"/>
              </p:ext>
            </p:extLst>
          </p:nvPr>
        </p:nvGraphicFramePr>
        <p:xfrm>
          <a:off x="3707904" y="4341138"/>
          <a:ext cx="4416152" cy="735856"/>
        </p:xfrm>
        <a:graphic>
          <a:graphicData uri="http://schemas.openxmlformats.org/drawingml/2006/table">
            <a:tbl>
              <a:tblPr firstRow="1" bandRow="1">
                <a:tableStyleId>{00A15C55-8517-42AA-B614-E9B94910E393}</a:tableStyleId>
              </a:tblPr>
              <a:tblGrid>
                <a:gridCol w="129614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2413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4807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247799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67928">
                <a:tc>
                  <a:txBody>
                    <a:bodyPr/>
                    <a:lstStyle/>
                    <a:p>
                      <a:r>
                        <a:rPr lang="ru-RU" dirty="0"/>
                        <a:t>Колонка 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Колонка 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…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Колонка </a:t>
                      </a:r>
                      <a:r>
                        <a:rPr lang="en-US" dirty="0"/>
                        <a:t>n</a:t>
                      </a:r>
                      <a:endParaRPr lang="ru-R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7928">
                <a:tc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8" name="Таблица 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60429742"/>
              </p:ext>
            </p:extLst>
          </p:nvPr>
        </p:nvGraphicFramePr>
        <p:xfrm>
          <a:off x="3684053" y="5222638"/>
          <a:ext cx="5184574" cy="1008112"/>
        </p:xfrm>
        <a:graphic>
          <a:graphicData uri="http://schemas.openxmlformats.org/drawingml/2006/table">
            <a:tbl>
              <a:tblPr firstRow="1" bandRow="1">
                <a:tableStyleId>{21E4AEA4-8DFA-4A89-87EB-49C32662AFE0}</a:tableStyleId>
              </a:tblPr>
              <a:tblGrid>
                <a:gridCol w="115212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9614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2413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8803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224136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640146">
                <a:tc>
                  <a:txBody>
                    <a:bodyPr/>
                    <a:lstStyle/>
                    <a:p>
                      <a:r>
                        <a:rPr lang="ru-RU" dirty="0"/>
                        <a:t>Родитель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Колонка 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Колонка 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…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Колонка </a:t>
                      </a:r>
                      <a:r>
                        <a:rPr lang="en-US" dirty="0"/>
                        <a:t>n</a:t>
                      </a:r>
                      <a:endParaRPr lang="ru-R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7966">
                <a:tc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9" name="Правая фигурная скобка 8"/>
          <p:cNvSpPr/>
          <p:nvPr/>
        </p:nvSpPr>
        <p:spPr>
          <a:xfrm>
            <a:off x="3203848" y="2459331"/>
            <a:ext cx="360040" cy="936104"/>
          </a:xfrm>
          <a:prstGeom prst="rightBrace">
            <a:avLst/>
          </a:prstGeom>
        </p:spPr>
        <p:style>
          <a:lnRef idx="3">
            <a:schemeClr val="accent3"/>
          </a:lnRef>
          <a:fillRef idx="0">
            <a:schemeClr val="accent3"/>
          </a:fillRef>
          <a:effectRef idx="2">
            <a:schemeClr val="accent3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05729423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2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>
                            <p:stCondLst>
                              <p:cond delay="500"/>
                            </p:stCondLst>
                            <p:childTnLst>
                              <p:par>
                                <p:cTn id="24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2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500"/>
                            </p:stCondLst>
                            <p:childTnLst>
                              <p:par>
                                <p:cTn id="33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2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1" fill="hold">
                            <p:stCondLst>
                              <p:cond delay="500"/>
                            </p:stCondLst>
                            <p:childTnLst>
                              <p:par>
                                <p:cTn id="42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2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0" fill="hold">
                            <p:stCondLst>
                              <p:cond delay="500"/>
                            </p:stCondLst>
                            <p:childTnLst>
                              <p:par>
                                <p:cTn id="51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  <p:bldP spid="9" grpId="0" animBg="1"/>
    </p:bldLst>
  </p:timing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9" name="Rectangle 3"/>
          <p:cNvSpPr>
            <a:spLocks noGrp="1" noChangeArrowheads="1"/>
          </p:cNvSpPr>
          <p:nvPr>
            <p:ph idx="1"/>
          </p:nvPr>
        </p:nvSpPr>
        <p:spPr>
          <a:xfrm>
            <a:off x="304800" y="1196752"/>
            <a:ext cx="8534400" cy="5105400"/>
          </a:xfrm>
        </p:spPr>
        <p:txBody>
          <a:bodyPr>
            <a:normAutofit/>
          </a:bodyPr>
          <a:lstStyle/>
          <a:p>
            <a:pPr>
              <a:lnSpc>
                <a:spcPct val="80000"/>
              </a:lnSpc>
              <a:buFontTx/>
              <a:buNone/>
            </a:pPr>
            <a:r>
              <a:rPr lang="ru-RU" sz="20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urier New" pitchFamily="49" charset="0"/>
              </a:rPr>
              <a:t>"Обычный" массив:</a:t>
            </a:r>
          </a:p>
          <a:p>
            <a:pPr>
              <a:lnSpc>
                <a:spcPct val="80000"/>
              </a:lnSpc>
              <a:buFontTx/>
              <a:buNone/>
            </a:pPr>
            <a:endParaRPr lang="ru-RU" sz="1000" dirty="0">
              <a:latin typeface="Courier New" pitchFamily="49" charset="0"/>
            </a:endParaRPr>
          </a:p>
          <a:p>
            <a:pPr>
              <a:lnSpc>
                <a:spcPct val="80000"/>
              </a:lnSpc>
              <a:buFontTx/>
              <a:buNone/>
            </a:pPr>
            <a:r>
              <a:rPr lang="ru-RU" sz="2400" dirty="0">
                <a:latin typeface="Courier New" pitchFamily="49" charset="0"/>
              </a:rPr>
              <a:t>М1 </a:t>
            </a:r>
            <a:r>
              <a:rPr lang="ru-RU" sz="2400" dirty="0">
                <a:solidFill>
                  <a:srgbClr val="FF0000"/>
                </a:solidFill>
                <a:latin typeface="Courier New" pitchFamily="49" charset="0"/>
              </a:rPr>
              <a:t>=</a:t>
            </a:r>
            <a:r>
              <a:rPr lang="ru-RU" sz="2400" dirty="0">
                <a:latin typeface="Courier New" pitchFamily="49" charset="0"/>
              </a:rPr>
              <a:t> </a:t>
            </a:r>
            <a:r>
              <a:rPr lang="ru-RU" sz="2400" b="1" dirty="0">
                <a:solidFill>
                  <a:srgbClr val="FF0000"/>
                </a:solidFill>
                <a:latin typeface="Courier New" pitchFamily="49" charset="0"/>
              </a:rPr>
              <a:t>Новый </a:t>
            </a:r>
            <a:r>
              <a:rPr lang="ru-RU" sz="2400" dirty="0" smtClean="0">
                <a:solidFill>
                  <a:srgbClr val="FF0000"/>
                </a:solidFill>
                <a:latin typeface="Courier New" pitchFamily="49" charset="0"/>
              </a:rPr>
              <a:t>Массив;</a:t>
            </a:r>
            <a:endParaRPr lang="ru-RU" sz="2400" dirty="0">
              <a:solidFill>
                <a:srgbClr val="FF0000"/>
              </a:solidFill>
              <a:latin typeface="Courier New" pitchFamily="49" charset="0"/>
            </a:endParaRPr>
          </a:p>
          <a:p>
            <a:pPr>
              <a:lnSpc>
                <a:spcPct val="80000"/>
              </a:lnSpc>
              <a:buFontTx/>
              <a:buNone/>
            </a:pPr>
            <a:endParaRPr lang="ru-RU" sz="2400" dirty="0">
              <a:latin typeface="Courier New" pitchFamily="49" charset="0"/>
            </a:endParaRPr>
          </a:p>
        </p:txBody>
      </p:sp>
      <p:sp>
        <p:nvSpPr>
          <p:cNvPr id="29698" name="Rectangle 2"/>
          <p:cNvSpPr>
            <a:spLocks noGrp="1" noChangeArrowheads="1"/>
          </p:cNvSpPr>
          <p:nvPr>
            <p:ph type="title"/>
          </p:nvPr>
        </p:nvSpPr>
        <p:spPr>
          <a:xfrm>
            <a:off x="179512" y="584194"/>
            <a:ext cx="8784976" cy="863606"/>
          </a:xfrm>
        </p:spPr>
        <p:txBody>
          <a:bodyPr/>
          <a:lstStyle/>
          <a:p>
            <a:r>
              <a:rPr lang="ru-RU" dirty="0">
                <a:solidFill>
                  <a:srgbClr val="FF0000"/>
                </a:solidFill>
              </a:rPr>
              <a:t>Массив</a:t>
            </a:r>
          </a:p>
        </p:txBody>
      </p:sp>
    </p:spTree>
    <p:extLst>
      <p:ext uri="{BB962C8B-B14F-4D97-AF65-F5344CB8AC3E}">
        <p14:creationId xmlns:p14="http://schemas.microsoft.com/office/powerpoint/2010/main" val="351467179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69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969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69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2969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9699" grpId="0" uiExpand="1" build="p"/>
    </p:bldLst>
  </p:timing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9" name="Rectangle 3"/>
          <p:cNvSpPr>
            <a:spLocks noGrp="1" noChangeArrowheads="1"/>
          </p:cNvSpPr>
          <p:nvPr>
            <p:ph idx="1"/>
          </p:nvPr>
        </p:nvSpPr>
        <p:spPr>
          <a:xfrm>
            <a:off x="304800" y="1196752"/>
            <a:ext cx="8534400" cy="5105400"/>
          </a:xfrm>
        </p:spPr>
        <p:txBody>
          <a:bodyPr>
            <a:normAutofit/>
          </a:bodyPr>
          <a:lstStyle/>
          <a:p>
            <a:pPr>
              <a:lnSpc>
                <a:spcPct val="80000"/>
              </a:lnSpc>
              <a:buFontTx/>
              <a:buNone/>
            </a:pPr>
            <a:r>
              <a:rPr lang="ru-RU" sz="20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urier New" pitchFamily="49" charset="0"/>
              </a:rPr>
              <a:t>"Обычный" массив:</a:t>
            </a:r>
          </a:p>
          <a:p>
            <a:pPr>
              <a:lnSpc>
                <a:spcPct val="80000"/>
              </a:lnSpc>
              <a:buFontTx/>
              <a:buNone/>
            </a:pPr>
            <a:endParaRPr lang="ru-RU" sz="1000" dirty="0">
              <a:latin typeface="Courier New" pitchFamily="49" charset="0"/>
            </a:endParaRPr>
          </a:p>
          <a:p>
            <a:pPr>
              <a:lnSpc>
                <a:spcPct val="80000"/>
              </a:lnSpc>
              <a:buFontTx/>
              <a:buNone/>
            </a:pPr>
            <a:r>
              <a:rPr lang="ru-RU" sz="2400" dirty="0">
                <a:latin typeface="Courier New" pitchFamily="49" charset="0"/>
              </a:rPr>
              <a:t>М1 </a:t>
            </a:r>
            <a:r>
              <a:rPr lang="ru-RU" sz="2400" dirty="0">
                <a:solidFill>
                  <a:srgbClr val="FF0000"/>
                </a:solidFill>
                <a:latin typeface="Courier New" pitchFamily="49" charset="0"/>
              </a:rPr>
              <a:t>=</a:t>
            </a:r>
            <a:r>
              <a:rPr lang="ru-RU" sz="2400" dirty="0">
                <a:latin typeface="Courier New" pitchFamily="49" charset="0"/>
              </a:rPr>
              <a:t> </a:t>
            </a:r>
            <a:r>
              <a:rPr lang="ru-RU" sz="2400" b="1" dirty="0">
                <a:solidFill>
                  <a:srgbClr val="FF0000"/>
                </a:solidFill>
                <a:latin typeface="Courier New" pitchFamily="49" charset="0"/>
              </a:rPr>
              <a:t>Новый </a:t>
            </a:r>
            <a:r>
              <a:rPr lang="ru-RU" sz="2400" dirty="0" smtClean="0">
                <a:solidFill>
                  <a:srgbClr val="FF0000"/>
                </a:solidFill>
                <a:latin typeface="Courier New" pitchFamily="49" charset="0"/>
              </a:rPr>
              <a:t>Массив;</a:t>
            </a:r>
            <a:endParaRPr lang="ru-RU" sz="2400" dirty="0">
              <a:solidFill>
                <a:srgbClr val="FF0000"/>
              </a:solidFill>
              <a:latin typeface="Courier New" pitchFamily="49" charset="0"/>
            </a:endParaRPr>
          </a:p>
          <a:p>
            <a:pPr>
              <a:lnSpc>
                <a:spcPct val="80000"/>
              </a:lnSpc>
              <a:buNone/>
            </a:pPr>
            <a:r>
              <a:rPr lang="ru-RU" sz="2400" dirty="0" smtClean="0">
                <a:latin typeface="Courier New" pitchFamily="49" charset="0"/>
              </a:rPr>
              <a:t>М1</a:t>
            </a:r>
            <a:r>
              <a:rPr lang="ru-RU" sz="2400" dirty="0" smtClean="0">
                <a:solidFill>
                  <a:srgbClr val="FF0000"/>
                </a:solidFill>
                <a:latin typeface="Courier New" pitchFamily="49" charset="0"/>
              </a:rPr>
              <a:t>.</a:t>
            </a:r>
            <a:r>
              <a:rPr lang="ru-RU" sz="2400" dirty="0" smtClean="0">
                <a:latin typeface="Courier New" pitchFamily="49" charset="0"/>
              </a:rPr>
              <a:t>Добавить</a:t>
            </a:r>
            <a:r>
              <a:rPr lang="ru-RU" sz="2400" dirty="0" smtClean="0">
                <a:solidFill>
                  <a:srgbClr val="FF0000"/>
                </a:solidFill>
                <a:latin typeface="Courier New" pitchFamily="49" charset="0"/>
              </a:rPr>
              <a:t>(</a:t>
            </a:r>
            <a:r>
              <a:rPr lang="ru-RU" sz="2400" dirty="0">
                <a:latin typeface="Courier New" pitchFamily="49" charset="0"/>
              </a:rPr>
              <a:t>Истина</a:t>
            </a:r>
            <a:r>
              <a:rPr lang="ru-RU" sz="2400" dirty="0" smtClean="0">
                <a:solidFill>
                  <a:srgbClr val="FF0000"/>
                </a:solidFill>
                <a:latin typeface="Courier New" pitchFamily="49" charset="0"/>
              </a:rPr>
              <a:t>);</a:t>
            </a:r>
            <a:endParaRPr lang="ru-RU" sz="2400" dirty="0">
              <a:solidFill>
                <a:srgbClr val="FF0000"/>
              </a:solidFill>
              <a:latin typeface="Courier New" pitchFamily="49" charset="0"/>
            </a:endParaRPr>
          </a:p>
          <a:p>
            <a:pPr>
              <a:lnSpc>
                <a:spcPct val="80000"/>
              </a:lnSpc>
              <a:buFontTx/>
              <a:buNone/>
            </a:pPr>
            <a:endParaRPr lang="ru-RU" sz="2400" dirty="0">
              <a:latin typeface="Courier New" pitchFamily="49" charset="0"/>
            </a:endParaRPr>
          </a:p>
        </p:txBody>
      </p:sp>
      <p:sp>
        <p:nvSpPr>
          <p:cNvPr id="29698" name="Rectangle 2"/>
          <p:cNvSpPr>
            <a:spLocks noGrp="1" noChangeArrowheads="1"/>
          </p:cNvSpPr>
          <p:nvPr>
            <p:ph type="title"/>
          </p:nvPr>
        </p:nvSpPr>
        <p:spPr>
          <a:xfrm>
            <a:off x="179512" y="584194"/>
            <a:ext cx="8784976" cy="863606"/>
          </a:xfrm>
        </p:spPr>
        <p:txBody>
          <a:bodyPr/>
          <a:lstStyle/>
          <a:p>
            <a:r>
              <a:rPr lang="ru-RU" dirty="0">
                <a:solidFill>
                  <a:srgbClr val="FF0000"/>
                </a:solidFill>
              </a:rPr>
              <a:t>Массив</a:t>
            </a:r>
          </a:p>
        </p:txBody>
      </p:sp>
      <p:graphicFrame>
        <p:nvGraphicFramePr>
          <p:cNvPr id="2" name="Таблица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08392708"/>
              </p:ext>
            </p:extLst>
          </p:nvPr>
        </p:nvGraphicFramePr>
        <p:xfrm>
          <a:off x="6776948" y="1898583"/>
          <a:ext cx="1827499" cy="405168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82749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405168">
                <a:tc>
                  <a:txBody>
                    <a:bodyPr/>
                    <a:lstStyle/>
                    <a:p>
                      <a:r>
                        <a:rPr lang="ru-RU" dirty="0"/>
                        <a:t>Истина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64469822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9" name="Rectangle 3"/>
          <p:cNvSpPr>
            <a:spLocks noGrp="1" noChangeArrowheads="1"/>
          </p:cNvSpPr>
          <p:nvPr>
            <p:ph idx="1"/>
          </p:nvPr>
        </p:nvSpPr>
        <p:spPr>
          <a:xfrm>
            <a:off x="304800" y="1196752"/>
            <a:ext cx="8534400" cy="5105400"/>
          </a:xfrm>
        </p:spPr>
        <p:txBody>
          <a:bodyPr>
            <a:normAutofit/>
          </a:bodyPr>
          <a:lstStyle/>
          <a:p>
            <a:pPr>
              <a:lnSpc>
                <a:spcPct val="80000"/>
              </a:lnSpc>
              <a:buFontTx/>
              <a:buNone/>
            </a:pPr>
            <a:r>
              <a:rPr lang="ru-RU" sz="20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urier New" pitchFamily="49" charset="0"/>
              </a:rPr>
              <a:t>"Обычный" массив:</a:t>
            </a:r>
          </a:p>
          <a:p>
            <a:pPr>
              <a:lnSpc>
                <a:spcPct val="80000"/>
              </a:lnSpc>
              <a:buFontTx/>
              <a:buNone/>
            </a:pPr>
            <a:endParaRPr lang="ru-RU" sz="1000" dirty="0">
              <a:latin typeface="Courier New" pitchFamily="49" charset="0"/>
            </a:endParaRPr>
          </a:p>
          <a:p>
            <a:pPr>
              <a:lnSpc>
                <a:spcPct val="80000"/>
              </a:lnSpc>
              <a:buFontTx/>
              <a:buNone/>
            </a:pPr>
            <a:r>
              <a:rPr lang="ru-RU" sz="2400" dirty="0">
                <a:latin typeface="Courier New" pitchFamily="49" charset="0"/>
              </a:rPr>
              <a:t>М1 </a:t>
            </a:r>
            <a:r>
              <a:rPr lang="ru-RU" sz="2400" dirty="0">
                <a:solidFill>
                  <a:srgbClr val="FF0000"/>
                </a:solidFill>
                <a:latin typeface="Courier New" pitchFamily="49" charset="0"/>
              </a:rPr>
              <a:t>=</a:t>
            </a:r>
            <a:r>
              <a:rPr lang="ru-RU" sz="2400" dirty="0">
                <a:latin typeface="Courier New" pitchFamily="49" charset="0"/>
              </a:rPr>
              <a:t> </a:t>
            </a:r>
            <a:r>
              <a:rPr lang="ru-RU" sz="2400" b="1" dirty="0">
                <a:solidFill>
                  <a:srgbClr val="FF0000"/>
                </a:solidFill>
                <a:latin typeface="Courier New" pitchFamily="49" charset="0"/>
              </a:rPr>
              <a:t>Новый </a:t>
            </a:r>
            <a:r>
              <a:rPr lang="ru-RU" sz="2400" dirty="0" smtClean="0">
                <a:solidFill>
                  <a:srgbClr val="FF0000"/>
                </a:solidFill>
                <a:latin typeface="Courier New" pitchFamily="49" charset="0"/>
              </a:rPr>
              <a:t>Массив;</a:t>
            </a:r>
            <a:endParaRPr lang="ru-RU" sz="2400" dirty="0">
              <a:solidFill>
                <a:srgbClr val="FF0000"/>
              </a:solidFill>
              <a:latin typeface="Courier New" pitchFamily="49" charset="0"/>
            </a:endParaRPr>
          </a:p>
          <a:p>
            <a:pPr>
              <a:lnSpc>
                <a:spcPct val="80000"/>
              </a:lnSpc>
              <a:buNone/>
            </a:pPr>
            <a:r>
              <a:rPr lang="ru-RU" sz="2400" dirty="0">
                <a:latin typeface="Courier New" pitchFamily="49" charset="0"/>
              </a:rPr>
              <a:t>М1</a:t>
            </a:r>
            <a:r>
              <a:rPr lang="ru-RU" sz="2400" dirty="0">
                <a:solidFill>
                  <a:srgbClr val="FF0000"/>
                </a:solidFill>
                <a:latin typeface="Courier New" pitchFamily="49" charset="0"/>
              </a:rPr>
              <a:t>.</a:t>
            </a:r>
            <a:r>
              <a:rPr lang="ru-RU" sz="2400" dirty="0">
                <a:latin typeface="Courier New" pitchFamily="49" charset="0"/>
              </a:rPr>
              <a:t>Добавить</a:t>
            </a:r>
            <a:r>
              <a:rPr lang="ru-RU" sz="2400" dirty="0">
                <a:solidFill>
                  <a:srgbClr val="FF0000"/>
                </a:solidFill>
                <a:latin typeface="Courier New" pitchFamily="49" charset="0"/>
              </a:rPr>
              <a:t>(</a:t>
            </a:r>
            <a:r>
              <a:rPr lang="ru-RU" sz="2400" dirty="0">
                <a:latin typeface="Courier New" pitchFamily="49" charset="0"/>
              </a:rPr>
              <a:t>Истина</a:t>
            </a:r>
            <a:r>
              <a:rPr lang="ru-RU" sz="2400" dirty="0">
                <a:solidFill>
                  <a:srgbClr val="FF0000"/>
                </a:solidFill>
                <a:latin typeface="Courier New" pitchFamily="49" charset="0"/>
              </a:rPr>
              <a:t>);</a:t>
            </a:r>
          </a:p>
          <a:p>
            <a:pPr>
              <a:lnSpc>
                <a:spcPct val="80000"/>
              </a:lnSpc>
              <a:buNone/>
            </a:pPr>
            <a:r>
              <a:rPr lang="ru-RU" sz="2400" dirty="0" smtClean="0">
                <a:latin typeface="Courier New" pitchFamily="49" charset="0"/>
              </a:rPr>
              <a:t>М1</a:t>
            </a:r>
            <a:r>
              <a:rPr lang="ru-RU" sz="2400" dirty="0" smtClean="0">
                <a:solidFill>
                  <a:srgbClr val="FF0000"/>
                </a:solidFill>
                <a:latin typeface="Courier New" pitchFamily="49" charset="0"/>
              </a:rPr>
              <a:t>.</a:t>
            </a:r>
            <a:r>
              <a:rPr lang="ru-RU" sz="2400" dirty="0" smtClean="0">
                <a:latin typeface="Courier New" pitchFamily="49" charset="0"/>
              </a:rPr>
              <a:t>Добавить</a:t>
            </a:r>
            <a:r>
              <a:rPr lang="ru-RU" sz="2400" dirty="0" smtClean="0">
                <a:solidFill>
                  <a:srgbClr val="FF0000"/>
                </a:solidFill>
                <a:latin typeface="Courier New" pitchFamily="49" charset="0"/>
              </a:rPr>
              <a:t>(</a:t>
            </a:r>
            <a:r>
              <a:rPr lang="ru-RU" sz="2400" dirty="0" err="1">
                <a:latin typeface="Courier New" pitchFamily="49" charset="0"/>
              </a:rPr>
              <a:t>ТекущаяДата</a:t>
            </a:r>
            <a:r>
              <a:rPr lang="ru-RU" sz="2400" dirty="0">
                <a:solidFill>
                  <a:srgbClr val="FF0000"/>
                </a:solidFill>
                <a:latin typeface="Courier New" pitchFamily="49" charset="0"/>
              </a:rPr>
              <a:t>()</a:t>
            </a:r>
            <a:r>
              <a:rPr lang="ru-RU" sz="2400" dirty="0" smtClean="0">
                <a:solidFill>
                  <a:srgbClr val="FF0000"/>
                </a:solidFill>
                <a:latin typeface="Courier New" pitchFamily="49" charset="0"/>
              </a:rPr>
              <a:t>);</a:t>
            </a:r>
            <a:endParaRPr lang="ru-RU" sz="2400" dirty="0">
              <a:solidFill>
                <a:srgbClr val="FF0000"/>
              </a:solidFill>
              <a:latin typeface="Courier New" pitchFamily="49" charset="0"/>
            </a:endParaRPr>
          </a:p>
          <a:p>
            <a:pPr>
              <a:lnSpc>
                <a:spcPct val="80000"/>
              </a:lnSpc>
              <a:buFontTx/>
              <a:buNone/>
            </a:pPr>
            <a:endParaRPr lang="ru-RU" sz="2400" dirty="0">
              <a:latin typeface="Courier New" pitchFamily="49" charset="0"/>
            </a:endParaRPr>
          </a:p>
        </p:txBody>
      </p:sp>
      <p:sp>
        <p:nvSpPr>
          <p:cNvPr id="29698" name="Rectangle 2"/>
          <p:cNvSpPr>
            <a:spLocks noGrp="1" noChangeArrowheads="1"/>
          </p:cNvSpPr>
          <p:nvPr>
            <p:ph type="title"/>
          </p:nvPr>
        </p:nvSpPr>
        <p:spPr>
          <a:xfrm>
            <a:off x="179512" y="584194"/>
            <a:ext cx="8784976" cy="863606"/>
          </a:xfrm>
        </p:spPr>
        <p:txBody>
          <a:bodyPr/>
          <a:lstStyle/>
          <a:p>
            <a:r>
              <a:rPr lang="ru-RU" dirty="0">
                <a:solidFill>
                  <a:srgbClr val="FF0000"/>
                </a:solidFill>
              </a:rPr>
              <a:t>Массив</a:t>
            </a:r>
          </a:p>
        </p:txBody>
      </p:sp>
      <p:graphicFrame>
        <p:nvGraphicFramePr>
          <p:cNvPr id="2" name="Таблица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25182566"/>
              </p:ext>
            </p:extLst>
          </p:nvPr>
        </p:nvGraphicFramePr>
        <p:xfrm>
          <a:off x="6776948" y="1898583"/>
          <a:ext cx="1827499" cy="810336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82749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405168">
                <a:tc>
                  <a:txBody>
                    <a:bodyPr/>
                    <a:lstStyle/>
                    <a:p>
                      <a:r>
                        <a:rPr lang="ru-RU" dirty="0"/>
                        <a:t>Истина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05168">
                <a:tc>
                  <a:txBody>
                    <a:bodyPr/>
                    <a:lstStyle/>
                    <a:p>
                      <a:r>
                        <a:rPr lang="ru-RU" dirty="0" smtClean="0"/>
                        <a:t>2020.09.25</a:t>
                      </a:r>
                      <a:endParaRPr lang="ru-R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0452807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9" name="Rectangle 3"/>
          <p:cNvSpPr>
            <a:spLocks noGrp="1" noChangeArrowheads="1"/>
          </p:cNvSpPr>
          <p:nvPr>
            <p:ph idx="1"/>
          </p:nvPr>
        </p:nvSpPr>
        <p:spPr>
          <a:xfrm>
            <a:off x="304800" y="1196752"/>
            <a:ext cx="8534400" cy="5105400"/>
          </a:xfrm>
        </p:spPr>
        <p:txBody>
          <a:bodyPr>
            <a:normAutofit/>
          </a:bodyPr>
          <a:lstStyle/>
          <a:p>
            <a:pPr>
              <a:lnSpc>
                <a:spcPct val="80000"/>
              </a:lnSpc>
              <a:buFontTx/>
              <a:buNone/>
            </a:pPr>
            <a:r>
              <a:rPr lang="ru-RU" sz="20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urier New" pitchFamily="49" charset="0"/>
              </a:rPr>
              <a:t>"Обычный" массив:</a:t>
            </a:r>
          </a:p>
          <a:p>
            <a:pPr>
              <a:lnSpc>
                <a:spcPct val="80000"/>
              </a:lnSpc>
              <a:buFontTx/>
              <a:buNone/>
            </a:pPr>
            <a:endParaRPr lang="ru-RU" sz="1000" dirty="0">
              <a:latin typeface="Courier New" pitchFamily="49" charset="0"/>
            </a:endParaRPr>
          </a:p>
          <a:p>
            <a:pPr>
              <a:lnSpc>
                <a:spcPct val="80000"/>
              </a:lnSpc>
              <a:buFontTx/>
              <a:buNone/>
            </a:pPr>
            <a:r>
              <a:rPr lang="ru-RU" sz="2400" dirty="0">
                <a:latin typeface="Courier New" pitchFamily="49" charset="0"/>
              </a:rPr>
              <a:t>М1 </a:t>
            </a:r>
            <a:r>
              <a:rPr lang="ru-RU" sz="2400" dirty="0">
                <a:solidFill>
                  <a:srgbClr val="FF0000"/>
                </a:solidFill>
                <a:latin typeface="Courier New" pitchFamily="49" charset="0"/>
              </a:rPr>
              <a:t>=</a:t>
            </a:r>
            <a:r>
              <a:rPr lang="ru-RU" sz="2400" dirty="0">
                <a:latin typeface="Courier New" pitchFamily="49" charset="0"/>
              </a:rPr>
              <a:t> </a:t>
            </a:r>
            <a:r>
              <a:rPr lang="ru-RU" sz="2400" b="1" dirty="0">
                <a:solidFill>
                  <a:srgbClr val="FF0000"/>
                </a:solidFill>
                <a:latin typeface="Courier New" pitchFamily="49" charset="0"/>
              </a:rPr>
              <a:t>Новый </a:t>
            </a:r>
            <a:r>
              <a:rPr lang="ru-RU" sz="2400" dirty="0" smtClean="0">
                <a:solidFill>
                  <a:srgbClr val="FF0000"/>
                </a:solidFill>
                <a:latin typeface="Courier New" pitchFamily="49" charset="0"/>
              </a:rPr>
              <a:t>Массив;</a:t>
            </a:r>
            <a:endParaRPr lang="ru-RU" sz="2400" dirty="0">
              <a:solidFill>
                <a:srgbClr val="FF0000"/>
              </a:solidFill>
              <a:latin typeface="Courier New" pitchFamily="49" charset="0"/>
            </a:endParaRPr>
          </a:p>
          <a:p>
            <a:pPr>
              <a:lnSpc>
                <a:spcPct val="80000"/>
              </a:lnSpc>
              <a:buNone/>
            </a:pPr>
            <a:r>
              <a:rPr lang="ru-RU" sz="2400" dirty="0">
                <a:latin typeface="Courier New" pitchFamily="49" charset="0"/>
              </a:rPr>
              <a:t>М1</a:t>
            </a:r>
            <a:r>
              <a:rPr lang="ru-RU" sz="2400" dirty="0">
                <a:solidFill>
                  <a:srgbClr val="FF0000"/>
                </a:solidFill>
                <a:latin typeface="Courier New" pitchFamily="49" charset="0"/>
              </a:rPr>
              <a:t>.</a:t>
            </a:r>
            <a:r>
              <a:rPr lang="ru-RU" sz="2400" dirty="0">
                <a:latin typeface="Courier New" pitchFamily="49" charset="0"/>
              </a:rPr>
              <a:t>Добавить</a:t>
            </a:r>
            <a:r>
              <a:rPr lang="ru-RU" sz="2400" dirty="0">
                <a:solidFill>
                  <a:srgbClr val="FF0000"/>
                </a:solidFill>
                <a:latin typeface="Courier New" pitchFamily="49" charset="0"/>
              </a:rPr>
              <a:t>(</a:t>
            </a:r>
            <a:r>
              <a:rPr lang="ru-RU" sz="2400" dirty="0">
                <a:latin typeface="Courier New" pitchFamily="49" charset="0"/>
              </a:rPr>
              <a:t>Истина</a:t>
            </a:r>
            <a:r>
              <a:rPr lang="ru-RU" sz="2400" dirty="0">
                <a:solidFill>
                  <a:srgbClr val="FF0000"/>
                </a:solidFill>
                <a:latin typeface="Courier New" pitchFamily="49" charset="0"/>
              </a:rPr>
              <a:t>);</a:t>
            </a:r>
          </a:p>
          <a:p>
            <a:pPr>
              <a:lnSpc>
                <a:spcPct val="80000"/>
              </a:lnSpc>
              <a:buNone/>
            </a:pPr>
            <a:r>
              <a:rPr lang="ru-RU" sz="2400" dirty="0">
                <a:latin typeface="Courier New" pitchFamily="49" charset="0"/>
              </a:rPr>
              <a:t>М1</a:t>
            </a:r>
            <a:r>
              <a:rPr lang="ru-RU" sz="2400" dirty="0">
                <a:solidFill>
                  <a:srgbClr val="FF0000"/>
                </a:solidFill>
                <a:latin typeface="Courier New" pitchFamily="49" charset="0"/>
              </a:rPr>
              <a:t>.</a:t>
            </a:r>
            <a:r>
              <a:rPr lang="ru-RU" sz="2400" dirty="0">
                <a:latin typeface="Courier New" pitchFamily="49" charset="0"/>
              </a:rPr>
              <a:t>Добавить</a:t>
            </a:r>
            <a:r>
              <a:rPr lang="ru-RU" sz="2400" dirty="0">
                <a:solidFill>
                  <a:srgbClr val="FF0000"/>
                </a:solidFill>
                <a:latin typeface="Courier New" pitchFamily="49" charset="0"/>
              </a:rPr>
              <a:t>(</a:t>
            </a:r>
            <a:r>
              <a:rPr lang="ru-RU" sz="2400" dirty="0" err="1">
                <a:latin typeface="Courier New" pitchFamily="49" charset="0"/>
              </a:rPr>
              <a:t>ТекущаяДата</a:t>
            </a:r>
            <a:r>
              <a:rPr lang="ru-RU" sz="2400" dirty="0">
                <a:solidFill>
                  <a:srgbClr val="FF0000"/>
                </a:solidFill>
                <a:latin typeface="Courier New" pitchFamily="49" charset="0"/>
              </a:rPr>
              <a:t>());</a:t>
            </a:r>
          </a:p>
          <a:p>
            <a:pPr>
              <a:lnSpc>
                <a:spcPct val="80000"/>
              </a:lnSpc>
              <a:buNone/>
            </a:pPr>
            <a:r>
              <a:rPr lang="ru-RU" sz="2400" dirty="0" smtClean="0">
                <a:latin typeface="Courier New" pitchFamily="49" charset="0"/>
              </a:rPr>
              <a:t>М1</a:t>
            </a:r>
            <a:r>
              <a:rPr lang="ru-RU" sz="2400" dirty="0" smtClean="0">
                <a:solidFill>
                  <a:srgbClr val="FF0000"/>
                </a:solidFill>
                <a:latin typeface="Courier New" pitchFamily="49" charset="0"/>
              </a:rPr>
              <a:t>.</a:t>
            </a:r>
            <a:r>
              <a:rPr lang="ru-RU" sz="2400" dirty="0" smtClean="0">
                <a:latin typeface="Courier New" pitchFamily="49" charset="0"/>
              </a:rPr>
              <a:t>Добавить</a:t>
            </a:r>
            <a:r>
              <a:rPr lang="ru-RU" sz="2400" dirty="0" smtClean="0">
                <a:solidFill>
                  <a:srgbClr val="FF0000"/>
                </a:solidFill>
                <a:latin typeface="Courier New" pitchFamily="49" charset="0"/>
              </a:rPr>
              <a:t>(</a:t>
            </a:r>
            <a:r>
              <a:rPr lang="ru-RU" sz="2400" dirty="0" smtClean="0">
                <a:solidFill>
                  <a:schemeClr val="tx1"/>
                </a:solidFill>
                <a:latin typeface="Courier New" pitchFamily="49" charset="0"/>
              </a:rPr>
              <a:t>"Опт"</a:t>
            </a:r>
            <a:r>
              <a:rPr lang="ru-RU" sz="2400" dirty="0" smtClean="0">
                <a:solidFill>
                  <a:srgbClr val="FF0000"/>
                </a:solidFill>
                <a:latin typeface="Courier New" pitchFamily="49" charset="0"/>
              </a:rPr>
              <a:t>);</a:t>
            </a:r>
          </a:p>
          <a:p>
            <a:pPr>
              <a:lnSpc>
                <a:spcPct val="80000"/>
              </a:lnSpc>
              <a:buFontTx/>
              <a:buNone/>
            </a:pPr>
            <a:endParaRPr lang="ru-RU" sz="2400" dirty="0">
              <a:latin typeface="Courier New" pitchFamily="49" charset="0"/>
            </a:endParaRPr>
          </a:p>
          <a:p>
            <a:pPr>
              <a:lnSpc>
                <a:spcPct val="80000"/>
              </a:lnSpc>
              <a:buFontTx/>
              <a:buNone/>
            </a:pPr>
            <a:endParaRPr lang="ru-RU" sz="2400" dirty="0">
              <a:latin typeface="Courier New" pitchFamily="49" charset="0"/>
            </a:endParaRPr>
          </a:p>
        </p:txBody>
      </p:sp>
      <p:sp>
        <p:nvSpPr>
          <p:cNvPr id="29698" name="Rectangle 2"/>
          <p:cNvSpPr>
            <a:spLocks noGrp="1" noChangeArrowheads="1"/>
          </p:cNvSpPr>
          <p:nvPr>
            <p:ph type="title"/>
          </p:nvPr>
        </p:nvSpPr>
        <p:spPr>
          <a:xfrm>
            <a:off x="179512" y="584194"/>
            <a:ext cx="8784976" cy="863606"/>
          </a:xfrm>
        </p:spPr>
        <p:txBody>
          <a:bodyPr/>
          <a:lstStyle/>
          <a:p>
            <a:r>
              <a:rPr lang="ru-RU" dirty="0">
                <a:solidFill>
                  <a:srgbClr val="FF0000"/>
                </a:solidFill>
              </a:rPr>
              <a:t>Массив</a:t>
            </a:r>
          </a:p>
        </p:txBody>
      </p:sp>
      <p:graphicFrame>
        <p:nvGraphicFramePr>
          <p:cNvPr id="2" name="Таблица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15036191"/>
              </p:ext>
            </p:extLst>
          </p:nvPr>
        </p:nvGraphicFramePr>
        <p:xfrm>
          <a:off x="6776948" y="1898583"/>
          <a:ext cx="1827499" cy="810336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82749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405168">
                <a:tc>
                  <a:txBody>
                    <a:bodyPr/>
                    <a:lstStyle/>
                    <a:p>
                      <a:r>
                        <a:rPr lang="ru-RU" dirty="0"/>
                        <a:t>Истина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05168">
                <a:tc>
                  <a:txBody>
                    <a:bodyPr/>
                    <a:lstStyle/>
                    <a:p>
                      <a:r>
                        <a:rPr lang="ru-RU" dirty="0"/>
                        <a:t>2020.02.14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10" name="Таблица 9"/>
          <p:cNvGraphicFramePr>
            <a:graphicFrameLocks noGrp="1"/>
          </p:cNvGraphicFramePr>
          <p:nvPr/>
        </p:nvGraphicFramePr>
        <p:xfrm>
          <a:off x="6776947" y="2695479"/>
          <a:ext cx="1827499" cy="405168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82749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405168">
                <a:tc>
                  <a:txBody>
                    <a:bodyPr/>
                    <a:lstStyle/>
                    <a:p>
                      <a:r>
                        <a:rPr lang="ru-RU" sz="1800" dirty="0">
                          <a:solidFill>
                            <a:schemeClr val="tx1"/>
                          </a:solidFill>
                          <a:latin typeface="Courier New" pitchFamily="49" charset="0"/>
                        </a:rPr>
                        <a:t>"Опт"</a:t>
                      </a:r>
                      <a:endParaRPr lang="ru-R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0113908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9" name="Rectangle 3"/>
          <p:cNvSpPr>
            <a:spLocks noGrp="1" noChangeArrowheads="1"/>
          </p:cNvSpPr>
          <p:nvPr>
            <p:ph idx="1"/>
          </p:nvPr>
        </p:nvSpPr>
        <p:spPr>
          <a:xfrm>
            <a:off x="304800" y="1196752"/>
            <a:ext cx="8534400" cy="5105400"/>
          </a:xfrm>
        </p:spPr>
        <p:txBody>
          <a:bodyPr>
            <a:normAutofit/>
          </a:bodyPr>
          <a:lstStyle/>
          <a:p>
            <a:pPr>
              <a:lnSpc>
                <a:spcPct val="80000"/>
              </a:lnSpc>
              <a:buFontTx/>
              <a:buNone/>
            </a:pPr>
            <a:r>
              <a:rPr lang="ru-RU" sz="20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urier New" pitchFamily="49" charset="0"/>
              </a:rPr>
              <a:t>"Обычный" массив:</a:t>
            </a:r>
          </a:p>
          <a:p>
            <a:pPr>
              <a:lnSpc>
                <a:spcPct val="80000"/>
              </a:lnSpc>
              <a:buFontTx/>
              <a:buNone/>
            </a:pPr>
            <a:endParaRPr lang="ru-RU" sz="1000" dirty="0">
              <a:latin typeface="Courier New" pitchFamily="49" charset="0"/>
            </a:endParaRPr>
          </a:p>
          <a:p>
            <a:pPr>
              <a:lnSpc>
                <a:spcPct val="80000"/>
              </a:lnSpc>
              <a:buFontTx/>
              <a:buNone/>
            </a:pPr>
            <a:r>
              <a:rPr lang="ru-RU" sz="2400" dirty="0">
                <a:latin typeface="Courier New" pitchFamily="49" charset="0"/>
              </a:rPr>
              <a:t>М1 </a:t>
            </a:r>
            <a:r>
              <a:rPr lang="ru-RU" sz="2400" dirty="0">
                <a:solidFill>
                  <a:srgbClr val="FF0000"/>
                </a:solidFill>
                <a:latin typeface="Courier New" pitchFamily="49" charset="0"/>
              </a:rPr>
              <a:t>=</a:t>
            </a:r>
            <a:r>
              <a:rPr lang="ru-RU" sz="2400" dirty="0">
                <a:latin typeface="Courier New" pitchFamily="49" charset="0"/>
              </a:rPr>
              <a:t> </a:t>
            </a:r>
            <a:r>
              <a:rPr lang="ru-RU" sz="2400" b="1" dirty="0">
                <a:solidFill>
                  <a:srgbClr val="FF0000"/>
                </a:solidFill>
                <a:latin typeface="Courier New" pitchFamily="49" charset="0"/>
              </a:rPr>
              <a:t>Новый </a:t>
            </a:r>
            <a:r>
              <a:rPr lang="ru-RU" sz="2400" dirty="0" smtClean="0">
                <a:latin typeface="Courier New" pitchFamily="49" charset="0"/>
              </a:rPr>
              <a:t>Массив</a:t>
            </a:r>
            <a:r>
              <a:rPr lang="ru-RU" sz="2400" dirty="0" smtClean="0">
                <a:solidFill>
                  <a:srgbClr val="FF0000"/>
                </a:solidFill>
                <a:latin typeface="Courier New" pitchFamily="49" charset="0"/>
              </a:rPr>
              <a:t>;</a:t>
            </a:r>
            <a:endParaRPr lang="ru-RU" sz="2400" dirty="0">
              <a:solidFill>
                <a:srgbClr val="FF0000"/>
              </a:solidFill>
              <a:latin typeface="Courier New" pitchFamily="49" charset="0"/>
            </a:endParaRPr>
          </a:p>
          <a:p>
            <a:pPr>
              <a:lnSpc>
                <a:spcPct val="80000"/>
              </a:lnSpc>
              <a:buFontTx/>
              <a:buNone/>
            </a:pPr>
            <a:r>
              <a:rPr lang="ru-RU" sz="2400" dirty="0">
                <a:latin typeface="Courier New" pitchFamily="49" charset="0"/>
              </a:rPr>
              <a:t>М1</a:t>
            </a:r>
            <a:r>
              <a:rPr lang="ru-RU" sz="2400" dirty="0">
                <a:solidFill>
                  <a:srgbClr val="FF0000"/>
                </a:solidFill>
                <a:latin typeface="Courier New" pitchFamily="49" charset="0"/>
              </a:rPr>
              <a:t>[</a:t>
            </a:r>
            <a:r>
              <a:rPr lang="ru-RU" sz="2400" dirty="0">
                <a:solidFill>
                  <a:schemeClr val="tx1"/>
                </a:solidFill>
                <a:latin typeface="Courier New" pitchFamily="49" charset="0"/>
              </a:rPr>
              <a:t>0</a:t>
            </a:r>
            <a:r>
              <a:rPr lang="ru-RU" sz="2400" dirty="0">
                <a:solidFill>
                  <a:srgbClr val="FF0000"/>
                </a:solidFill>
                <a:latin typeface="Courier New" pitchFamily="49" charset="0"/>
              </a:rPr>
              <a:t>]</a:t>
            </a:r>
            <a:r>
              <a:rPr lang="ru-RU" sz="2400" dirty="0">
                <a:latin typeface="Courier New" pitchFamily="49" charset="0"/>
              </a:rPr>
              <a:t> </a:t>
            </a:r>
            <a:r>
              <a:rPr lang="ru-RU" sz="2400" dirty="0">
                <a:solidFill>
                  <a:srgbClr val="FF0000"/>
                </a:solidFill>
                <a:latin typeface="Courier New" pitchFamily="49" charset="0"/>
              </a:rPr>
              <a:t>=</a:t>
            </a:r>
            <a:r>
              <a:rPr lang="ru-RU" sz="2400" dirty="0">
                <a:latin typeface="Courier New" pitchFamily="49" charset="0"/>
              </a:rPr>
              <a:t> Истина</a:t>
            </a:r>
            <a:r>
              <a:rPr lang="ru-RU" sz="2400" dirty="0">
                <a:solidFill>
                  <a:srgbClr val="FF0000"/>
                </a:solidFill>
                <a:latin typeface="Courier New" pitchFamily="49" charset="0"/>
              </a:rPr>
              <a:t>;</a:t>
            </a:r>
          </a:p>
          <a:p>
            <a:pPr>
              <a:lnSpc>
                <a:spcPct val="80000"/>
              </a:lnSpc>
              <a:buFontTx/>
              <a:buNone/>
            </a:pPr>
            <a:r>
              <a:rPr lang="ru-RU" sz="2400" dirty="0">
                <a:latin typeface="Courier New" pitchFamily="49" charset="0"/>
              </a:rPr>
              <a:t>М1</a:t>
            </a:r>
            <a:r>
              <a:rPr lang="ru-RU" sz="2400" dirty="0">
                <a:solidFill>
                  <a:srgbClr val="FF0000"/>
                </a:solidFill>
                <a:latin typeface="Courier New" pitchFamily="49" charset="0"/>
              </a:rPr>
              <a:t>[</a:t>
            </a:r>
            <a:r>
              <a:rPr lang="ru-RU" sz="2400" dirty="0">
                <a:solidFill>
                  <a:schemeClr val="tx1"/>
                </a:solidFill>
                <a:latin typeface="Courier New" pitchFamily="49" charset="0"/>
              </a:rPr>
              <a:t>1</a:t>
            </a:r>
            <a:r>
              <a:rPr lang="ru-RU" sz="2400" dirty="0">
                <a:solidFill>
                  <a:srgbClr val="FF0000"/>
                </a:solidFill>
                <a:latin typeface="Courier New" pitchFamily="49" charset="0"/>
              </a:rPr>
              <a:t>]</a:t>
            </a:r>
            <a:r>
              <a:rPr lang="ru-RU" sz="2400" dirty="0">
                <a:latin typeface="Courier New" pitchFamily="49" charset="0"/>
              </a:rPr>
              <a:t> </a:t>
            </a:r>
            <a:r>
              <a:rPr lang="ru-RU" sz="2400" dirty="0">
                <a:solidFill>
                  <a:srgbClr val="FF0000"/>
                </a:solidFill>
                <a:latin typeface="Courier New" pitchFamily="49" charset="0"/>
              </a:rPr>
              <a:t>=</a:t>
            </a:r>
            <a:r>
              <a:rPr lang="ru-RU" sz="2400" dirty="0">
                <a:latin typeface="Courier New" pitchFamily="49" charset="0"/>
              </a:rPr>
              <a:t> </a:t>
            </a:r>
            <a:r>
              <a:rPr lang="ru-RU" sz="2400" dirty="0" err="1">
                <a:latin typeface="Courier New" pitchFamily="49" charset="0"/>
              </a:rPr>
              <a:t>ТекущаяДата</a:t>
            </a:r>
            <a:r>
              <a:rPr lang="ru-RU" sz="2400" dirty="0">
                <a:solidFill>
                  <a:srgbClr val="FF0000"/>
                </a:solidFill>
                <a:latin typeface="Courier New" pitchFamily="49" charset="0"/>
              </a:rPr>
              <a:t>();</a:t>
            </a:r>
          </a:p>
          <a:p>
            <a:pPr>
              <a:lnSpc>
                <a:spcPct val="80000"/>
              </a:lnSpc>
              <a:buNone/>
            </a:pPr>
            <a:r>
              <a:rPr lang="ru-RU" sz="2400" dirty="0">
                <a:latin typeface="Courier New" pitchFamily="49" charset="0"/>
              </a:rPr>
              <a:t>М1</a:t>
            </a:r>
            <a:r>
              <a:rPr lang="ru-RU" sz="2400" dirty="0">
                <a:solidFill>
                  <a:srgbClr val="FF0000"/>
                </a:solidFill>
                <a:latin typeface="Courier New" pitchFamily="49" charset="0"/>
              </a:rPr>
              <a:t>.</a:t>
            </a:r>
            <a:r>
              <a:rPr lang="ru-RU" sz="2400" dirty="0">
                <a:latin typeface="Courier New" pitchFamily="49" charset="0"/>
              </a:rPr>
              <a:t>Добавить</a:t>
            </a:r>
            <a:r>
              <a:rPr lang="ru-RU" sz="2400" dirty="0">
                <a:solidFill>
                  <a:srgbClr val="FF0000"/>
                </a:solidFill>
                <a:latin typeface="Courier New" pitchFamily="49" charset="0"/>
              </a:rPr>
              <a:t>(</a:t>
            </a:r>
            <a:r>
              <a:rPr lang="ru-RU" sz="2400" dirty="0">
                <a:solidFill>
                  <a:schemeClr val="tx1"/>
                </a:solidFill>
                <a:latin typeface="Courier New" pitchFamily="49" charset="0"/>
              </a:rPr>
              <a:t>"Опт"</a:t>
            </a:r>
            <a:r>
              <a:rPr lang="ru-RU" sz="2400" dirty="0">
                <a:solidFill>
                  <a:srgbClr val="FF0000"/>
                </a:solidFill>
                <a:latin typeface="Courier New" pitchFamily="49" charset="0"/>
              </a:rPr>
              <a:t>);</a:t>
            </a:r>
          </a:p>
          <a:p>
            <a:pPr>
              <a:lnSpc>
                <a:spcPct val="80000"/>
              </a:lnSpc>
              <a:buNone/>
            </a:pPr>
            <a:endParaRPr lang="ru-RU" sz="2400" dirty="0">
              <a:solidFill>
                <a:srgbClr val="00B050"/>
              </a:solidFill>
              <a:latin typeface="Courier New" pitchFamily="49" charset="0"/>
            </a:endParaRPr>
          </a:p>
          <a:p>
            <a:pPr>
              <a:lnSpc>
                <a:spcPct val="80000"/>
              </a:lnSpc>
              <a:buNone/>
            </a:pPr>
            <a:r>
              <a:rPr lang="ru-RU" sz="2400" dirty="0">
                <a:solidFill>
                  <a:srgbClr val="00B050"/>
                </a:solidFill>
                <a:latin typeface="Courier New" pitchFamily="49" charset="0"/>
              </a:rPr>
              <a:t>//Чтение данных массива</a:t>
            </a:r>
          </a:p>
          <a:p>
            <a:pPr>
              <a:lnSpc>
                <a:spcPct val="80000"/>
              </a:lnSpc>
              <a:buNone/>
            </a:pPr>
            <a:r>
              <a:rPr lang="ru-RU" sz="2400" dirty="0">
                <a:solidFill>
                  <a:srgbClr val="FF0000"/>
                </a:solidFill>
                <a:latin typeface="Courier New" pitchFamily="49" charset="0"/>
              </a:rPr>
              <a:t>Если </a:t>
            </a:r>
            <a:r>
              <a:rPr lang="ru-RU" sz="2400" dirty="0" err="1">
                <a:latin typeface="Courier New" pitchFamily="49" charset="0"/>
              </a:rPr>
              <a:t>ТекущаяДата</a:t>
            </a:r>
            <a:r>
              <a:rPr lang="ru-RU" sz="2400" dirty="0">
                <a:solidFill>
                  <a:srgbClr val="FF0000"/>
                </a:solidFill>
                <a:latin typeface="Courier New" pitchFamily="49" charset="0"/>
              </a:rPr>
              <a:t>() &gt; </a:t>
            </a:r>
            <a:r>
              <a:rPr lang="ru-RU" sz="2400" dirty="0">
                <a:latin typeface="Courier New" pitchFamily="49" charset="0"/>
              </a:rPr>
              <a:t>М1</a:t>
            </a:r>
            <a:r>
              <a:rPr lang="ru-RU" sz="2400" dirty="0">
                <a:solidFill>
                  <a:srgbClr val="FF0000"/>
                </a:solidFill>
                <a:latin typeface="Courier New" pitchFamily="49" charset="0"/>
              </a:rPr>
              <a:t>[</a:t>
            </a:r>
            <a:r>
              <a:rPr lang="ru-RU" sz="2400" dirty="0">
                <a:solidFill>
                  <a:schemeClr val="tx1"/>
                </a:solidFill>
                <a:latin typeface="Courier New" pitchFamily="49" charset="0"/>
              </a:rPr>
              <a:t>1</a:t>
            </a:r>
            <a:r>
              <a:rPr lang="ru-RU" sz="2400" dirty="0">
                <a:solidFill>
                  <a:srgbClr val="FF0000"/>
                </a:solidFill>
                <a:latin typeface="Courier New" pitchFamily="49" charset="0"/>
              </a:rPr>
              <a:t>] Тогда</a:t>
            </a:r>
          </a:p>
          <a:p>
            <a:pPr>
              <a:lnSpc>
                <a:spcPct val="80000"/>
              </a:lnSpc>
              <a:buNone/>
            </a:pPr>
            <a:r>
              <a:rPr lang="ru-RU" sz="2400" dirty="0">
                <a:solidFill>
                  <a:srgbClr val="FF0000"/>
                </a:solidFill>
                <a:latin typeface="Courier New" pitchFamily="49" charset="0"/>
              </a:rPr>
              <a:t>	</a:t>
            </a:r>
            <a:r>
              <a:rPr lang="ru-RU" sz="2400" dirty="0">
                <a:latin typeface="Courier New" pitchFamily="49" charset="0"/>
              </a:rPr>
              <a:t>Отказ</a:t>
            </a:r>
            <a:r>
              <a:rPr lang="ru-RU" sz="2400" dirty="0">
                <a:solidFill>
                  <a:srgbClr val="FF0000"/>
                </a:solidFill>
                <a:latin typeface="Courier New" pitchFamily="49" charset="0"/>
              </a:rPr>
              <a:t> = </a:t>
            </a:r>
            <a:r>
              <a:rPr lang="ru-RU" sz="2400" dirty="0">
                <a:latin typeface="Courier New" pitchFamily="49" charset="0"/>
              </a:rPr>
              <a:t>М1</a:t>
            </a:r>
            <a:r>
              <a:rPr lang="ru-RU" sz="2400" dirty="0">
                <a:solidFill>
                  <a:srgbClr val="FF0000"/>
                </a:solidFill>
                <a:latin typeface="Courier New" pitchFamily="49" charset="0"/>
              </a:rPr>
              <a:t>[</a:t>
            </a:r>
            <a:r>
              <a:rPr lang="ru-RU" sz="2400" dirty="0">
                <a:solidFill>
                  <a:schemeClr val="tx1"/>
                </a:solidFill>
                <a:latin typeface="Courier New" pitchFamily="49" charset="0"/>
              </a:rPr>
              <a:t>0</a:t>
            </a:r>
            <a:r>
              <a:rPr lang="ru-RU" sz="2400" dirty="0">
                <a:solidFill>
                  <a:srgbClr val="FF0000"/>
                </a:solidFill>
                <a:latin typeface="Courier New" pitchFamily="49" charset="0"/>
              </a:rPr>
              <a:t>];</a:t>
            </a:r>
          </a:p>
          <a:p>
            <a:pPr>
              <a:lnSpc>
                <a:spcPct val="80000"/>
              </a:lnSpc>
              <a:buNone/>
            </a:pPr>
            <a:r>
              <a:rPr lang="ru-RU" sz="2400" dirty="0" err="1">
                <a:solidFill>
                  <a:srgbClr val="FF0000"/>
                </a:solidFill>
                <a:latin typeface="Courier New" pitchFamily="49" charset="0"/>
              </a:rPr>
              <a:t>КонецЕсли</a:t>
            </a:r>
            <a:r>
              <a:rPr lang="ru-RU" sz="2400" dirty="0">
                <a:solidFill>
                  <a:srgbClr val="FF0000"/>
                </a:solidFill>
                <a:latin typeface="Courier New" pitchFamily="49" charset="0"/>
              </a:rPr>
              <a:t>;</a:t>
            </a:r>
          </a:p>
          <a:p>
            <a:pPr>
              <a:lnSpc>
                <a:spcPct val="80000"/>
              </a:lnSpc>
              <a:buFontTx/>
              <a:buNone/>
            </a:pPr>
            <a:endParaRPr lang="ru-RU" sz="2400" dirty="0">
              <a:latin typeface="Courier New" pitchFamily="49" charset="0"/>
            </a:endParaRPr>
          </a:p>
          <a:p>
            <a:pPr>
              <a:lnSpc>
                <a:spcPct val="80000"/>
              </a:lnSpc>
              <a:buFontTx/>
              <a:buNone/>
            </a:pPr>
            <a:endParaRPr lang="ru-RU" sz="2400" dirty="0">
              <a:latin typeface="Courier New" pitchFamily="49" charset="0"/>
            </a:endParaRPr>
          </a:p>
        </p:txBody>
      </p:sp>
      <p:sp>
        <p:nvSpPr>
          <p:cNvPr id="29698" name="Rectangle 2"/>
          <p:cNvSpPr>
            <a:spLocks noGrp="1" noChangeArrowheads="1"/>
          </p:cNvSpPr>
          <p:nvPr>
            <p:ph type="title"/>
          </p:nvPr>
        </p:nvSpPr>
        <p:spPr>
          <a:xfrm>
            <a:off x="179512" y="584194"/>
            <a:ext cx="8784976" cy="863606"/>
          </a:xfrm>
        </p:spPr>
        <p:txBody>
          <a:bodyPr/>
          <a:lstStyle/>
          <a:p>
            <a:r>
              <a:rPr lang="ru-RU" dirty="0">
                <a:solidFill>
                  <a:srgbClr val="FF0000"/>
                </a:solidFill>
              </a:rPr>
              <a:t>Массив</a:t>
            </a:r>
          </a:p>
        </p:txBody>
      </p:sp>
      <p:graphicFrame>
        <p:nvGraphicFramePr>
          <p:cNvPr id="2" name="Таблица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05363861"/>
              </p:ext>
            </p:extLst>
          </p:nvPr>
        </p:nvGraphicFramePr>
        <p:xfrm>
          <a:off x="6776948" y="1898583"/>
          <a:ext cx="1827499" cy="810336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82749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405168">
                <a:tc>
                  <a:txBody>
                    <a:bodyPr/>
                    <a:lstStyle/>
                    <a:p>
                      <a:r>
                        <a:rPr lang="ru-RU" dirty="0"/>
                        <a:t>Истина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05168">
                <a:tc>
                  <a:txBody>
                    <a:bodyPr/>
                    <a:lstStyle/>
                    <a:p>
                      <a:r>
                        <a:rPr lang="ru-RU" dirty="0"/>
                        <a:t>2020.02.14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10" name="Таблица 9"/>
          <p:cNvGraphicFramePr>
            <a:graphicFrameLocks noGrp="1"/>
          </p:cNvGraphicFramePr>
          <p:nvPr/>
        </p:nvGraphicFramePr>
        <p:xfrm>
          <a:off x="6776947" y="2695479"/>
          <a:ext cx="1827499" cy="405168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82749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405168">
                <a:tc>
                  <a:txBody>
                    <a:bodyPr/>
                    <a:lstStyle/>
                    <a:p>
                      <a:r>
                        <a:rPr lang="ru-RU" sz="1800" dirty="0">
                          <a:solidFill>
                            <a:schemeClr val="tx1"/>
                          </a:solidFill>
                          <a:latin typeface="Courier New" pitchFamily="49" charset="0"/>
                        </a:rPr>
                        <a:t>"Опт"</a:t>
                      </a:r>
                      <a:endParaRPr lang="ru-R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39164597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" name="Group 10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15525398"/>
              </p:ext>
            </p:extLst>
          </p:nvPr>
        </p:nvGraphicFramePr>
        <p:xfrm>
          <a:off x="1979712" y="1215173"/>
          <a:ext cx="4733925" cy="431800"/>
        </p:xfrm>
        <a:graphic>
          <a:graphicData uri="http://schemas.openxmlformats.org/drawingml/2006/table">
            <a:tbl>
              <a:tblPr/>
              <a:tblGrid>
                <a:gridCol w="236696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36696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318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u-RU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Ключ</a:t>
                      </a:r>
                      <a:endParaRPr kumimoji="0" lang="ru-RU" sz="1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anchor="ctr" horzOverflow="overflow">
                    <a:lnL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0C0C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u-RU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Значение</a:t>
                      </a:r>
                      <a:endParaRPr kumimoji="0" lang="ru-RU" sz="1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0C0C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30723" name="Rectangle 3"/>
          <p:cNvSpPr>
            <a:spLocks noGrp="1" noChangeArrowheads="1"/>
          </p:cNvSpPr>
          <p:nvPr>
            <p:ph idx="1"/>
          </p:nvPr>
        </p:nvSpPr>
        <p:spPr>
          <a:xfrm>
            <a:off x="304800" y="2996952"/>
            <a:ext cx="8534400" cy="3200400"/>
          </a:xfrm>
        </p:spPr>
        <p:txBody>
          <a:bodyPr/>
          <a:lstStyle/>
          <a:p>
            <a:pPr>
              <a:lnSpc>
                <a:spcPct val="80000"/>
              </a:lnSpc>
              <a:buFontTx/>
              <a:buNone/>
            </a:pPr>
            <a:r>
              <a:rPr lang="ru-RU" sz="2000" b="1" u="sng" dirty="0">
                <a:solidFill>
                  <a:schemeClr val="tx1">
                    <a:lumMod val="75000"/>
                    <a:lumOff val="25000"/>
                  </a:schemeClr>
                </a:solidFill>
                <a:latin typeface="Courier New" pitchFamily="49" charset="0"/>
              </a:rPr>
              <a:t>Создание структуры:</a:t>
            </a:r>
          </a:p>
          <a:p>
            <a:pPr>
              <a:lnSpc>
                <a:spcPct val="80000"/>
              </a:lnSpc>
              <a:buFontTx/>
              <a:buNone/>
            </a:pPr>
            <a:endParaRPr lang="ru-RU" sz="1200" b="1" i="1" u="sng" dirty="0">
              <a:solidFill>
                <a:schemeClr val="accent2"/>
              </a:solidFill>
              <a:latin typeface="Courier New" pitchFamily="49" charset="0"/>
            </a:endParaRPr>
          </a:p>
          <a:p>
            <a:pPr>
              <a:lnSpc>
                <a:spcPct val="80000"/>
              </a:lnSpc>
              <a:buFontTx/>
              <a:buNone/>
            </a:pPr>
            <a:r>
              <a:rPr lang="ru-RU" sz="1600" dirty="0">
                <a:latin typeface="Courier New" pitchFamily="49" charset="0"/>
              </a:rPr>
              <a:t>Параметры </a:t>
            </a:r>
            <a:r>
              <a:rPr lang="ru-RU" sz="1600" dirty="0">
                <a:solidFill>
                  <a:srgbClr val="FF0000"/>
                </a:solidFill>
                <a:latin typeface="Courier New" pitchFamily="49" charset="0"/>
              </a:rPr>
              <a:t>=</a:t>
            </a:r>
            <a:r>
              <a:rPr lang="ru-RU" sz="1600" dirty="0">
                <a:latin typeface="Courier New" pitchFamily="49" charset="0"/>
              </a:rPr>
              <a:t> </a:t>
            </a:r>
            <a:r>
              <a:rPr lang="ru-RU" sz="1600" b="1" dirty="0">
                <a:solidFill>
                  <a:srgbClr val="FF0000"/>
                </a:solidFill>
                <a:latin typeface="Courier New" pitchFamily="49" charset="0"/>
              </a:rPr>
              <a:t>Новый </a:t>
            </a:r>
            <a:r>
              <a:rPr lang="ru-RU" sz="1600" dirty="0">
                <a:solidFill>
                  <a:srgbClr val="FF0000"/>
                </a:solidFill>
                <a:latin typeface="Courier New" pitchFamily="49" charset="0"/>
              </a:rPr>
              <a:t>Структура;</a:t>
            </a:r>
          </a:p>
        </p:txBody>
      </p:sp>
      <p:sp>
        <p:nvSpPr>
          <p:cNvPr id="30722" name="Rectangle 2"/>
          <p:cNvSpPr>
            <a:spLocks noGrp="1" noChangeArrowheads="1"/>
          </p:cNvSpPr>
          <p:nvPr>
            <p:ph type="title"/>
          </p:nvPr>
        </p:nvSpPr>
        <p:spPr>
          <a:xfrm>
            <a:off x="179512" y="548680"/>
            <a:ext cx="8784976" cy="670520"/>
          </a:xfrm>
        </p:spPr>
        <p:txBody>
          <a:bodyPr/>
          <a:lstStyle/>
          <a:p>
            <a:r>
              <a:rPr lang="ru-RU" dirty="0">
                <a:solidFill>
                  <a:srgbClr val="FF0000"/>
                </a:solidFill>
              </a:rPr>
              <a:t>Структура</a:t>
            </a:r>
          </a:p>
        </p:txBody>
      </p:sp>
    </p:spTree>
    <p:extLst>
      <p:ext uri="{BB962C8B-B14F-4D97-AF65-F5344CB8AC3E}">
        <p14:creationId xmlns:p14="http://schemas.microsoft.com/office/powerpoint/2010/main" val="231445642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2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072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2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072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0723" grpId="0" uiExpand="1" build="p"/>
    </p:bldLst>
  </p:timing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" name="Group 104"/>
          <p:cNvGraphicFramePr>
            <a:graphicFrameLocks noGrp="1"/>
          </p:cNvGraphicFramePr>
          <p:nvPr/>
        </p:nvGraphicFramePr>
        <p:xfrm>
          <a:off x="1979712" y="1215173"/>
          <a:ext cx="4733925" cy="431800"/>
        </p:xfrm>
        <a:graphic>
          <a:graphicData uri="http://schemas.openxmlformats.org/drawingml/2006/table">
            <a:tbl>
              <a:tblPr/>
              <a:tblGrid>
                <a:gridCol w="236696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36696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318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u-RU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Ключ</a:t>
                      </a:r>
                      <a:endParaRPr kumimoji="0" lang="ru-RU" sz="1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anchor="ctr" horzOverflow="overflow">
                    <a:lnL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0C0C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u-RU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Значение</a:t>
                      </a:r>
                      <a:endParaRPr kumimoji="0" lang="ru-RU" sz="1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0C0C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30723" name="Rectangle 3"/>
          <p:cNvSpPr>
            <a:spLocks noGrp="1" noChangeArrowheads="1"/>
          </p:cNvSpPr>
          <p:nvPr>
            <p:ph idx="1"/>
          </p:nvPr>
        </p:nvSpPr>
        <p:spPr>
          <a:xfrm>
            <a:off x="304800" y="2996952"/>
            <a:ext cx="8534400" cy="3200400"/>
          </a:xfrm>
        </p:spPr>
        <p:txBody>
          <a:bodyPr/>
          <a:lstStyle/>
          <a:p>
            <a:pPr>
              <a:lnSpc>
                <a:spcPct val="80000"/>
              </a:lnSpc>
              <a:buFontTx/>
              <a:buNone/>
            </a:pPr>
            <a:r>
              <a:rPr lang="ru-RU" sz="2000" b="1" u="sng" dirty="0">
                <a:solidFill>
                  <a:schemeClr val="tx1">
                    <a:lumMod val="75000"/>
                    <a:lumOff val="25000"/>
                  </a:schemeClr>
                </a:solidFill>
                <a:latin typeface="Courier New" pitchFamily="49" charset="0"/>
              </a:rPr>
              <a:t>Создание структуры:</a:t>
            </a:r>
          </a:p>
          <a:p>
            <a:pPr>
              <a:lnSpc>
                <a:spcPct val="80000"/>
              </a:lnSpc>
              <a:buFontTx/>
              <a:buNone/>
            </a:pPr>
            <a:endParaRPr lang="ru-RU" sz="1200" b="1" i="1" u="sng" dirty="0">
              <a:solidFill>
                <a:schemeClr val="accent2"/>
              </a:solidFill>
              <a:latin typeface="Courier New" pitchFamily="49" charset="0"/>
            </a:endParaRPr>
          </a:p>
          <a:p>
            <a:pPr>
              <a:lnSpc>
                <a:spcPct val="80000"/>
              </a:lnSpc>
              <a:buFontTx/>
              <a:buNone/>
            </a:pPr>
            <a:r>
              <a:rPr lang="ru-RU" sz="1600" dirty="0">
                <a:latin typeface="Courier New" pitchFamily="49" charset="0"/>
              </a:rPr>
              <a:t>Параметры </a:t>
            </a:r>
            <a:r>
              <a:rPr lang="ru-RU" sz="1600" dirty="0">
                <a:solidFill>
                  <a:srgbClr val="FF0000"/>
                </a:solidFill>
                <a:latin typeface="Courier New" pitchFamily="49" charset="0"/>
              </a:rPr>
              <a:t>=</a:t>
            </a:r>
            <a:r>
              <a:rPr lang="ru-RU" sz="1600" dirty="0">
                <a:latin typeface="Courier New" pitchFamily="49" charset="0"/>
              </a:rPr>
              <a:t> </a:t>
            </a:r>
            <a:r>
              <a:rPr lang="ru-RU" sz="1600" b="1" dirty="0">
                <a:solidFill>
                  <a:srgbClr val="FF0000"/>
                </a:solidFill>
                <a:latin typeface="Courier New" pitchFamily="49" charset="0"/>
              </a:rPr>
              <a:t>Новый </a:t>
            </a:r>
            <a:r>
              <a:rPr lang="ru-RU" sz="1600" dirty="0">
                <a:solidFill>
                  <a:srgbClr val="FF0000"/>
                </a:solidFill>
                <a:latin typeface="Courier New" pitchFamily="49" charset="0"/>
              </a:rPr>
              <a:t>Структура;</a:t>
            </a:r>
          </a:p>
          <a:p>
            <a:pPr>
              <a:lnSpc>
                <a:spcPct val="80000"/>
              </a:lnSpc>
              <a:buFontTx/>
              <a:buNone/>
            </a:pPr>
            <a:r>
              <a:rPr lang="ru-RU" sz="1600" dirty="0" err="1">
                <a:latin typeface="Courier New" pitchFamily="49" charset="0"/>
              </a:rPr>
              <a:t>Параметры</a:t>
            </a:r>
            <a:r>
              <a:rPr lang="ru-RU" sz="1600" dirty="0" err="1">
                <a:solidFill>
                  <a:srgbClr val="FF0000"/>
                </a:solidFill>
                <a:latin typeface="Courier New" pitchFamily="49" charset="0"/>
              </a:rPr>
              <a:t>.</a:t>
            </a:r>
            <a:r>
              <a:rPr lang="ru-RU" sz="1600" dirty="0" err="1">
                <a:latin typeface="Courier New" pitchFamily="49" charset="0"/>
              </a:rPr>
              <a:t>Вставить</a:t>
            </a:r>
            <a:r>
              <a:rPr lang="ru-RU" sz="1600" dirty="0">
                <a:solidFill>
                  <a:srgbClr val="FF0000"/>
                </a:solidFill>
                <a:latin typeface="Courier New" pitchFamily="49" charset="0"/>
              </a:rPr>
              <a:t>(</a:t>
            </a:r>
            <a:r>
              <a:rPr lang="ru-RU" sz="1600" dirty="0">
                <a:solidFill>
                  <a:schemeClr val="tx1"/>
                </a:solidFill>
                <a:latin typeface="Courier New" pitchFamily="49" charset="0"/>
              </a:rPr>
              <a:t>"</a:t>
            </a:r>
            <a:r>
              <a:rPr lang="ru-RU" sz="1600" dirty="0" err="1">
                <a:solidFill>
                  <a:schemeClr val="tx1"/>
                </a:solidFill>
                <a:latin typeface="Courier New" pitchFamily="49" charset="0"/>
              </a:rPr>
              <a:t>ЗаголовокОтчета</a:t>
            </a:r>
            <a:r>
              <a:rPr lang="ru-RU" sz="1600" dirty="0">
                <a:solidFill>
                  <a:schemeClr val="tx1"/>
                </a:solidFill>
                <a:latin typeface="Courier New" pitchFamily="49" charset="0"/>
              </a:rPr>
              <a:t>"</a:t>
            </a:r>
            <a:r>
              <a:rPr lang="ru-RU" sz="1600" dirty="0">
                <a:solidFill>
                  <a:srgbClr val="FF0000"/>
                </a:solidFill>
                <a:latin typeface="Courier New" pitchFamily="49" charset="0"/>
              </a:rPr>
              <a:t>,</a:t>
            </a:r>
            <a:r>
              <a:rPr lang="ru-RU" sz="1600" dirty="0">
                <a:latin typeface="Courier New" pitchFamily="49" charset="0"/>
              </a:rPr>
              <a:t> </a:t>
            </a:r>
            <a:r>
              <a:rPr lang="ru-RU" sz="1600" dirty="0">
                <a:solidFill>
                  <a:schemeClr val="tx1"/>
                </a:solidFill>
                <a:latin typeface="Courier New" pitchFamily="49" charset="0"/>
              </a:rPr>
              <a:t>"Анализ продаж"</a:t>
            </a:r>
            <a:r>
              <a:rPr lang="ru-RU" sz="1600" dirty="0">
                <a:solidFill>
                  <a:srgbClr val="FF0000"/>
                </a:solidFill>
                <a:latin typeface="Courier New" pitchFamily="49" charset="0"/>
              </a:rPr>
              <a:t>);</a:t>
            </a:r>
          </a:p>
        </p:txBody>
      </p:sp>
      <p:sp>
        <p:nvSpPr>
          <p:cNvPr id="30722" name="Rectangle 2"/>
          <p:cNvSpPr>
            <a:spLocks noGrp="1" noChangeArrowheads="1"/>
          </p:cNvSpPr>
          <p:nvPr>
            <p:ph type="title"/>
          </p:nvPr>
        </p:nvSpPr>
        <p:spPr>
          <a:xfrm>
            <a:off x="179512" y="548680"/>
            <a:ext cx="8784976" cy="670520"/>
          </a:xfrm>
        </p:spPr>
        <p:txBody>
          <a:bodyPr/>
          <a:lstStyle/>
          <a:p>
            <a:r>
              <a:rPr lang="ru-RU" dirty="0">
                <a:solidFill>
                  <a:srgbClr val="FF0000"/>
                </a:solidFill>
              </a:rPr>
              <a:t>Структура</a:t>
            </a:r>
          </a:p>
        </p:txBody>
      </p:sp>
      <p:graphicFrame>
        <p:nvGraphicFramePr>
          <p:cNvPr id="5" name="Group 104"/>
          <p:cNvGraphicFramePr>
            <a:graphicFrameLocks noGrp="1"/>
          </p:cNvGraphicFramePr>
          <p:nvPr/>
        </p:nvGraphicFramePr>
        <p:xfrm>
          <a:off x="1979712" y="1647221"/>
          <a:ext cx="4733925" cy="431800"/>
        </p:xfrm>
        <a:graphic>
          <a:graphicData uri="http://schemas.openxmlformats.org/drawingml/2006/table">
            <a:tbl>
              <a:tblPr/>
              <a:tblGrid>
                <a:gridCol w="236696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36696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3180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u-RU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"</a:t>
                      </a:r>
                      <a:r>
                        <a:rPr kumimoji="0" lang="ru-RU" sz="14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ЗаголовокОтчета</a:t>
                      </a:r>
                      <a:r>
                        <a:rPr kumimoji="0" lang="ru-RU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"</a:t>
                      </a:r>
                      <a:endParaRPr kumimoji="0" lang="ru-RU" sz="1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anchor="ctr" horzOverflow="overflow">
                    <a:lnL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u-RU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"Анализ продаж"</a:t>
                      </a:r>
                      <a:endParaRPr kumimoji="0" lang="ru-RU" sz="1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92433770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" name="Group 104"/>
          <p:cNvGraphicFramePr>
            <a:graphicFrameLocks noGrp="1"/>
          </p:cNvGraphicFramePr>
          <p:nvPr/>
        </p:nvGraphicFramePr>
        <p:xfrm>
          <a:off x="1979712" y="1215173"/>
          <a:ext cx="4733925" cy="431800"/>
        </p:xfrm>
        <a:graphic>
          <a:graphicData uri="http://schemas.openxmlformats.org/drawingml/2006/table">
            <a:tbl>
              <a:tblPr/>
              <a:tblGrid>
                <a:gridCol w="236696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36696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318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u-RU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Ключ</a:t>
                      </a:r>
                      <a:endParaRPr kumimoji="0" lang="ru-RU" sz="1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anchor="ctr" horzOverflow="overflow">
                    <a:lnL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0C0C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u-RU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Значение</a:t>
                      </a:r>
                      <a:endParaRPr kumimoji="0" lang="ru-RU" sz="1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0C0C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30723" name="Rectangle 3"/>
          <p:cNvSpPr>
            <a:spLocks noGrp="1" noChangeArrowheads="1"/>
          </p:cNvSpPr>
          <p:nvPr>
            <p:ph idx="1"/>
          </p:nvPr>
        </p:nvSpPr>
        <p:spPr>
          <a:xfrm>
            <a:off x="304800" y="2996952"/>
            <a:ext cx="8534400" cy="3200400"/>
          </a:xfrm>
        </p:spPr>
        <p:txBody>
          <a:bodyPr/>
          <a:lstStyle/>
          <a:p>
            <a:pPr>
              <a:lnSpc>
                <a:spcPct val="80000"/>
              </a:lnSpc>
              <a:buFontTx/>
              <a:buNone/>
            </a:pPr>
            <a:r>
              <a:rPr lang="ru-RU" sz="2000" b="1" u="sng" dirty="0">
                <a:solidFill>
                  <a:schemeClr val="tx1">
                    <a:lumMod val="75000"/>
                    <a:lumOff val="25000"/>
                  </a:schemeClr>
                </a:solidFill>
                <a:latin typeface="Courier New" pitchFamily="49" charset="0"/>
              </a:rPr>
              <a:t>Создание структуры:</a:t>
            </a:r>
          </a:p>
          <a:p>
            <a:pPr>
              <a:lnSpc>
                <a:spcPct val="80000"/>
              </a:lnSpc>
              <a:buFontTx/>
              <a:buNone/>
            </a:pPr>
            <a:endParaRPr lang="ru-RU" sz="1200" b="1" i="1" u="sng" dirty="0">
              <a:solidFill>
                <a:schemeClr val="accent2"/>
              </a:solidFill>
              <a:latin typeface="Courier New" pitchFamily="49" charset="0"/>
            </a:endParaRPr>
          </a:p>
          <a:p>
            <a:pPr>
              <a:lnSpc>
                <a:spcPct val="80000"/>
              </a:lnSpc>
              <a:buFontTx/>
              <a:buNone/>
            </a:pPr>
            <a:r>
              <a:rPr lang="ru-RU" sz="1600" dirty="0">
                <a:latin typeface="Courier New" pitchFamily="49" charset="0"/>
              </a:rPr>
              <a:t>Параметры </a:t>
            </a:r>
            <a:r>
              <a:rPr lang="ru-RU" sz="1600" dirty="0">
                <a:solidFill>
                  <a:srgbClr val="FF0000"/>
                </a:solidFill>
                <a:latin typeface="Courier New" pitchFamily="49" charset="0"/>
              </a:rPr>
              <a:t>=</a:t>
            </a:r>
            <a:r>
              <a:rPr lang="ru-RU" sz="1600" dirty="0">
                <a:latin typeface="Courier New" pitchFamily="49" charset="0"/>
              </a:rPr>
              <a:t> </a:t>
            </a:r>
            <a:r>
              <a:rPr lang="ru-RU" sz="1600" b="1" dirty="0">
                <a:solidFill>
                  <a:srgbClr val="FF0000"/>
                </a:solidFill>
                <a:latin typeface="Courier New" pitchFamily="49" charset="0"/>
              </a:rPr>
              <a:t>Новый </a:t>
            </a:r>
            <a:r>
              <a:rPr lang="ru-RU" sz="1600" dirty="0">
                <a:solidFill>
                  <a:srgbClr val="FF0000"/>
                </a:solidFill>
                <a:latin typeface="Courier New" pitchFamily="49" charset="0"/>
              </a:rPr>
              <a:t>Структура;</a:t>
            </a:r>
          </a:p>
          <a:p>
            <a:pPr>
              <a:lnSpc>
                <a:spcPct val="80000"/>
              </a:lnSpc>
              <a:buFontTx/>
              <a:buNone/>
            </a:pPr>
            <a:r>
              <a:rPr lang="ru-RU" sz="1600" dirty="0" err="1">
                <a:latin typeface="Courier New" pitchFamily="49" charset="0"/>
              </a:rPr>
              <a:t>Параметры</a:t>
            </a:r>
            <a:r>
              <a:rPr lang="ru-RU" sz="1600" dirty="0" err="1">
                <a:solidFill>
                  <a:srgbClr val="FF0000"/>
                </a:solidFill>
                <a:latin typeface="Courier New" pitchFamily="49" charset="0"/>
              </a:rPr>
              <a:t>.</a:t>
            </a:r>
            <a:r>
              <a:rPr lang="ru-RU" sz="1600" dirty="0" err="1">
                <a:latin typeface="Courier New" pitchFamily="49" charset="0"/>
              </a:rPr>
              <a:t>Вставить</a:t>
            </a:r>
            <a:r>
              <a:rPr lang="ru-RU" sz="1600" dirty="0">
                <a:solidFill>
                  <a:srgbClr val="FF0000"/>
                </a:solidFill>
                <a:latin typeface="Courier New" pitchFamily="49" charset="0"/>
              </a:rPr>
              <a:t>(</a:t>
            </a:r>
            <a:r>
              <a:rPr lang="ru-RU" sz="1600" dirty="0">
                <a:solidFill>
                  <a:schemeClr val="tx1"/>
                </a:solidFill>
                <a:latin typeface="Courier New" pitchFamily="49" charset="0"/>
              </a:rPr>
              <a:t>"</a:t>
            </a:r>
            <a:r>
              <a:rPr lang="ru-RU" sz="1600" dirty="0" err="1">
                <a:solidFill>
                  <a:schemeClr val="tx1"/>
                </a:solidFill>
                <a:latin typeface="Courier New" pitchFamily="49" charset="0"/>
              </a:rPr>
              <a:t>ЗаголовокОтчета</a:t>
            </a:r>
            <a:r>
              <a:rPr lang="ru-RU" sz="1600" dirty="0">
                <a:solidFill>
                  <a:schemeClr val="tx1"/>
                </a:solidFill>
                <a:latin typeface="Courier New" pitchFamily="49" charset="0"/>
              </a:rPr>
              <a:t>"</a:t>
            </a:r>
            <a:r>
              <a:rPr lang="ru-RU" sz="1600" dirty="0">
                <a:solidFill>
                  <a:srgbClr val="FF0000"/>
                </a:solidFill>
                <a:latin typeface="Courier New" pitchFamily="49" charset="0"/>
              </a:rPr>
              <a:t>,</a:t>
            </a:r>
            <a:r>
              <a:rPr lang="ru-RU" sz="1600" dirty="0">
                <a:latin typeface="Courier New" pitchFamily="49" charset="0"/>
              </a:rPr>
              <a:t> </a:t>
            </a:r>
            <a:r>
              <a:rPr lang="ru-RU" sz="1600" dirty="0">
                <a:solidFill>
                  <a:schemeClr val="tx1"/>
                </a:solidFill>
                <a:latin typeface="Courier New" pitchFamily="49" charset="0"/>
              </a:rPr>
              <a:t>"Анализ продаж"</a:t>
            </a:r>
            <a:r>
              <a:rPr lang="ru-RU" sz="1600" dirty="0">
                <a:solidFill>
                  <a:srgbClr val="FF0000"/>
                </a:solidFill>
                <a:latin typeface="Courier New" pitchFamily="49" charset="0"/>
              </a:rPr>
              <a:t>);</a:t>
            </a:r>
          </a:p>
          <a:p>
            <a:pPr>
              <a:lnSpc>
                <a:spcPct val="80000"/>
              </a:lnSpc>
              <a:buFontTx/>
              <a:buNone/>
            </a:pPr>
            <a:r>
              <a:rPr lang="ru-RU" sz="1600" dirty="0" err="1">
                <a:latin typeface="Courier New" pitchFamily="49" charset="0"/>
              </a:rPr>
              <a:t>Параметры</a:t>
            </a:r>
            <a:r>
              <a:rPr lang="ru-RU" sz="1600" dirty="0" err="1">
                <a:solidFill>
                  <a:srgbClr val="FF0000"/>
                </a:solidFill>
                <a:latin typeface="Courier New" pitchFamily="49" charset="0"/>
              </a:rPr>
              <a:t>.</a:t>
            </a:r>
            <a:r>
              <a:rPr lang="ru-RU" sz="1600" dirty="0" err="1">
                <a:latin typeface="Courier New" pitchFamily="49" charset="0"/>
              </a:rPr>
              <a:t>Вставить</a:t>
            </a:r>
            <a:r>
              <a:rPr lang="ru-RU" sz="1600" dirty="0">
                <a:solidFill>
                  <a:srgbClr val="FF0000"/>
                </a:solidFill>
                <a:latin typeface="Courier New" pitchFamily="49" charset="0"/>
              </a:rPr>
              <a:t>(</a:t>
            </a:r>
            <a:r>
              <a:rPr lang="ru-RU" sz="1600" dirty="0">
                <a:solidFill>
                  <a:schemeClr val="tx1"/>
                </a:solidFill>
                <a:latin typeface="Courier New" pitchFamily="49" charset="0"/>
              </a:rPr>
              <a:t>"</a:t>
            </a:r>
            <a:r>
              <a:rPr lang="ru-RU" sz="1600" dirty="0" err="1">
                <a:solidFill>
                  <a:schemeClr val="tx1"/>
                </a:solidFill>
                <a:latin typeface="Courier New" pitchFamily="49" charset="0"/>
              </a:rPr>
              <a:t>ДатаОтчета</a:t>
            </a:r>
            <a:r>
              <a:rPr lang="ru-RU" sz="1600" dirty="0">
                <a:solidFill>
                  <a:schemeClr val="tx1"/>
                </a:solidFill>
                <a:latin typeface="Courier New" pitchFamily="49" charset="0"/>
              </a:rPr>
              <a:t>"</a:t>
            </a:r>
            <a:r>
              <a:rPr lang="ru-RU" sz="1600" dirty="0">
                <a:solidFill>
                  <a:srgbClr val="FF0000"/>
                </a:solidFill>
                <a:latin typeface="Courier New" pitchFamily="49" charset="0"/>
              </a:rPr>
              <a:t>,</a:t>
            </a:r>
            <a:r>
              <a:rPr lang="ru-RU" sz="1600" dirty="0">
                <a:latin typeface="Courier New" pitchFamily="49" charset="0"/>
              </a:rPr>
              <a:t> Дата</a:t>
            </a:r>
            <a:r>
              <a:rPr lang="ru-RU" sz="1600" dirty="0">
                <a:solidFill>
                  <a:srgbClr val="FF0000"/>
                </a:solidFill>
                <a:latin typeface="Courier New" pitchFamily="49" charset="0"/>
              </a:rPr>
              <a:t>(</a:t>
            </a:r>
            <a:r>
              <a:rPr lang="ru-RU" sz="1600" dirty="0">
                <a:latin typeface="Courier New" pitchFamily="49" charset="0"/>
              </a:rPr>
              <a:t>20</a:t>
            </a:r>
            <a:r>
              <a:rPr lang="en-US" sz="1600" dirty="0">
                <a:latin typeface="Courier New" pitchFamily="49" charset="0"/>
              </a:rPr>
              <a:t>1</a:t>
            </a:r>
            <a:r>
              <a:rPr lang="ru-RU" sz="1600" dirty="0">
                <a:latin typeface="Courier New" pitchFamily="49" charset="0"/>
              </a:rPr>
              <a:t>8</a:t>
            </a:r>
            <a:r>
              <a:rPr lang="ru-RU" sz="1600" dirty="0">
                <a:solidFill>
                  <a:srgbClr val="FF0000"/>
                </a:solidFill>
                <a:latin typeface="Courier New" pitchFamily="49" charset="0"/>
              </a:rPr>
              <a:t>,</a:t>
            </a:r>
            <a:r>
              <a:rPr lang="ru-RU" sz="1600" dirty="0">
                <a:latin typeface="Courier New" pitchFamily="49" charset="0"/>
              </a:rPr>
              <a:t> 6</a:t>
            </a:r>
            <a:r>
              <a:rPr lang="ru-RU" sz="1600" dirty="0">
                <a:solidFill>
                  <a:srgbClr val="FF0000"/>
                </a:solidFill>
                <a:latin typeface="Courier New" pitchFamily="49" charset="0"/>
              </a:rPr>
              <a:t>,</a:t>
            </a:r>
            <a:r>
              <a:rPr lang="ru-RU" sz="1600" dirty="0">
                <a:latin typeface="Courier New" pitchFamily="49" charset="0"/>
              </a:rPr>
              <a:t> 2</a:t>
            </a:r>
            <a:r>
              <a:rPr lang="en-US" sz="1600" dirty="0">
                <a:latin typeface="Courier New" pitchFamily="49" charset="0"/>
              </a:rPr>
              <a:t>3</a:t>
            </a:r>
            <a:r>
              <a:rPr lang="ru-RU" sz="1600" dirty="0">
                <a:solidFill>
                  <a:srgbClr val="FF0000"/>
                </a:solidFill>
                <a:latin typeface="Courier New" pitchFamily="49" charset="0"/>
              </a:rPr>
              <a:t>));</a:t>
            </a:r>
          </a:p>
        </p:txBody>
      </p:sp>
      <p:sp>
        <p:nvSpPr>
          <p:cNvPr id="30722" name="Rectangle 2"/>
          <p:cNvSpPr>
            <a:spLocks noGrp="1" noChangeArrowheads="1"/>
          </p:cNvSpPr>
          <p:nvPr>
            <p:ph type="title"/>
          </p:nvPr>
        </p:nvSpPr>
        <p:spPr>
          <a:xfrm>
            <a:off x="179512" y="548680"/>
            <a:ext cx="8784976" cy="670520"/>
          </a:xfrm>
        </p:spPr>
        <p:txBody>
          <a:bodyPr/>
          <a:lstStyle/>
          <a:p>
            <a:r>
              <a:rPr lang="ru-RU" dirty="0">
                <a:solidFill>
                  <a:srgbClr val="FF0000"/>
                </a:solidFill>
              </a:rPr>
              <a:t>Структура</a:t>
            </a:r>
          </a:p>
        </p:txBody>
      </p:sp>
      <p:graphicFrame>
        <p:nvGraphicFramePr>
          <p:cNvPr id="6" name="Group 10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25676631"/>
              </p:ext>
            </p:extLst>
          </p:nvPr>
        </p:nvGraphicFramePr>
        <p:xfrm>
          <a:off x="1979711" y="1646973"/>
          <a:ext cx="4733925" cy="863600"/>
        </p:xfrm>
        <a:graphic>
          <a:graphicData uri="http://schemas.openxmlformats.org/drawingml/2006/table">
            <a:tbl>
              <a:tblPr/>
              <a:tblGrid>
                <a:gridCol w="236696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36696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3180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u-RU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"</a:t>
                      </a:r>
                      <a:r>
                        <a:rPr kumimoji="0" lang="ru-RU" sz="14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ДатаОтчета</a:t>
                      </a:r>
                      <a:r>
                        <a:rPr kumimoji="0" lang="ru-RU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"</a:t>
                      </a:r>
                      <a:endParaRPr kumimoji="0" lang="ru-RU" sz="1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anchor="ctr" horzOverflow="overflow">
                    <a:lnL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u-RU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2</a:t>
                      </a:r>
                      <a:r>
                        <a:rPr kumimoji="0" lang="en-US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3</a:t>
                      </a:r>
                      <a:r>
                        <a:rPr kumimoji="0" lang="ru-RU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.06.20</a:t>
                      </a:r>
                      <a:r>
                        <a:rPr kumimoji="0" lang="en-US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1</a:t>
                      </a:r>
                      <a:r>
                        <a:rPr kumimoji="0" lang="ru-RU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8</a:t>
                      </a:r>
                      <a:endParaRPr kumimoji="0" lang="ru-RU" sz="1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3180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u-RU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"</a:t>
                      </a:r>
                      <a:r>
                        <a:rPr kumimoji="0" lang="ru-RU" sz="14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ЗаголовокОтчета</a:t>
                      </a:r>
                      <a:r>
                        <a:rPr kumimoji="0" lang="ru-RU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"</a:t>
                      </a:r>
                      <a:endParaRPr kumimoji="0" lang="ru-RU" sz="1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anchor="ctr" horzOverflow="overflow">
                    <a:lnL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u-RU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"Анализ продаж"</a:t>
                      </a:r>
                      <a:endParaRPr kumimoji="0" lang="ru-RU" sz="1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37881874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0824" name="Group 10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34187150"/>
              </p:ext>
            </p:extLst>
          </p:nvPr>
        </p:nvGraphicFramePr>
        <p:xfrm>
          <a:off x="1979711" y="1215173"/>
          <a:ext cx="4733925" cy="1710411"/>
        </p:xfrm>
        <a:graphic>
          <a:graphicData uri="http://schemas.openxmlformats.org/drawingml/2006/table">
            <a:tbl>
              <a:tblPr/>
              <a:tblGrid>
                <a:gridCol w="236696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36696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318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u-RU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Ключ</a:t>
                      </a:r>
                      <a:endParaRPr kumimoji="0" lang="ru-RU" sz="1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anchor="ctr" horzOverflow="overflow">
                    <a:lnL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u-RU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Значение</a:t>
                      </a:r>
                      <a:endParaRPr kumimoji="0" lang="ru-RU" sz="1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3180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u-RU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"</a:t>
                      </a:r>
                      <a:r>
                        <a:rPr kumimoji="0" lang="ru-RU" sz="14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ВыводитьНомераСтраниц</a:t>
                      </a:r>
                      <a:r>
                        <a:rPr kumimoji="0" lang="ru-RU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"</a:t>
                      </a:r>
                      <a:endParaRPr kumimoji="0" lang="ru-RU" sz="1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anchor="ctr" horzOverflow="overflow">
                    <a:lnL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u-RU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Истина</a:t>
                      </a:r>
                      <a:endParaRPr kumimoji="0" lang="ru-RU" sz="1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3180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u-RU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"</a:t>
                      </a:r>
                      <a:r>
                        <a:rPr kumimoji="0" lang="ru-RU" sz="14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ДатаОтчета</a:t>
                      </a:r>
                      <a:r>
                        <a:rPr kumimoji="0" lang="ru-RU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"</a:t>
                      </a:r>
                      <a:endParaRPr kumimoji="0" lang="ru-RU" sz="1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anchor="ctr" horzOverflow="overflow">
                    <a:lnL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u-RU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31.10.2015</a:t>
                      </a:r>
                      <a:endParaRPr kumimoji="0" lang="ru-RU" sz="1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15011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u-RU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"</a:t>
                      </a:r>
                      <a:r>
                        <a:rPr kumimoji="0" lang="ru-RU" sz="14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ЗаголовокОтчета</a:t>
                      </a:r>
                      <a:r>
                        <a:rPr kumimoji="0" lang="ru-RU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"</a:t>
                      </a:r>
                      <a:endParaRPr kumimoji="0" lang="ru-RU" sz="1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anchor="ctr" horzOverflow="overflow">
                    <a:lnL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u-RU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"Анализ продаж"</a:t>
                      </a:r>
                      <a:endParaRPr kumimoji="0" lang="ru-RU" sz="1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30723" name="Rectangle 3"/>
          <p:cNvSpPr>
            <a:spLocks noGrp="1" noChangeArrowheads="1"/>
          </p:cNvSpPr>
          <p:nvPr>
            <p:ph idx="1"/>
          </p:nvPr>
        </p:nvSpPr>
        <p:spPr>
          <a:xfrm>
            <a:off x="304800" y="2996952"/>
            <a:ext cx="8534400" cy="3200400"/>
          </a:xfrm>
        </p:spPr>
        <p:txBody>
          <a:bodyPr/>
          <a:lstStyle/>
          <a:p>
            <a:pPr>
              <a:lnSpc>
                <a:spcPct val="80000"/>
              </a:lnSpc>
              <a:buFontTx/>
              <a:buNone/>
            </a:pPr>
            <a:r>
              <a:rPr lang="ru-RU" sz="2000" b="1" u="sng" dirty="0">
                <a:solidFill>
                  <a:schemeClr val="tx1">
                    <a:lumMod val="75000"/>
                    <a:lumOff val="25000"/>
                  </a:schemeClr>
                </a:solidFill>
                <a:latin typeface="Courier New" pitchFamily="49" charset="0"/>
              </a:rPr>
              <a:t>Создание структуры:</a:t>
            </a:r>
          </a:p>
          <a:p>
            <a:pPr>
              <a:lnSpc>
                <a:spcPct val="80000"/>
              </a:lnSpc>
              <a:buFontTx/>
              <a:buNone/>
            </a:pPr>
            <a:endParaRPr lang="ru-RU" sz="1200" b="1" i="1" u="sng" dirty="0">
              <a:solidFill>
                <a:schemeClr val="accent2"/>
              </a:solidFill>
              <a:latin typeface="Courier New" pitchFamily="49" charset="0"/>
            </a:endParaRPr>
          </a:p>
          <a:p>
            <a:pPr>
              <a:lnSpc>
                <a:spcPct val="80000"/>
              </a:lnSpc>
              <a:buFontTx/>
              <a:buNone/>
            </a:pPr>
            <a:r>
              <a:rPr lang="ru-RU" sz="1600" dirty="0">
                <a:latin typeface="Courier New" pitchFamily="49" charset="0"/>
              </a:rPr>
              <a:t>Параметры </a:t>
            </a:r>
            <a:r>
              <a:rPr lang="ru-RU" sz="1600" dirty="0">
                <a:solidFill>
                  <a:srgbClr val="FF0000"/>
                </a:solidFill>
                <a:latin typeface="Courier New" pitchFamily="49" charset="0"/>
              </a:rPr>
              <a:t>=</a:t>
            </a:r>
            <a:r>
              <a:rPr lang="ru-RU" sz="1600" dirty="0">
                <a:latin typeface="Courier New" pitchFamily="49" charset="0"/>
              </a:rPr>
              <a:t> </a:t>
            </a:r>
            <a:r>
              <a:rPr lang="ru-RU" sz="1600" b="1" dirty="0">
                <a:solidFill>
                  <a:srgbClr val="FF0000"/>
                </a:solidFill>
                <a:latin typeface="Courier New" pitchFamily="49" charset="0"/>
              </a:rPr>
              <a:t>Новый </a:t>
            </a:r>
            <a:r>
              <a:rPr lang="ru-RU" sz="1600" dirty="0">
                <a:solidFill>
                  <a:srgbClr val="FF0000"/>
                </a:solidFill>
                <a:latin typeface="Courier New" pitchFamily="49" charset="0"/>
              </a:rPr>
              <a:t>Структура;</a:t>
            </a:r>
          </a:p>
          <a:p>
            <a:pPr>
              <a:lnSpc>
                <a:spcPct val="80000"/>
              </a:lnSpc>
              <a:buFontTx/>
              <a:buNone/>
            </a:pPr>
            <a:r>
              <a:rPr lang="ru-RU" sz="1600" dirty="0" err="1">
                <a:latin typeface="Courier New" pitchFamily="49" charset="0"/>
              </a:rPr>
              <a:t>Параметры</a:t>
            </a:r>
            <a:r>
              <a:rPr lang="ru-RU" sz="1600" dirty="0" err="1">
                <a:solidFill>
                  <a:srgbClr val="FF0000"/>
                </a:solidFill>
                <a:latin typeface="Courier New" pitchFamily="49" charset="0"/>
              </a:rPr>
              <a:t>.</a:t>
            </a:r>
            <a:r>
              <a:rPr lang="ru-RU" sz="1600" dirty="0" err="1">
                <a:latin typeface="Courier New" pitchFamily="49" charset="0"/>
              </a:rPr>
              <a:t>Вставить</a:t>
            </a:r>
            <a:r>
              <a:rPr lang="ru-RU" sz="1600" dirty="0">
                <a:solidFill>
                  <a:srgbClr val="FF0000"/>
                </a:solidFill>
                <a:latin typeface="Courier New" pitchFamily="49" charset="0"/>
              </a:rPr>
              <a:t>(</a:t>
            </a:r>
            <a:r>
              <a:rPr lang="ru-RU" sz="1600" dirty="0">
                <a:solidFill>
                  <a:schemeClr val="tx1"/>
                </a:solidFill>
                <a:latin typeface="Courier New" pitchFamily="49" charset="0"/>
              </a:rPr>
              <a:t>"</a:t>
            </a:r>
            <a:r>
              <a:rPr lang="ru-RU" sz="1600" dirty="0" err="1">
                <a:solidFill>
                  <a:schemeClr val="tx1"/>
                </a:solidFill>
                <a:latin typeface="Courier New" pitchFamily="49" charset="0"/>
              </a:rPr>
              <a:t>ЗаголовокОтчета</a:t>
            </a:r>
            <a:r>
              <a:rPr lang="ru-RU" sz="1600" dirty="0">
                <a:solidFill>
                  <a:schemeClr val="tx1"/>
                </a:solidFill>
                <a:latin typeface="Courier New" pitchFamily="49" charset="0"/>
              </a:rPr>
              <a:t>"</a:t>
            </a:r>
            <a:r>
              <a:rPr lang="ru-RU" sz="1600" dirty="0">
                <a:solidFill>
                  <a:srgbClr val="FF0000"/>
                </a:solidFill>
                <a:latin typeface="Courier New" pitchFamily="49" charset="0"/>
              </a:rPr>
              <a:t>,</a:t>
            </a:r>
            <a:r>
              <a:rPr lang="ru-RU" sz="1600" dirty="0">
                <a:latin typeface="Courier New" pitchFamily="49" charset="0"/>
              </a:rPr>
              <a:t> </a:t>
            </a:r>
            <a:r>
              <a:rPr lang="ru-RU" sz="1600" dirty="0">
                <a:solidFill>
                  <a:schemeClr val="tx1"/>
                </a:solidFill>
                <a:latin typeface="Courier New" pitchFamily="49" charset="0"/>
              </a:rPr>
              <a:t>"Анализ продаж"</a:t>
            </a:r>
            <a:r>
              <a:rPr lang="ru-RU" sz="1600" dirty="0">
                <a:solidFill>
                  <a:srgbClr val="FF0000"/>
                </a:solidFill>
                <a:latin typeface="Courier New" pitchFamily="49" charset="0"/>
              </a:rPr>
              <a:t>);</a:t>
            </a:r>
          </a:p>
          <a:p>
            <a:pPr>
              <a:lnSpc>
                <a:spcPct val="80000"/>
              </a:lnSpc>
              <a:buNone/>
            </a:pPr>
            <a:r>
              <a:rPr lang="ru-RU" sz="1600" dirty="0" err="1">
                <a:latin typeface="Courier New" pitchFamily="49" charset="0"/>
              </a:rPr>
              <a:t>Параметры</a:t>
            </a:r>
            <a:r>
              <a:rPr lang="ru-RU" sz="1600" dirty="0" err="1">
                <a:solidFill>
                  <a:srgbClr val="FF0000"/>
                </a:solidFill>
                <a:latin typeface="Courier New" pitchFamily="49" charset="0"/>
              </a:rPr>
              <a:t>.</a:t>
            </a:r>
            <a:r>
              <a:rPr lang="ru-RU" sz="1600" dirty="0" err="1">
                <a:latin typeface="Courier New" pitchFamily="49" charset="0"/>
              </a:rPr>
              <a:t>Вставить</a:t>
            </a:r>
            <a:r>
              <a:rPr lang="ru-RU" sz="1600" dirty="0">
                <a:solidFill>
                  <a:srgbClr val="FF0000"/>
                </a:solidFill>
                <a:latin typeface="Courier New" pitchFamily="49" charset="0"/>
              </a:rPr>
              <a:t>(</a:t>
            </a:r>
            <a:r>
              <a:rPr lang="ru-RU" sz="1600" dirty="0">
                <a:solidFill>
                  <a:schemeClr val="tx1"/>
                </a:solidFill>
                <a:latin typeface="Courier New" pitchFamily="49" charset="0"/>
              </a:rPr>
              <a:t>"</a:t>
            </a:r>
            <a:r>
              <a:rPr lang="ru-RU" sz="1600" dirty="0" err="1">
                <a:solidFill>
                  <a:schemeClr val="tx1"/>
                </a:solidFill>
                <a:latin typeface="Courier New" pitchFamily="49" charset="0"/>
              </a:rPr>
              <a:t>ДатаОтчета</a:t>
            </a:r>
            <a:r>
              <a:rPr lang="ru-RU" sz="1600" dirty="0">
                <a:solidFill>
                  <a:schemeClr val="tx1"/>
                </a:solidFill>
                <a:latin typeface="Courier New" pitchFamily="49" charset="0"/>
              </a:rPr>
              <a:t>"</a:t>
            </a:r>
            <a:r>
              <a:rPr lang="ru-RU" sz="1600" dirty="0">
                <a:solidFill>
                  <a:srgbClr val="FF0000"/>
                </a:solidFill>
                <a:latin typeface="Courier New" pitchFamily="49" charset="0"/>
              </a:rPr>
              <a:t>,</a:t>
            </a:r>
            <a:r>
              <a:rPr lang="ru-RU" sz="1600" dirty="0">
                <a:latin typeface="Courier New" pitchFamily="49" charset="0"/>
              </a:rPr>
              <a:t> Дата</a:t>
            </a:r>
            <a:r>
              <a:rPr lang="ru-RU" sz="1600" dirty="0">
                <a:solidFill>
                  <a:srgbClr val="FF0000"/>
                </a:solidFill>
                <a:latin typeface="Courier New" pitchFamily="49" charset="0"/>
              </a:rPr>
              <a:t>(</a:t>
            </a:r>
            <a:r>
              <a:rPr lang="ru-RU" sz="1600" dirty="0">
                <a:latin typeface="Courier New" pitchFamily="49" charset="0"/>
              </a:rPr>
              <a:t>20</a:t>
            </a:r>
            <a:r>
              <a:rPr lang="en-US" sz="1600" dirty="0">
                <a:latin typeface="Courier New" pitchFamily="49" charset="0"/>
              </a:rPr>
              <a:t>1</a:t>
            </a:r>
            <a:r>
              <a:rPr lang="ru-RU" sz="1600" dirty="0">
                <a:latin typeface="Courier New" pitchFamily="49" charset="0"/>
              </a:rPr>
              <a:t>8</a:t>
            </a:r>
            <a:r>
              <a:rPr lang="ru-RU" sz="1600" dirty="0">
                <a:solidFill>
                  <a:srgbClr val="FF0000"/>
                </a:solidFill>
                <a:latin typeface="Courier New" pitchFamily="49" charset="0"/>
              </a:rPr>
              <a:t>,</a:t>
            </a:r>
            <a:r>
              <a:rPr lang="ru-RU" sz="1600" dirty="0">
                <a:latin typeface="Courier New" pitchFamily="49" charset="0"/>
              </a:rPr>
              <a:t> 6</a:t>
            </a:r>
            <a:r>
              <a:rPr lang="ru-RU" sz="1600" dirty="0">
                <a:solidFill>
                  <a:srgbClr val="FF0000"/>
                </a:solidFill>
                <a:latin typeface="Courier New" pitchFamily="49" charset="0"/>
              </a:rPr>
              <a:t>,</a:t>
            </a:r>
            <a:r>
              <a:rPr lang="ru-RU" sz="1600" dirty="0">
                <a:latin typeface="Courier New" pitchFamily="49" charset="0"/>
              </a:rPr>
              <a:t> 2</a:t>
            </a:r>
            <a:r>
              <a:rPr lang="en-US" sz="1600" dirty="0">
                <a:latin typeface="Courier New" pitchFamily="49" charset="0"/>
              </a:rPr>
              <a:t>3</a:t>
            </a:r>
            <a:r>
              <a:rPr lang="ru-RU" sz="1600" dirty="0">
                <a:solidFill>
                  <a:srgbClr val="FF0000"/>
                </a:solidFill>
                <a:latin typeface="Courier New" pitchFamily="49" charset="0"/>
              </a:rPr>
              <a:t>));</a:t>
            </a:r>
          </a:p>
          <a:p>
            <a:pPr>
              <a:lnSpc>
                <a:spcPct val="80000"/>
              </a:lnSpc>
              <a:buFontTx/>
              <a:buNone/>
            </a:pPr>
            <a:r>
              <a:rPr lang="ru-RU" sz="1600" dirty="0" err="1">
                <a:latin typeface="Courier New" pitchFamily="49" charset="0"/>
              </a:rPr>
              <a:t>Параметры</a:t>
            </a:r>
            <a:r>
              <a:rPr lang="ru-RU" sz="1600" dirty="0" err="1">
                <a:solidFill>
                  <a:srgbClr val="FF0000"/>
                </a:solidFill>
                <a:latin typeface="Courier New" pitchFamily="49" charset="0"/>
              </a:rPr>
              <a:t>.</a:t>
            </a:r>
            <a:r>
              <a:rPr lang="ru-RU" sz="1600" dirty="0" err="1">
                <a:latin typeface="Courier New" pitchFamily="49" charset="0"/>
              </a:rPr>
              <a:t>Вставить</a:t>
            </a:r>
            <a:r>
              <a:rPr lang="ru-RU" sz="1600" dirty="0">
                <a:solidFill>
                  <a:srgbClr val="FF0000"/>
                </a:solidFill>
                <a:latin typeface="Courier New" pitchFamily="49" charset="0"/>
              </a:rPr>
              <a:t>(</a:t>
            </a:r>
            <a:r>
              <a:rPr lang="ru-RU" sz="1600" dirty="0">
                <a:solidFill>
                  <a:schemeClr val="tx1"/>
                </a:solidFill>
                <a:latin typeface="Courier New" pitchFamily="49" charset="0"/>
              </a:rPr>
              <a:t>"</a:t>
            </a:r>
            <a:r>
              <a:rPr lang="ru-RU" sz="1600" dirty="0" err="1">
                <a:solidFill>
                  <a:schemeClr val="tx1"/>
                </a:solidFill>
                <a:latin typeface="Courier New" pitchFamily="49" charset="0"/>
              </a:rPr>
              <a:t>ВыводитьНомераСтраниц</a:t>
            </a:r>
            <a:r>
              <a:rPr lang="ru-RU" sz="1600" dirty="0">
                <a:solidFill>
                  <a:schemeClr val="tx1"/>
                </a:solidFill>
                <a:latin typeface="Courier New" pitchFamily="49" charset="0"/>
              </a:rPr>
              <a:t>"</a:t>
            </a:r>
            <a:r>
              <a:rPr lang="ru-RU" sz="1600" dirty="0">
                <a:solidFill>
                  <a:srgbClr val="FF0000"/>
                </a:solidFill>
                <a:latin typeface="Courier New" pitchFamily="49" charset="0"/>
              </a:rPr>
              <a:t>,</a:t>
            </a:r>
            <a:r>
              <a:rPr lang="ru-RU" sz="1600" dirty="0">
                <a:latin typeface="Courier New" pitchFamily="49" charset="0"/>
              </a:rPr>
              <a:t> </a:t>
            </a:r>
            <a:r>
              <a:rPr lang="ru-RU" sz="1600" dirty="0">
                <a:solidFill>
                  <a:srgbClr val="FF0000"/>
                </a:solidFill>
                <a:latin typeface="Courier New" pitchFamily="49" charset="0"/>
              </a:rPr>
              <a:t>Истина);</a:t>
            </a:r>
          </a:p>
        </p:txBody>
      </p:sp>
      <p:sp>
        <p:nvSpPr>
          <p:cNvPr id="30722" name="Rectangle 2"/>
          <p:cNvSpPr>
            <a:spLocks noGrp="1" noChangeArrowheads="1"/>
          </p:cNvSpPr>
          <p:nvPr>
            <p:ph type="title"/>
          </p:nvPr>
        </p:nvSpPr>
        <p:spPr>
          <a:xfrm>
            <a:off x="179512" y="548680"/>
            <a:ext cx="8784976" cy="670520"/>
          </a:xfrm>
        </p:spPr>
        <p:txBody>
          <a:bodyPr/>
          <a:lstStyle/>
          <a:p>
            <a:r>
              <a:rPr lang="ru-RU" dirty="0">
                <a:solidFill>
                  <a:srgbClr val="FF0000"/>
                </a:solidFill>
              </a:rPr>
              <a:t>Структура</a:t>
            </a:r>
          </a:p>
        </p:txBody>
      </p:sp>
    </p:spTree>
    <p:extLst>
      <p:ext uri="{BB962C8B-B14F-4D97-AF65-F5344CB8AC3E}">
        <p14:creationId xmlns:p14="http://schemas.microsoft.com/office/powerpoint/2010/main" val="301993409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0824" name="Group 10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51836294"/>
              </p:ext>
            </p:extLst>
          </p:nvPr>
        </p:nvGraphicFramePr>
        <p:xfrm>
          <a:off x="1979711" y="1215173"/>
          <a:ext cx="4733925" cy="1710411"/>
        </p:xfrm>
        <a:graphic>
          <a:graphicData uri="http://schemas.openxmlformats.org/drawingml/2006/table">
            <a:tbl>
              <a:tblPr/>
              <a:tblGrid>
                <a:gridCol w="236696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36696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318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u-RU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Ключ</a:t>
                      </a:r>
                      <a:endParaRPr kumimoji="0" lang="ru-RU" sz="1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anchor="ctr" horzOverflow="overflow">
                    <a:lnL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u-RU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Значение</a:t>
                      </a:r>
                      <a:endParaRPr kumimoji="0" lang="ru-RU" sz="1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3180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u-RU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"</a:t>
                      </a:r>
                      <a:r>
                        <a:rPr kumimoji="0" lang="ru-RU" sz="14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ВыводитьНомераСтраниц</a:t>
                      </a:r>
                      <a:r>
                        <a:rPr kumimoji="0" lang="ru-RU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"</a:t>
                      </a:r>
                      <a:endParaRPr kumimoji="0" lang="ru-RU" sz="1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anchor="ctr" horzOverflow="overflow">
                    <a:lnL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u-RU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Ложь</a:t>
                      </a:r>
                      <a:endParaRPr kumimoji="0" lang="ru-RU" sz="1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3180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u-RU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"</a:t>
                      </a:r>
                      <a:r>
                        <a:rPr kumimoji="0" lang="ru-RU" sz="14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ДатаОтчета</a:t>
                      </a:r>
                      <a:r>
                        <a:rPr kumimoji="0" lang="ru-RU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"</a:t>
                      </a:r>
                      <a:endParaRPr kumimoji="0" lang="ru-RU" sz="1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anchor="ctr" horzOverflow="overflow">
                    <a:lnL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u-RU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31.10.2015</a:t>
                      </a:r>
                      <a:endParaRPr kumimoji="0" lang="ru-RU" sz="1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15011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u-RU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"</a:t>
                      </a:r>
                      <a:r>
                        <a:rPr kumimoji="0" lang="ru-RU" sz="14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ЗаголовокОтчета</a:t>
                      </a:r>
                      <a:r>
                        <a:rPr kumimoji="0" lang="ru-RU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"</a:t>
                      </a:r>
                      <a:endParaRPr kumimoji="0" lang="ru-RU" sz="1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anchor="ctr" horzOverflow="overflow">
                    <a:lnL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u-RU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"Анализ продаж"</a:t>
                      </a:r>
                      <a:endParaRPr kumimoji="0" lang="ru-RU" sz="1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30723" name="Rectangle 3"/>
          <p:cNvSpPr>
            <a:spLocks noGrp="1" noChangeArrowheads="1"/>
          </p:cNvSpPr>
          <p:nvPr>
            <p:ph idx="1"/>
          </p:nvPr>
        </p:nvSpPr>
        <p:spPr>
          <a:xfrm>
            <a:off x="304800" y="2996952"/>
            <a:ext cx="8534400" cy="3200400"/>
          </a:xfrm>
        </p:spPr>
        <p:txBody>
          <a:bodyPr/>
          <a:lstStyle/>
          <a:p>
            <a:pPr>
              <a:lnSpc>
                <a:spcPct val="80000"/>
              </a:lnSpc>
              <a:buFontTx/>
              <a:buNone/>
            </a:pPr>
            <a:r>
              <a:rPr lang="ru-RU" sz="2000" b="1" u="sng" dirty="0">
                <a:solidFill>
                  <a:schemeClr val="tx1">
                    <a:lumMod val="75000"/>
                    <a:lumOff val="25000"/>
                  </a:schemeClr>
                </a:solidFill>
                <a:latin typeface="Courier New" pitchFamily="49" charset="0"/>
              </a:rPr>
              <a:t>Создание структуры:</a:t>
            </a:r>
          </a:p>
          <a:p>
            <a:pPr>
              <a:lnSpc>
                <a:spcPct val="80000"/>
              </a:lnSpc>
              <a:buFontTx/>
              <a:buNone/>
            </a:pPr>
            <a:endParaRPr lang="ru-RU" sz="1200" b="1" i="1" u="sng" dirty="0">
              <a:solidFill>
                <a:schemeClr val="accent2"/>
              </a:solidFill>
              <a:latin typeface="Courier New" pitchFamily="49" charset="0"/>
            </a:endParaRPr>
          </a:p>
          <a:p>
            <a:pPr>
              <a:lnSpc>
                <a:spcPct val="80000"/>
              </a:lnSpc>
              <a:buFontTx/>
              <a:buNone/>
            </a:pPr>
            <a:r>
              <a:rPr lang="ru-RU" sz="1600" dirty="0">
                <a:latin typeface="Courier New" pitchFamily="49" charset="0"/>
              </a:rPr>
              <a:t>Параметры </a:t>
            </a:r>
            <a:r>
              <a:rPr lang="ru-RU" sz="1600" dirty="0">
                <a:solidFill>
                  <a:srgbClr val="FF0000"/>
                </a:solidFill>
                <a:latin typeface="Courier New" pitchFamily="49" charset="0"/>
              </a:rPr>
              <a:t>=</a:t>
            </a:r>
            <a:r>
              <a:rPr lang="ru-RU" sz="1600" dirty="0">
                <a:latin typeface="Courier New" pitchFamily="49" charset="0"/>
              </a:rPr>
              <a:t> </a:t>
            </a:r>
            <a:r>
              <a:rPr lang="ru-RU" sz="1600" b="1" dirty="0">
                <a:solidFill>
                  <a:srgbClr val="FF0000"/>
                </a:solidFill>
                <a:latin typeface="Courier New" pitchFamily="49" charset="0"/>
              </a:rPr>
              <a:t>Новый </a:t>
            </a:r>
            <a:r>
              <a:rPr lang="ru-RU" sz="1600" dirty="0">
                <a:solidFill>
                  <a:srgbClr val="FF0000"/>
                </a:solidFill>
                <a:latin typeface="Courier New" pitchFamily="49" charset="0"/>
              </a:rPr>
              <a:t>Структура;</a:t>
            </a:r>
          </a:p>
          <a:p>
            <a:pPr>
              <a:lnSpc>
                <a:spcPct val="80000"/>
              </a:lnSpc>
              <a:buFontTx/>
              <a:buNone/>
            </a:pPr>
            <a:r>
              <a:rPr lang="ru-RU" sz="1600" dirty="0" err="1">
                <a:latin typeface="Courier New" pitchFamily="49" charset="0"/>
              </a:rPr>
              <a:t>Параметры</a:t>
            </a:r>
            <a:r>
              <a:rPr lang="ru-RU" sz="1600" dirty="0" err="1">
                <a:solidFill>
                  <a:srgbClr val="FF0000"/>
                </a:solidFill>
                <a:latin typeface="Courier New" pitchFamily="49" charset="0"/>
              </a:rPr>
              <a:t>.</a:t>
            </a:r>
            <a:r>
              <a:rPr lang="ru-RU" sz="1600" dirty="0" err="1">
                <a:latin typeface="Courier New" pitchFamily="49" charset="0"/>
              </a:rPr>
              <a:t>Вставить</a:t>
            </a:r>
            <a:r>
              <a:rPr lang="ru-RU" sz="1600" dirty="0">
                <a:solidFill>
                  <a:srgbClr val="FF0000"/>
                </a:solidFill>
                <a:latin typeface="Courier New" pitchFamily="49" charset="0"/>
              </a:rPr>
              <a:t>(</a:t>
            </a:r>
            <a:r>
              <a:rPr lang="ru-RU" sz="1600" dirty="0">
                <a:solidFill>
                  <a:schemeClr val="tx1"/>
                </a:solidFill>
                <a:latin typeface="Courier New" pitchFamily="49" charset="0"/>
              </a:rPr>
              <a:t>"</a:t>
            </a:r>
            <a:r>
              <a:rPr lang="ru-RU" sz="1600" dirty="0" err="1">
                <a:solidFill>
                  <a:schemeClr val="tx1"/>
                </a:solidFill>
                <a:latin typeface="Courier New" pitchFamily="49" charset="0"/>
              </a:rPr>
              <a:t>ЗаголовокОтчета</a:t>
            </a:r>
            <a:r>
              <a:rPr lang="ru-RU" sz="1600" dirty="0">
                <a:solidFill>
                  <a:schemeClr val="tx1"/>
                </a:solidFill>
                <a:latin typeface="Courier New" pitchFamily="49" charset="0"/>
              </a:rPr>
              <a:t>"</a:t>
            </a:r>
            <a:r>
              <a:rPr lang="ru-RU" sz="1600" dirty="0">
                <a:solidFill>
                  <a:srgbClr val="FF0000"/>
                </a:solidFill>
                <a:latin typeface="Courier New" pitchFamily="49" charset="0"/>
              </a:rPr>
              <a:t>,</a:t>
            </a:r>
            <a:r>
              <a:rPr lang="ru-RU" sz="1600" dirty="0">
                <a:latin typeface="Courier New" pitchFamily="49" charset="0"/>
              </a:rPr>
              <a:t> </a:t>
            </a:r>
            <a:r>
              <a:rPr lang="ru-RU" sz="1600" dirty="0">
                <a:solidFill>
                  <a:schemeClr val="tx1"/>
                </a:solidFill>
                <a:latin typeface="Courier New" pitchFamily="49" charset="0"/>
              </a:rPr>
              <a:t>"Анализ продаж"</a:t>
            </a:r>
            <a:r>
              <a:rPr lang="ru-RU" sz="1600" dirty="0">
                <a:solidFill>
                  <a:srgbClr val="FF0000"/>
                </a:solidFill>
                <a:latin typeface="Courier New" pitchFamily="49" charset="0"/>
              </a:rPr>
              <a:t>);</a:t>
            </a:r>
          </a:p>
          <a:p>
            <a:pPr>
              <a:lnSpc>
                <a:spcPct val="80000"/>
              </a:lnSpc>
              <a:buNone/>
            </a:pPr>
            <a:r>
              <a:rPr lang="ru-RU" sz="1600" dirty="0" err="1">
                <a:latin typeface="Courier New" pitchFamily="49" charset="0"/>
              </a:rPr>
              <a:t>Параметры</a:t>
            </a:r>
            <a:r>
              <a:rPr lang="ru-RU" sz="1600" dirty="0" err="1">
                <a:solidFill>
                  <a:srgbClr val="FF0000"/>
                </a:solidFill>
                <a:latin typeface="Courier New" pitchFamily="49" charset="0"/>
              </a:rPr>
              <a:t>.</a:t>
            </a:r>
            <a:r>
              <a:rPr lang="ru-RU" sz="1600" dirty="0" err="1">
                <a:latin typeface="Courier New" pitchFamily="49" charset="0"/>
              </a:rPr>
              <a:t>Вставить</a:t>
            </a:r>
            <a:r>
              <a:rPr lang="ru-RU" sz="1600" dirty="0">
                <a:solidFill>
                  <a:srgbClr val="FF0000"/>
                </a:solidFill>
                <a:latin typeface="Courier New" pitchFamily="49" charset="0"/>
              </a:rPr>
              <a:t>(</a:t>
            </a:r>
            <a:r>
              <a:rPr lang="ru-RU" sz="1600" dirty="0">
                <a:solidFill>
                  <a:schemeClr val="tx1"/>
                </a:solidFill>
                <a:latin typeface="Courier New" pitchFamily="49" charset="0"/>
              </a:rPr>
              <a:t>"</a:t>
            </a:r>
            <a:r>
              <a:rPr lang="ru-RU" sz="1600" dirty="0" err="1">
                <a:solidFill>
                  <a:schemeClr val="tx1"/>
                </a:solidFill>
                <a:latin typeface="Courier New" pitchFamily="49" charset="0"/>
              </a:rPr>
              <a:t>ДатаОтчета</a:t>
            </a:r>
            <a:r>
              <a:rPr lang="ru-RU" sz="1600" dirty="0">
                <a:solidFill>
                  <a:schemeClr val="tx1"/>
                </a:solidFill>
                <a:latin typeface="Courier New" pitchFamily="49" charset="0"/>
              </a:rPr>
              <a:t>"</a:t>
            </a:r>
            <a:r>
              <a:rPr lang="ru-RU" sz="1600" dirty="0">
                <a:solidFill>
                  <a:srgbClr val="FF0000"/>
                </a:solidFill>
                <a:latin typeface="Courier New" pitchFamily="49" charset="0"/>
              </a:rPr>
              <a:t>,</a:t>
            </a:r>
            <a:r>
              <a:rPr lang="ru-RU" sz="1600" dirty="0">
                <a:latin typeface="Courier New" pitchFamily="49" charset="0"/>
              </a:rPr>
              <a:t> Дата</a:t>
            </a:r>
            <a:r>
              <a:rPr lang="ru-RU" sz="1600" dirty="0">
                <a:solidFill>
                  <a:srgbClr val="FF0000"/>
                </a:solidFill>
                <a:latin typeface="Courier New" pitchFamily="49" charset="0"/>
              </a:rPr>
              <a:t>(</a:t>
            </a:r>
            <a:r>
              <a:rPr lang="ru-RU" sz="1600" dirty="0">
                <a:latin typeface="Courier New" pitchFamily="49" charset="0"/>
              </a:rPr>
              <a:t>20</a:t>
            </a:r>
            <a:r>
              <a:rPr lang="en-US" sz="1600" dirty="0">
                <a:latin typeface="Courier New" pitchFamily="49" charset="0"/>
              </a:rPr>
              <a:t>1</a:t>
            </a:r>
            <a:r>
              <a:rPr lang="ru-RU" sz="1600" dirty="0">
                <a:latin typeface="Courier New" pitchFamily="49" charset="0"/>
              </a:rPr>
              <a:t>8</a:t>
            </a:r>
            <a:r>
              <a:rPr lang="ru-RU" sz="1600" dirty="0">
                <a:solidFill>
                  <a:srgbClr val="FF0000"/>
                </a:solidFill>
                <a:latin typeface="Courier New" pitchFamily="49" charset="0"/>
              </a:rPr>
              <a:t>,</a:t>
            </a:r>
            <a:r>
              <a:rPr lang="ru-RU" sz="1600" dirty="0">
                <a:latin typeface="Courier New" pitchFamily="49" charset="0"/>
              </a:rPr>
              <a:t> 6</a:t>
            </a:r>
            <a:r>
              <a:rPr lang="ru-RU" sz="1600" dirty="0">
                <a:solidFill>
                  <a:srgbClr val="FF0000"/>
                </a:solidFill>
                <a:latin typeface="Courier New" pitchFamily="49" charset="0"/>
              </a:rPr>
              <a:t>,</a:t>
            </a:r>
            <a:r>
              <a:rPr lang="ru-RU" sz="1600" dirty="0">
                <a:latin typeface="Courier New" pitchFamily="49" charset="0"/>
              </a:rPr>
              <a:t> 2</a:t>
            </a:r>
            <a:r>
              <a:rPr lang="en-US" sz="1600" dirty="0">
                <a:latin typeface="Courier New" pitchFamily="49" charset="0"/>
              </a:rPr>
              <a:t>3</a:t>
            </a:r>
            <a:r>
              <a:rPr lang="ru-RU" sz="1600" dirty="0">
                <a:solidFill>
                  <a:srgbClr val="FF0000"/>
                </a:solidFill>
                <a:latin typeface="Courier New" pitchFamily="49" charset="0"/>
              </a:rPr>
              <a:t>));</a:t>
            </a:r>
          </a:p>
          <a:p>
            <a:pPr>
              <a:lnSpc>
                <a:spcPct val="80000"/>
              </a:lnSpc>
              <a:buFontTx/>
              <a:buNone/>
            </a:pPr>
            <a:r>
              <a:rPr lang="ru-RU" sz="1600" dirty="0" err="1">
                <a:latin typeface="Courier New" pitchFamily="49" charset="0"/>
              </a:rPr>
              <a:t>Параметры</a:t>
            </a:r>
            <a:r>
              <a:rPr lang="ru-RU" sz="1600" dirty="0" err="1">
                <a:solidFill>
                  <a:srgbClr val="FF0000"/>
                </a:solidFill>
                <a:latin typeface="Courier New" pitchFamily="49" charset="0"/>
              </a:rPr>
              <a:t>.</a:t>
            </a:r>
            <a:r>
              <a:rPr lang="ru-RU" sz="1600" dirty="0" err="1">
                <a:latin typeface="Courier New" pitchFamily="49" charset="0"/>
              </a:rPr>
              <a:t>Вставить</a:t>
            </a:r>
            <a:r>
              <a:rPr lang="ru-RU" sz="1600" dirty="0">
                <a:solidFill>
                  <a:srgbClr val="FF0000"/>
                </a:solidFill>
                <a:latin typeface="Courier New" pitchFamily="49" charset="0"/>
              </a:rPr>
              <a:t>(</a:t>
            </a:r>
            <a:r>
              <a:rPr lang="ru-RU" sz="1600" dirty="0">
                <a:solidFill>
                  <a:schemeClr val="tx1"/>
                </a:solidFill>
                <a:latin typeface="Courier New" pitchFamily="49" charset="0"/>
              </a:rPr>
              <a:t>"</a:t>
            </a:r>
            <a:r>
              <a:rPr lang="ru-RU" sz="1600" dirty="0" err="1">
                <a:solidFill>
                  <a:schemeClr val="tx1"/>
                </a:solidFill>
                <a:latin typeface="Courier New" pitchFamily="49" charset="0"/>
              </a:rPr>
              <a:t>ВыводитьНомераСтраниц</a:t>
            </a:r>
            <a:r>
              <a:rPr lang="ru-RU" sz="1600" dirty="0">
                <a:solidFill>
                  <a:schemeClr val="tx1"/>
                </a:solidFill>
                <a:latin typeface="Courier New" pitchFamily="49" charset="0"/>
              </a:rPr>
              <a:t>"</a:t>
            </a:r>
            <a:r>
              <a:rPr lang="ru-RU" sz="1600" dirty="0">
                <a:solidFill>
                  <a:srgbClr val="FF0000"/>
                </a:solidFill>
                <a:latin typeface="Courier New" pitchFamily="49" charset="0"/>
              </a:rPr>
              <a:t>,</a:t>
            </a:r>
            <a:r>
              <a:rPr lang="ru-RU" sz="1600" dirty="0">
                <a:latin typeface="Courier New" pitchFamily="49" charset="0"/>
              </a:rPr>
              <a:t> </a:t>
            </a:r>
            <a:r>
              <a:rPr lang="ru-RU" sz="1600" dirty="0">
                <a:solidFill>
                  <a:srgbClr val="FF0000"/>
                </a:solidFill>
                <a:latin typeface="Courier New" pitchFamily="49" charset="0"/>
              </a:rPr>
              <a:t>Истина);</a:t>
            </a:r>
          </a:p>
          <a:p>
            <a:pPr>
              <a:lnSpc>
                <a:spcPct val="80000"/>
              </a:lnSpc>
              <a:buNone/>
            </a:pPr>
            <a:r>
              <a:rPr lang="ru-RU" sz="1600" dirty="0" err="1">
                <a:latin typeface="Courier New" pitchFamily="49" charset="0"/>
              </a:rPr>
              <a:t>Параметры</a:t>
            </a:r>
            <a:r>
              <a:rPr lang="ru-RU" sz="1600" dirty="0" err="1">
                <a:solidFill>
                  <a:srgbClr val="FF0000"/>
                </a:solidFill>
                <a:latin typeface="Courier New" pitchFamily="49" charset="0"/>
              </a:rPr>
              <a:t>.</a:t>
            </a:r>
            <a:r>
              <a:rPr lang="ru-RU" sz="1600" dirty="0" err="1">
                <a:latin typeface="Courier New" pitchFamily="49" charset="0"/>
              </a:rPr>
              <a:t>Вставить</a:t>
            </a:r>
            <a:r>
              <a:rPr lang="ru-RU" sz="1600" dirty="0">
                <a:solidFill>
                  <a:srgbClr val="FF0000"/>
                </a:solidFill>
                <a:latin typeface="Courier New" pitchFamily="49" charset="0"/>
              </a:rPr>
              <a:t>(</a:t>
            </a:r>
            <a:r>
              <a:rPr lang="ru-RU" sz="1600" dirty="0">
                <a:solidFill>
                  <a:schemeClr val="tx1"/>
                </a:solidFill>
                <a:latin typeface="Courier New" pitchFamily="49" charset="0"/>
              </a:rPr>
              <a:t>"</a:t>
            </a:r>
            <a:r>
              <a:rPr lang="ru-RU" sz="1600" dirty="0" err="1">
                <a:solidFill>
                  <a:schemeClr val="tx1"/>
                </a:solidFill>
                <a:latin typeface="Courier New" pitchFamily="49" charset="0"/>
              </a:rPr>
              <a:t>ВыводитьНомераСтраниц</a:t>
            </a:r>
            <a:r>
              <a:rPr lang="ru-RU" sz="1600" dirty="0">
                <a:solidFill>
                  <a:schemeClr val="tx1"/>
                </a:solidFill>
                <a:latin typeface="Courier New" pitchFamily="49" charset="0"/>
              </a:rPr>
              <a:t>"</a:t>
            </a:r>
            <a:r>
              <a:rPr lang="ru-RU" sz="1600" dirty="0">
                <a:solidFill>
                  <a:srgbClr val="FF0000"/>
                </a:solidFill>
                <a:latin typeface="Courier New" pitchFamily="49" charset="0"/>
              </a:rPr>
              <a:t>,</a:t>
            </a:r>
            <a:r>
              <a:rPr lang="ru-RU" sz="1600" dirty="0">
                <a:latin typeface="Courier New" pitchFamily="49" charset="0"/>
              </a:rPr>
              <a:t> </a:t>
            </a:r>
            <a:r>
              <a:rPr lang="ru-RU" sz="1600" dirty="0">
                <a:solidFill>
                  <a:srgbClr val="FF0000"/>
                </a:solidFill>
                <a:latin typeface="Courier New" pitchFamily="49" charset="0"/>
              </a:rPr>
              <a:t>Ложь); </a:t>
            </a:r>
            <a:r>
              <a:rPr lang="ru-RU" sz="1600" dirty="0">
                <a:solidFill>
                  <a:srgbClr val="00B050"/>
                </a:solidFill>
                <a:latin typeface="Courier New" pitchFamily="49" charset="0"/>
              </a:rPr>
              <a:t>//Повтор ключа</a:t>
            </a:r>
          </a:p>
          <a:p>
            <a:pPr>
              <a:lnSpc>
                <a:spcPct val="80000"/>
              </a:lnSpc>
              <a:buFontTx/>
              <a:buNone/>
            </a:pPr>
            <a:endParaRPr lang="ru-RU" sz="1600" dirty="0">
              <a:solidFill>
                <a:srgbClr val="FF0000"/>
              </a:solidFill>
              <a:latin typeface="Courier New" pitchFamily="49" charset="0"/>
            </a:endParaRPr>
          </a:p>
        </p:txBody>
      </p:sp>
      <p:sp>
        <p:nvSpPr>
          <p:cNvPr id="30722" name="Rectangle 2"/>
          <p:cNvSpPr>
            <a:spLocks noGrp="1" noChangeArrowheads="1"/>
          </p:cNvSpPr>
          <p:nvPr>
            <p:ph type="title"/>
          </p:nvPr>
        </p:nvSpPr>
        <p:spPr>
          <a:xfrm>
            <a:off x="179512" y="548680"/>
            <a:ext cx="8784976" cy="670520"/>
          </a:xfrm>
        </p:spPr>
        <p:txBody>
          <a:bodyPr/>
          <a:lstStyle/>
          <a:p>
            <a:r>
              <a:rPr lang="ru-RU" dirty="0">
                <a:solidFill>
                  <a:srgbClr val="FF0000"/>
                </a:solidFill>
              </a:rPr>
              <a:t>Структура</a:t>
            </a:r>
          </a:p>
        </p:txBody>
      </p:sp>
    </p:spTree>
    <p:extLst>
      <p:ext uri="{BB962C8B-B14F-4D97-AF65-F5344CB8AC3E}">
        <p14:creationId xmlns:p14="http://schemas.microsoft.com/office/powerpoint/2010/main" val="185387374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0824" name="Group 10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38077006"/>
              </p:ext>
            </p:extLst>
          </p:nvPr>
        </p:nvGraphicFramePr>
        <p:xfrm>
          <a:off x="1979711" y="1215173"/>
          <a:ext cx="4733925" cy="1710411"/>
        </p:xfrm>
        <a:graphic>
          <a:graphicData uri="http://schemas.openxmlformats.org/drawingml/2006/table">
            <a:tbl>
              <a:tblPr/>
              <a:tblGrid>
                <a:gridCol w="236696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36696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318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u-RU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Ключ</a:t>
                      </a:r>
                      <a:endParaRPr kumimoji="0" lang="ru-RU" sz="1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anchor="ctr" horzOverflow="overflow">
                    <a:lnL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u-RU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Значение</a:t>
                      </a:r>
                      <a:endParaRPr kumimoji="0" lang="ru-RU" sz="1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3180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u-RU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"</a:t>
                      </a:r>
                      <a:r>
                        <a:rPr kumimoji="0" lang="ru-RU" sz="14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ВыводитьНомераСтраниц</a:t>
                      </a:r>
                      <a:r>
                        <a:rPr kumimoji="0" lang="ru-RU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"</a:t>
                      </a:r>
                      <a:endParaRPr kumimoji="0" lang="ru-RU" sz="1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anchor="ctr" horzOverflow="overflow">
                    <a:lnL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u-RU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Истина</a:t>
                      </a:r>
                      <a:endParaRPr kumimoji="0" lang="ru-RU" sz="1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3180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u-RU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"</a:t>
                      </a:r>
                      <a:r>
                        <a:rPr kumimoji="0" lang="ru-RU" sz="14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ДатаОтчета</a:t>
                      </a:r>
                      <a:r>
                        <a:rPr kumimoji="0" lang="ru-RU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"</a:t>
                      </a:r>
                      <a:endParaRPr kumimoji="0" lang="ru-RU" sz="1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anchor="ctr" horzOverflow="overflow">
                    <a:lnL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u-RU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31.10.2015</a:t>
                      </a:r>
                      <a:endParaRPr kumimoji="0" lang="ru-RU" sz="1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15011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u-RU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"</a:t>
                      </a:r>
                      <a:r>
                        <a:rPr kumimoji="0" lang="ru-RU" sz="14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ЗаголовокОтчета</a:t>
                      </a:r>
                      <a:r>
                        <a:rPr kumimoji="0" lang="ru-RU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"</a:t>
                      </a:r>
                      <a:endParaRPr kumimoji="0" lang="ru-RU" sz="1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anchor="ctr" horzOverflow="overflow">
                    <a:lnL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u-RU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"Анализ продаж"</a:t>
                      </a:r>
                      <a:endParaRPr kumimoji="0" lang="ru-RU" sz="1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30723" name="Rectangle 3"/>
          <p:cNvSpPr>
            <a:spLocks noGrp="1" noChangeArrowheads="1"/>
          </p:cNvSpPr>
          <p:nvPr>
            <p:ph idx="1"/>
          </p:nvPr>
        </p:nvSpPr>
        <p:spPr>
          <a:xfrm>
            <a:off x="304800" y="2996952"/>
            <a:ext cx="8534400" cy="3200400"/>
          </a:xfrm>
        </p:spPr>
        <p:txBody>
          <a:bodyPr/>
          <a:lstStyle/>
          <a:p>
            <a:pPr>
              <a:lnSpc>
                <a:spcPct val="80000"/>
              </a:lnSpc>
              <a:buFontTx/>
              <a:buNone/>
            </a:pPr>
            <a:r>
              <a:rPr lang="ru-RU" sz="2000" b="1" u="sng" dirty="0">
                <a:solidFill>
                  <a:schemeClr val="tx1">
                    <a:lumMod val="75000"/>
                    <a:lumOff val="25000"/>
                  </a:schemeClr>
                </a:solidFill>
                <a:latin typeface="Courier New" pitchFamily="49" charset="0"/>
              </a:rPr>
              <a:t>Создание структуры:</a:t>
            </a:r>
          </a:p>
          <a:p>
            <a:pPr>
              <a:lnSpc>
                <a:spcPct val="80000"/>
              </a:lnSpc>
              <a:buFontTx/>
              <a:buNone/>
            </a:pPr>
            <a:endParaRPr lang="ru-RU" sz="1200" b="1" i="1" u="sng" dirty="0">
              <a:solidFill>
                <a:schemeClr val="accent2"/>
              </a:solidFill>
              <a:latin typeface="Courier New" pitchFamily="49" charset="0"/>
            </a:endParaRPr>
          </a:p>
          <a:p>
            <a:pPr>
              <a:lnSpc>
                <a:spcPct val="80000"/>
              </a:lnSpc>
              <a:buFontTx/>
              <a:buNone/>
            </a:pPr>
            <a:r>
              <a:rPr lang="ru-RU" sz="1600" dirty="0">
                <a:latin typeface="Courier New" pitchFamily="49" charset="0"/>
              </a:rPr>
              <a:t>Параметры </a:t>
            </a:r>
            <a:r>
              <a:rPr lang="ru-RU" sz="1600" dirty="0">
                <a:solidFill>
                  <a:srgbClr val="FF0000"/>
                </a:solidFill>
                <a:latin typeface="Courier New" pitchFamily="49" charset="0"/>
              </a:rPr>
              <a:t>=</a:t>
            </a:r>
            <a:r>
              <a:rPr lang="ru-RU" sz="1600" dirty="0">
                <a:latin typeface="Courier New" pitchFamily="49" charset="0"/>
              </a:rPr>
              <a:t> </a:t>
            </a:r>
            <a:r>
              <a:rPr lang="ru-RU" sz="1600" b="1" dirty="0">
                <a:solidFill>
                  <a:srgbClr val="FF0000"/>
                </a:solidFill>
                <a:latin typeface="Courier New" pitchFamily="49" charset="0"/>
              </a:rPr>
              <a:t>Новый </a:t>
            </a:r>
            <a:r>
              <a:rPr lang="ru-RU" sz="1600" dirty="0">
                <a:solidFill>
                  <a:srgbClr val="FF0000"/>
                </a:solidFill>
                <a:latin typeface="Courier New" pitchFamily="49" charset="0"/>
              </a:rPr>
              <a:t>Структура;</a:t>
            </a:r>
          </a:p>
          <a:p>
            <a:pPr>
              <a:lnSpc>
                <a:spcPct val="80000"/>
              </a:lnSpc>
              <a:buFontTx/>
              <a:buNone/>
            </a:pPr>
            <a:r>
              <a:rPr lang="ru-RU" sz="1600" dirty="0" err="1">
                <a:latin typeface="Courier New" pitchFamily="49" charset="0"/>
              </a:rPr>
              <a:t>Параметры</a:t>
            </a:r>
            <a:r>
              <a:rPr lang="ru-RU" sz="1600" dirty="0" err="1">
                <a:solidFill>
                  <a:srgbClr val="FF0000"/>
                </a:solidFill>
                <a:latin typeface="Courier New" pitchFamily="49" charset="0"/>
              </a:rPr>
              <a:t>.</a:t>
            </a:r>
            <a:r>
              <a:rPr lang="ru-RU" sz="1600" dirty="0" err="1">
                <a:latin typeface="Courier New" pitchFamily="49" charset="0"/>
              </a:rPr>
              <a:t>Вставить</a:t>
            </a:r>
            <a:r>
              <a:rPr lang="ru-RU" sz="1600" dirty="0">
                <a:solidFill>
                  <a:srgbClr val="FF0000"/>
                </a:solidFill>
                <a:latin typeface="Courier New" pitchFamily="49" charset="0"/>
              </a:rPr>
              <a:t>(</a:t>
            </a:r>
            <a:r>
              <a:rPr lang="ru-RU" sz="1600" dirty="0">
                <a:solidFill>
                  <a:schemeClr val="tx1"/>
                </a:solidFill>
                <a:latin typeface="Courier New" pitchFamily="49" charset="0"/>
              </a:rPr>
              <a:t>"</a:t>
            </a:r>
            <a:r>
              <a:rPr lang="ru-RU" sz="1600" dirty="0" err="1">
                <a:solidFill>
                  <a:schemeClr val="tx1"/>
                </a:solidFill>
                <a:latin typeface="Courier New" pitchFamily="49" charset="0"/>
              </a:rPr>
              <a:t>ЗаголовокОтчета</a:t>
            </a:r>
            <a:r>
              <a:rPr lang="ru-RU" sz="1600" dirty="0">
                <a:solidFill>
                  <a:schemeClr val="tx1"/>
                </a:solidFill>
                <a:latin typeface="Courier New" pitchFamily="49" charset="0"/>
              </a:rPr>
              <a:t>"</a:t>
            </a:r>
            <a:r>
              <a:rPr lang="ru-RU" sz="1600" dirty="0">
                <a:solidFill>
                  <a:srgbClr val="FF0000"/>
                </a:solidFill>
                <a:latin typeface="Courier New" pitchFamily="49" charset="0"/>
              </a:rPr>
              <a:t>,</a:t>
            </a:r>
            <a:r>
              <a:rPr lang="ru-RU" sz="1600" dirty="0">
                <a:latin typeface="Courier New" pitchFamily="49" charset="0"/>
              </a:rPr>
              <a:t> </a:t>
            </a:r>
            <a:r>
              <a:rPr lang="ru-RU" sz="1600" dirty="0">
                <a:solidFill>
                  <a:schemeClr val="tx1"/>
                </a:solidFill>
                <a:latin typeface="Courier New" pitchFamily="49" charset="0"/>
              </a:rPr>
              <a:t>"Анализ продаж"</a:t>
            </a:r>
            <a:r>
              <a:rPr lang="ru-RU" sz="1600" dirty="0">
                <a:solidFill>
                  <a:srgbClr val="FF0000"/>
                </a:solidFill>
                <a:latin typeface="Courier New" pitchFamily="49" charset="0"/>
              </a:rPr>
              <a:t>);</a:t>
            </a:r>
          </a:p>
          <a:p>
            <a:pPr>
              <a:lnSpc>
                <a:spcPct val="80000"/>
              </a:lnSpc>
              <a:buNone/>
            </a:pPr>
            <a:r>
              <a:rPr lang="ru-RU" sz="1600" dirty="0" err="1">
                <a:latin typeface="Courier New" pitchFamily="49" charset="0"/>
              </a:rPr>
              <a:t>Параметры</a:t>
            </a:r>
            <a:r>
              <a:rPr lang="ru-RU" sz="1600" dirty="0" err="1">
                <a:solidFill>
                  <a:srgbClr val="FF0000"/>
                </a:solidFill>
                <a:latin typeface="Courier New" pitchFamily="49" charset="0"/>
              </a:rPr>
              <a:t>.</a:t>
            </a:r>
            <a:r>
              <a:rPr lang="ru-RU" sz="1600" dirty="0" err="1">
                <a:latin typeface="Courier New" pitchFamily="49" charset="0"/>
              </a:rPr>
              <a:t>Вставить</a:t>
            </a:r>
            <a:r>
              <a:rPr lang="ru-RU" sz="1600" dirty="0">
                <a:solidFill>
                  <a:srgbClr val="FF0000"/>
                </a:solidFill>
                <a:latin typeface="Courier New" pitchFamily="49" charset="0"/>
              </a:rPr>
              <a:t>(</a:t>
            </a:r>
            <a:r>
              <a:rPr lang="ru-RU" sz="1600" dirty="0">
                <a:solidFill>
                  <a:schemeClr val="tx1"/>
                </a:solidFill>
                <a:latin typeface="Courier New" pitchFamily="49" charset="0"/>
              </a:rPr>
              <a:t>"</a:t>
            </a:r>
            <a:r>
              <a:rPr lang="ru-RU" sz="1600" dirty="0" err="1">
                <a:solidFill>
                  <a:schemeClr val="tx1"/>
                </a:solidFill>
                <a:latin typeface="Courier New" pitchFamily="49" charset="0"/>
              </a:rPr>
              <a:t>ДатаОтчета</a:t>
            </a:r>
            <a:r>
              <a:rPr lang="ru-RU" sz="1600" dirty="0">
                <a:solidFill>
                  <a:schemeClr val="tx1"/>
                </a:solidFill>
                <a:latin typeface="Courier New" pitchFamily="49" charset="0"/>
              </a:rPr>
              <a:t>"</a:t>
            </a:r>
            <a:r>
              <a:rPr lang="ru-RU" sz="1600" dirty="0">
                <a:solidFill>
                  <a:srgbClr val="FF0000"/>
                </a:solidFill>
                <a:latin typeface="Courier New" pitchFamily="49" charset="0"/>
              </a:rPr>
              <a:t>,</a:t>
            </a:r>
            <a:r>
              <a:rPr lang="ru-RU" sz="1600" dirty="0">
                <a:latin typeface="Courier New" pitchFamily="49" charset="0"/>
              </a:rPr>
              <a:t> Дата</a:t>
            </a:r>
            <a:r>
              <a:rPr lang="ru-RU" sz="1600" dirty="0">
                <a:solidFill>
                  <a:srgbClr val="FF0000"/>
                </a:solidFill>
                <a:latin typeface="Courier New" pitchFamily="49" charset="0"/>
              </a:rPr>
              <a:t>(</a:t>
            </a:r>
            <a:r>
              <a:rPr lang="ru-RU" sz="1600" dirty="0">
                <a:latin typeface="Courier New" pitchFamily="49" charset="0"/>
              </a:rPr>
              <a:t>20</a:t>
            </a:r>
            <a:r>
              <a:rPr lang="en-US" sz="1600" dirty="0">
                <a:latin typeface="Courier New" pitchFamily="49" charset="0"/>
              </a:rPr>
              <a:t>1</a:t>
            </a:r>
            <a:r>
              <a:rPr lang="ru-RU" sz="1600" dirty="0">
                <a:latin typeface="Courier New" pitchFamily="49" charset="0"/>
              </a:rPr>
              <a:t>8</a:t>
            </a:r>
            <a:r>
              <a:rPr lang="ru-RU" sz="1600" dirty="0">
                <a:solidFill>
                  <a:srgbClr val="FF0000"/>
                </a:solidFill>
                <a:latin typeface="Courier New" pitchFamily="49" charset="0"/>
              </a:rPr>
              <a:t>,</a:t>
            </a:r>
            <a:r>
              <a:rPr lang="ru-RU" sz="1600" dirty="0">
                <a:latin typeface="Courier New" pitchFamily="49" charset="0"/>
              </a:rPr>
              <a:t> 6</a:t>
            </a:r>
            <a:r>
              <a:rPr lang="ru-RU" sz="1600" dirty="0">
                <a:solidFill>
                  <a:srgbClr val="FF0000"/>
                </a:solidFill>
                <a:latin typeface="Courier New" pitchFamily="49" charset="0"/>
              </a:rPr>
              <a:t>,</a:t>
            </a:r>
            <a:r>
              <a:rPr lang="ru-RU" sz="1600" dirty="0">
                <a:latin typeface="Courier New" pitchFamily="49" charset="0"/>
              </a:rPr>
              <a:t> 2</a:t>
            </a:r>
            <a:r>
              <a:rPr lang="en-US" sz="1600" dirty="0">
                <a:latin typeface="Courier New" pitchFamily="49" charset="0"/>
              </a:rPr>
              <a:t>3</a:t>
            </a:r>
            <a:r>
              <a:rPr lang="ru-RU" sz="1600" dirty="0">
                <a:solidFill>
                  <a:srgbClr val="FF0000"/>
                </a:solidFill>
                <a:latin typeface="Courier New" pitchFamily="49" charset="0"/>
              </a:rPr>
              <a:t>));</a:t>
            </a:r>
          </a:p>
          <a:p>
            <a:pPr>
              <a:lnSpc>
                <a:spcPct val="80000"/>
              </a:lnSpc>
              <a:buFontTx/>
              <a:buNone/>
            </a:pPr>
            <a:r>
              <a:rPr lang="ru-RU" sz="1600" dirty="0" err="1">
                <a:latin typeface="Courier New" pitchFamily="49" charset="0"/>
              </a:rPr>
              <a:t>Параметры</a:t>
            </a:r>
            <a:r>
              <a:rPr lang="ru-RU" sz="1600" dirty="0" err="1">
                <a:solidFill>
                  <a:srgbClr val="FF0000"/>
                </a:solidFill>
                <a:latin typeface="Courier New" pitchFamily="49" charset="0"/>
              </a:rPr>
              <a:t>.</a:t>
            </a:r>
            <a:r>
              <a:rPr lang="ru-RU" sz="1600" dirty="0" err="1">
                <a:latin typeface="Courier New" pitchFamily="49" charset="0"/>
              </a:rPr>
              <a:t>Вставить</a:t>
            </a:r>
            <a:r>
              <a:rPr lang="ru-RU" sz="1600" dirty="0">
                <a:solidFill>
                  <a:srgbClr val="FF0000"/>
                </a:solidFill>
                <a:latin typeface="Courier New" pitchFamily="49" charset="0"/>
              </a:rPr>
              <a:t>(</a:t>
            </a:r>
            <a:r>
              <a:rPr lang="ru-RU" sz="1600" dirty="0">
                <a:solidFill>
                  <a:schemeClr val="tx1"/>
                </a:solidFill>
                <a:latin typeface="Courier New" pitchFamily="49" charset="0"/>
              </a:rPr>
              <a:t>"</a:t>
            </a:r>
            <a:r>
              <a:rPr lang="ru-RU" sz="1600" dirty="0" err="1">
                <a:solidFill>
                  <a:schemeClr val="tx1"/>
                </a:solidFill>
                <a:latin typeface="Courier New" pitchFamily="49" charset="0"/>
              </a:rPr>
              <a:t>ВыводитьНомераСтраниц</a:t>
            </a:r>
            <a:r>
              <a:rPr lang="ru-RU" sz="1600" dirty="0">
                <a:solidFill>
                  <a:schemeClr val="tx1"/>
                </a:solidFill>
                <a:latin typeface="Courier New" pitchFamily="49" charset="0"/>
              </a:rPr>
              <a:t>"</a:t>
            </a:r>
            <a:r>
              <a:rPr lang="ru-RU" sz="1600" dirty="0">
                <a:solidFill>
                  <a:srgbClr val="FF0000"/>
                </a:solidFill>
                <a:latin typeface="Courier New" pitchFamily="49" charset="0"/>
              </a:rPr>
              <a:t>,</a:t>
            </a:r>
            <a:r>
              <a:rPr lang="ru-RU" sz="1600" dirty="0">
                <a:latin typeface="Courier New" pitchFamily="49" charset="0"/>
              </a:rPr>
              <a:t> </a:t>
            </a:r>
            <a:r>
              <a:rPr lang="ru-RU" sz="1600" dirty="0">
                <a:solidFill>
                  <a:srgbClr val="FF0000"/>
                </a:solidFill>
                <a:latin typeface="Courier New" pitchFamily="49" charset="0"/>
              </a:rPr>
              <a:t>Истина);</a:t>
            </a:r>
          </a:p>
          <a:p>
            <a:pPr>
              <a:lnSpc>
                <a:spcPct val="80000"/>
              </a:lnSpc>
              <a:buNone/>
            </a:pPr>
            <a:r>
              <a:rPr lang="ru-RU" sz="1600" dirty="0" err="1">
                <a:latin typeface="Courier New" pitchFamily="49" charset="0"/>
              </a:rPr>
              <a:t>Параметры</a:t>
            </a:r>
            <a:r>
              <a:rPr lang="ru-RU" sz="1600" dirty="0" err="1">
                <a:solidFill>
                  <a:srgbClr val="FF0000"/>
                </a:solidFill>
                <a:latin typeface="Courier New" pitchFamily="49" charset="0"/>
              </a:rPr>
              <a:t>.</a:t>
            </a:r>
            <a:r>
              <a:rPr lang="ru-RU" sz="1600" dirty="0" err="1">
                <a:latin typeface="Courier New" pitchFamily="49" charset="0"/>
              </a:rPr>
              <a:t>Вставить</a:t>
            </a:r>
            <a:r>
              <a:rPr lang="ru-RU" sz="1600" dirty="0">
                <a:solidFill>
                  <a:srgbClr val="FF0000"/>
                </a:solidFill>
                <a:latin typeface="Courier New" pitchFamily="49" charset="0"/>
              </a:rPr>
              <a:t>(</a:t>
            </a:r>
            <a:r>
              <a:rPr lang="ru-RU" sz="1600" dirty="0">
                <a:solidFill>
                  <a:schemeClr val="tx1"/>
                </a:solidFill>
                <a:latin typeface="Courier New" pitchFamily="49" charset="0"/>
              </a:rPr>
              <a:t>"</a:t>
            </a:r>
            <a:r>
              <a:rPr lang="ru-RU" sz="1600" dirty="0" err="1">
                <a:solidFill>
                  <a:schemeClr val="tx1"/>
                </a:solidFill>
                <a:latin typeface="Courier New" pitchFamily="49" charset="0"/>
              </a:rPr>
              <a:t>ВыводитьНомераСтраниц</a:t>
            </a:r>
            <a:r>
              <a:rPr lang="ru-RU" sz="1600" dirty="0">
                <a:solidFill>
                  <a:schemeClr val="tx1"/>
                </a:solidFill>
                <a:latin typeface="Courier New" pitchFamily="49" charset="0"/>
              </a:rPr>
              <a:t>"</a:t>
            </a:r>
            <a:r>
              <a:rPr lang="ru-RU" sz="1600" dirty="0">
                <a:solidFill>
                  <a:srgbClr val="FF0000"/>
                </a:solidFill>
                <a:latin typeface="Courier New" pitchFamily="49" charset="0"/>
              </a:rPr>
              <a:t>,</a:t>
            </a:r>
            <a:r>
              <a:rPr lang="ru-RU" sz="1600" dirty="0">
                <a:latin typeface="Courier New" pitchFamily="49" charset="0"/>
              </a:rPr>
              <a:t> </a:t>
            </a:r>
            <a:r>
              <a:rPr lang="ru-RU" sz="1600" dirty="0">
                <a:solidFill>
                  <a:srgbClr val="FF0000"/>
                </a:solidFill>
                <a:latin typeface="Courier New" pitchFamily="49" charset="0"/>
              </a:rPr>
              <a:t>Ложь); </a:t>
            </a:r>
            <a:r>
              <a:rPr lang="ru-RU" sz="1600" dirty="0">
                <a:solidFill>
                  <a:srgbClr val="00B050"/>
                </a:solidFill>
                <a:latin typeface="Courier New" pitchFamily="49" charset="0"/>
              </a:rPr>
              <a:t>//Повтор ключа</a:t>
            </a:r>
            <a:endParaRPr lang="ru-RU" sz="1600" dirty="0">
              <a:solidFill>
                <a:srgbClr val="FF0000"/>
              </a:solidFill>
              <a:latin typeface="Courier New" pitchFamily="49" charset="0"/>
            </a:endParaRPr>
          </a:p>
          <a:p>
            <a:pPr>
              <a:lnSpc>
                <a:spcPct val="80000"/>
              </a:lnSpc>
              <a:buNone/>
            </a:pPr>
            <a:r>
              <a:rPr lang="ru-RU" sz="1600" dirty="0" err="1">
                <a:latin typeface="Courier New" pitchFamily="49" charset="0"/>
              </a:rPr>
              <a:t>Параметры</a:t>
            </a:r>
            <a:r>
              <a:rPr lang="ru-RU" sz="1600" dirty="0" err="1">
                <a:solidFill>
                  <a:srgbClr val="FF0000"/>
                </a:solidFill>
                <a:latin typeface="Courier New" pitchFamily="49" charset="0"/>
              </a:rPr>
              <a:t>.</a:t>
            </a:r>
            <a:r>
              <a:rPr lang="ru-RU" sz="1600" dirty="0" err="1">
                <a:latin typeface="Courier New" pitchFamily="49" charset="0"/>
              </a:rPr>
              <a:t>ВыводитьНомераСтраниц</a:t>
            </a:r>
            <a:r>
              <a:rPr lang="ru-RU" sz="1600" dirty="0">
                <a:latin typeface="Courier New" pitchFamily="49" charset="0"/>
              </a:rPr>
              <a:t> </a:t>
            </a:r>
            <a:r>
              <a:rPr lang="ru-RU" sz="1600" dirty="0">
                <a:solidFill>
                  <a:srgbClr val="FF0000"/>
                </a:solidFill>
                <a:latin typeface="Courier New" pitchFamily="49" charset="0"/>
              </a:rPr>
              <a:t>=</a:t>
            </a:r>
            <a:r>
              <a:rPr lang="ru-RU" sz="1600" dirty="0">
                <a:latin typeface="Courier New" pitchFamily="49" charset="0"/>
              </a:rPr>
              <a:t> </a:t>
            </a:r>
            <a:r>
              <a:rPr lang="ru-RU" sz="1600" dirty="0">
                <a:solidFill>
                  <a:srgbClr val="FF0000"/>
                </a:solidFill>
                <a:latin typeface="Courier New" pitchFamily="49" charset="0"/>
              </a:rPr>
              <a:t>Истина;</a:t>
            </a:r>
          </a:p>
          <a:p>
            <a:pPr>
              <a:lnSpc>
                <a:spcPct val="80000"/>
              </a:lnSpc>
              <a:buFontTx/>
              <a:buNone/>
            </a:pPr>
            <a:endParaRPr lang="ru-RU" sz="1600" dirty="0">
              <a:solidFill>
                <a:srgbClr val="FF0000"/>
              </a:solidFill>
              <a:latin typeface="Courier New" pitchFamily="49" charset="0"/>
            </a:endParaRPr>
          </a:p>
        </p:txBody>
      </p:sp>
      <p:sp>
        <p:nvSpPr>
          <p:cNvPr id="30722" name="Rectangle 2"/>
          <p:cNvSpPr>
            <a:spLocks noGrp="1" noChangeArrowheads="1"/>
          </p:cNvSpPr>
          <p:nvPr>
            <p:ph type="title"/>
          </p:nvPr>
        </p:nvSpPr>
        <p:spPr>
          <a:xfrm>
            <a:off x="179512" y="548680"/>
            <a:ext cx="8784976" cy="670520"/>
          </a:xfrm>
        </p:spPr>
        <p:txBody>
          <a:bodyPr/>
          <a:lstStyle/>
          <a:p>
            <a:r>
              <a:rPr lang="ru-RU" dirty="0">
                <a:solidFill>
                  <a:srgbClr val="FF0000"/>
                </a:solidFill>
              </a:rPr>
              <a:t>Структура</a:t>
            </a:r>
          </a:p>
        </p:txBody>
      </p:sp>
    </p:spTree>
    <p:extLst>
      <p:ext uri="{BB962C8B-B14F-4D97-AF65-F5344CB8AC3E}">
        <p14:creationId xmlns:p14="http://schemas.microsoft.com/office/powerpoint/2010/main" val="400956293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0824" name="Group 104"/>
          <p:cNvGraphicFramePr>
            <a:graphicFrameLocks noGrp="1"/>
          </p:cNvGraphicFramePr>
          <p:nvPr/>
        </p:nvGraphicFramePr>
        <p:xfrm>
          <a:off x="1979711" y="1215173"/>
          <a:ext cx="4733925" cy="1710411"/>
        </p:xfrm>
        <a:graphic>
          <a:graphicData uri="http://schemas.openxmlformats.org/drawingml/2006/table">
            <a:tbl>
              <a:tblPr/>
              <a:tblGrid>
                <a:gridCol w="236696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36696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318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u-RU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Ключ</a:t>
                      </a:r>
                      <a:endParaRPr kumimoji="0" lang="ru-RU" sz="1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anchor="ctr" horzOverflow="overflow">
                    <a:lnL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u-RU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Значение</a:t>
                      </a:r>
                      <a:endParaRPr kumimoji="0" lang="ru-RU" sz="1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3180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u-RU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"</a:t>
                      </a:r>
                      <a:r>
                        <a:rPr kumimoji="0" lang="ru-RU" sz="14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ВыводитьНомераСтраниц</a:t>
                      </a:r>
                      <a:r>
                        <a:rPr kumimoji="0" lang="ru-RU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"</a:t>
                      </a:r>
                      <a:endParaRPr kumimoji="0" lang="ru-RU" sz="1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anchor="ctr" horzOverflow="overflow">
                    <a:lnL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u-RU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Истина</a:t>
                      </a:r>
                      <a:endParaRPr kumimoji="0" lang="ru-RU" sz="1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3180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u-RU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"</a:t>
                      </a:r>
                      <a:r>
                        <a:rPr kumimoji="0" lang="ru-RU" sz="14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ДатаОтчета</a:t>
                      </a:r>
                      <a:r>
                        <a:rPr kumimoji="0" lang="ru-RU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"</a:t>
                      </a:r>
                      <a:endParaRPr kumimoji="0" lang="ru-RU" sz="1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anchor="ctr" horzOverflow="overflow">
                    <a:lnL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u-RU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31.10.2015</a:t>
                      </a:r>
                      <a:endParaRPr kumimoji="0" lang="ru-RU" sz="1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15011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u-RU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"</a:t>
                      </a:r>
                      <a:r>
                        <a:rPr kumimoji="0" lang="ru-RU" sz="14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ЗаголовокОтчета</a:t>
                      </a:r>
                      <a:r>
                        <a:rPr kumimoji="0" lang="ru-RU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"</a:t>
                      </a:r>
                      <a:endParaRPr kumimoji="0" lang="ru-RU" sz="1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anchor="ctr" horzOverflow="overflow">
                    <a:lnL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u-RU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"Анализ продаж"</a:t>
                      </a:r>
                      <a:endParaRPr kumimoji="0" lang="ru-RU" sz="1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30723" name="Rectangle 3"/>
          <p:cNvSpPr>
            <a:spLocks noGrp="1" noChangeArrowheads="1"/>
          </p:cNvSpPr>
          <p:nvPr>
            <p:ph idx="1"/>
          </p:nvPr>
        </p:nvSpPr>
        <p:spPr>
          <a:xfrm>
            <a:off x="304800" y="2996952"/>
            <a:ext cx="8534400" cy="3528392"/>
          </a:xfrm>
        </p:spPr>
        <p:txBody>
          <a:bodyPr>
            <a:normAutofit/>
          </a:bodyPr>
          <a:lstStyle/>
          <a:p>
            <a:pPr>
              <a:lnSpc>
                <a:spcPct val="80000"/>
              </a:lnSpc>
              <a:buFontTx/>
              <a:buNone/>
            </a:pPr>
            <a:r>
              <a:rPr lang="ru-RU" sz="2000" b="1" u="sng" dirty="0">
                <a:solidFill>
                  <a:schemeClr val="tx1">
                    <a:lumMod val="75000"/>
                    <a:lumOff val="25000"/>
                  </a:schemeClr>
                </a:solidFill>
                <a:latin typeface="Courier New" pitchFamily="49" charset="0"/>
              </a:rPr>
              <a:t>Создание структуры:</a:t>
            </a:r>
          </a:p>
          <a:p>
            <a:pPr>
              <a:lnSpc>
                <a:spcPct val="80000"/>
              </a:lnSpc>
              <a:buFontTx/>
              <a:buNone/>
            </a:pPr>
            <a:endParaRPr lang="ru-RU" sz="1200" b="1" i="1" u="sng" dirty="0">
              <a:solidFill>
                <a:schemeClr val="accent2"/>
              </a:solidFill>
              <a:latin typeface="Courier New" pitchFamily="49" charset="0"/>
            </a:endParaRPr>
          </a:p>
          <a:p>
            <a:pPr>
              <a:lnSpc>
                <a:spcPct val="80000"/>
              </a:lnSpc>
              <a:buFontTx/>
              <a:buNone/>
            </a:pPr>
            <a:r>
              <a:rPr lang="ru-RU" sz="1600" dirty="0">
                <a:latin typeface="Courier New" pitchFamily="49" charset="0"/>
              </a:rPr>
              <a:t>Параметры </a:t>
            </a:r>
            <a:r>
              <a:rPr lang="ru-RU" sz="1600" dirty="0">
                <a:solidFill>
                  <a:srgbClr val="FF0000"/>
                </a:solidFill>
                <a:latin typeface="Courier New" pitchFamily="49" charset="0"/>
              </a:rPr>
              <a:t>=</a:t>
            </a:r>
            <a:r>
              <a:rPr lang="ru-RU" sz="1600" dirty="0">
                <a:latin typeface="Courier New" pitchFamily="49" charset="0"/>
              </a:rPr>
              <a:t> </a:t>
            </a:r>
            <a:r>
              <a:rPr lang="ru-RU" sz="1600" b="1" dirty="0">
                <a:solidFill>
                  <a:srgbClr val="FF0000"/>
                </a:solidFill>
                <a:latin typeface="Courier New" pitchFamily="49" charset="0"/>
              </a:rPr>
              <a:t>Новый </a:t>
            </a:r>
            <a:r>
              <a:rPr lang="ru-RU" sz="1600" dirty="0">
                <a:solidFill>
                  <a:srgbClr val="FF0000"/>
                </a:solidFill>
                <a:latin typeface="Courier New" pitchFamily="49" charset="0"/>
              </a:rPr>
              <a:t>Структура;</a:t>
            </a:r>
          </a:p>
          <a:p>
            <a:pPr>
              <a:lnSpc>
                <a:spcPct val="80000"/>
              </a:lnSpc>
              <a:buFontTx/>
              <a:buNone/>
            </a:pPr>
            <a:r>
              <a:rPr lang="ru-RU" sz="1600" dirty="0" err="1">
                <a:latin typeface="Courier New" pitchFamily="49" charset="0"/>
              </a:rPr>
              <a:t>Параметры</a:t>
            </a:r>
            <a:r>
              <a:rPr lang="ru-RU" sz="1600" dirty="0" err="1">
                <a:solidFill>
                  <a:srgbClr val="FF0000"/>
                </a:solidFill>
                <a:latin typeface="Courier New" pitchFamily="49" charset="0"/>
              </a:rPr>
              <a:t>.</a:t>
            </a:r>
            <a:r>
              <a:rPr lang="ru-RU" sz="1600" dirty="0" err="1">
                <a:latin typeface="Courier New" pitchFamily="49" charset="0"/>
              </a:rPr>
              <a:t>Вставить</a:t>
            </a:r>
            <a:r>
              <a:rPr lang="ru-RU" sz="1600" dirty="0">
                <a:solidFill>
                  <a:srgbClr val="FF0000"/>
                </a:solidFill>
                <a:latin typeface="Courier New" pitchFamily="49" charset="0"/>
              </a:rPr>
              <a:t>(</a:t>
            </a:r>
            <a:r>
              <a:rPr lang="ru-RU" sz="1600" dirty="0">
                <a:solidFill>
                  <a:schemeClr val="tx1"/>
                </a:solidFill>
                <a:latin typeface="Courier New" pitchFamily="49" charset="0"/>
              </a:rPr>
              <a:t>"</a:t>
            </a:r>
            <a:r>
              <a:rPr lang="ru-RU" sz="1600" dirty="0" err="1">
                <a:solidFill>
                  <a:schemeClr val="tx1"/>
                </a:solidFill>
                <a:latin typeface="Courier New" pitchFamily="49" charset="0"/>
              </a:rPr>
              <a:t>ЗаголовокОтчета</a:t>
            </a:r>
            <a:r>
              <a:rPr lang="ru-RU" sz="1600" dirty="0">
                <a:solidFill>
                  <a:schemeClr val="tx1"/>
                </a:solidFill>
                <a:latin typeface="Courier New" pitchFamily="49" charset="0"/>
              </a:rPr>
              <a:t>"</a:t>
            </a:r>
            <a:r>
              <a:rPr lang="ru-RU" sz="1600" dirty="0">
                <a:solidFill>
                  <a:srgbClr val="FF0000"/>
                </a:solidFill>
                <a:latin typeface="Courier New" pitchFamily="49" charset="0"/>
              </a:rPr>
              <a:t>,</a:t>
            </a:r>
            <a:r>
              <a:rPr lang="ru-RU" sz="1600" dirty="0">
                <a:latin typeface="Courier New" pitchFamily="49" charset="0"/>
              </a:rPr>
              <a:t> </a:t>
            </a:r>
            <a:r>
              <a:rPr lang="ru-RU" sz="1600" dirty="0">
                <a:solidFill>
                  <a:schemeClr val="tx1"/>
                </a:solidFill>
                <a:latin typeface="Courier New" pitchFamily="49" charset="0"/>
              </a:rPr>
              <a:t>"Анализ продаж"</a:t>
            </a:r>
            <a:r>
              <a:rPr lang="ru-RU" sz="1600" dirty="0">
                <a:solidFill>
                  <a:srgbClr val="FF0000"/>
                </a:solidFill>
                <a:latin typeface="Courier New" pitchFamily="49" charset="0"/>
              </a:rPr>
              <a:t>);</a:t>
            </a:r>
          </a:p>
          <a:p>
            <a:pPr>
              <a:lnSpc>
                <a:spcPct val="80000"/>
              </a:lnSpc>
              <a:buNone/>
            </a:pPr>
            <a:r>
              <a:rPr lang="ru-RU" sz="1600" dirty="0" err="1">
                <a:latin typeface="Courier New" pitchFamily="49" charset="0"/>
              </a:rPr>
              <a:t>Параметры</a:t>
            </a:r>
            <a:r>
              <a:rPr lang="ru-RU" sz="1600" dirty="0" err="1">
                <a:solidFill>
                  <a:srgbClr val="FF0000"/>
                </a:solidFill>
                <a:latin typeface="Courier New" pitchFamily="49" charset="0"/>
              </a:rPr>
              <a:t>.</a:t>
            </a:r>
            <a:r>
              <a:rPr lang="ru-RU" sz="1600" dirty="0" err="1">
                <a:latin typeface="Courier New" pitchFamily="49" charset="0"/>
              </a:rPr>
              <a:t>Вставить</a:t>
            </a:r>
            <a:r>
              <a:rPr lang="ru-RU" sz="1600" dirty="0">
                <a:solidFill>
                  <a:srgbClr val="FF0000"/>
                </a:solidFill>
                <a:latin typeface="Courier New" pitchFamily="49" charset="0"/>
              </a:rPr>
              <a:t>(</a:t>
            </a:r>
            <a:r>
              <a:rPr lang="ru-RU" sz="1600" dirty="0">
                <a:solidFill>
                  <a:schemeClr val="tx1"/>
                </a:solidFill>
                <a:latin typeface="Courier New" pitchFamily="49" charset="0"/>
              </a:rPr>
              <a:t>"</a:t>
            </a:r>
            <a:r>
              <a:rPr lang="ru-RU" sz="1600" dirty="0" err="1">
                <a:solidFill>
                  <a:schemeClr val="tx1"/>
                </a:solidFill>
                <a:latin typeface="Courier New" pitchFamily="49" charset="0"/>
              </a:rPr>
              <a:t>ДатаОтчета</a:t>
            </a:r>
            <a:r>
              <a:rPr lang="ru-RU" sz="1600" dirty="0">
                <a:solidFill>
                  <a:schemeClr val="tx1"/>
                </a:solidFill>
                <a:latin typeface="Courier New" pitchFamily="49" charset="0"/>
              </a:rPr>
              <a:t>"</a:t>
            </a:r>
            <a:r>
              <a:rPr lang="ru-RU" sz="1600" dirty="0">
                <a:solidFill>
                  <a:srgbClr val="FF0000"/>
                </a:solidFill>
                <a:latin typeface="Courier New" pitchFamily="49" charset="0"/>
              </a:rPr>
              <a:t>,</a:t>
            </a:r>
            <a:r>
              <a:rPr lang="ru-RU" sz="1600" dirty="0">
                <a:latin typeface="Courier New" pitchFamily="49" charset="0"/>
              </a:rPr>
              <a:t> Дата</a:t>
            </a:r>
            <a:r>
              <a:rPr lang="ru-RU" sz="1600" dirty="0">
                <a:solidFill>
                  <a:srgbClr val="FF0000"/>
                </a:solidFill>
                <a:latin typeface="Courier New" pitchFamily="49" charset="0"/>
              </a:rPr>
              <a:t>(</a:t>
            </a:r>
            <a:r>
              <a:rPr lang="ru-RU" sz="1600" dirty="0">
                <a:latin typeface="Courier New" pitchFamily="49" charset="0"/>
              </a:rPr>
              <a:t>20</a:t>
            </a:r>
            <a:r>
              <a:rPr lang="en-US" sz="1600" dirty="0">
                <a:latin typeface="Courier New" pitchFamily="49" charset="0"/>
              </a:rPr>
              <a:t>1</a:t>
            </a:r>
            <a:r>
              <a:rPr lang="ru-RU" sz="1600" dirty="0">
                <a:latin typeface="Courier New" pitchFamily="49" charset="0"/>
              </a:rPr>
              <a:t>8</a:t>
            </a:r>
            <a:r>
              <a:rPr lang="ru-RU" sz="1600" dirty="0">
                <a:solidFill>
                  <a:srgbClr val="FF0000"/>
                </a:solidFill>
                <a:latin typeface="Courier New" pitchFamily="49" charset="0"/>
              </a:rPr>
              <a:t>,</a:t>
            </a:r>
            <a:r>
              <a:rPr lang="ru-RU" sz="1600" dirty="0">
                <a:latin typeface="Courier New" pitchFamily="49" charset="0"/>
              </a:rPr>
              <a:t> 6</a:t>
            </a:r>
            <a:r>
              <a:rPr lang="ru-RU" sz="1600" dirty="0">
                <a:solidFill>
                  <a:srgbClr val="FF0000"/>
                </a:solidFill>
                <a:latin typeface="Courier New" pitchFamily="49" charset="0"/>
              </a:rPr>
              <a:t>,</a:t>
            </a:r>
            <a:r>
              <a:rPr lang="ru-RU" sz="1600" dirty="0">
                <a:latin typeface="Courier New" pitchFamily="49" charset="0"/>
              </a:rPr>
              <a:t> 2</a:t>
            </a:r>
            <a:r>
              <a:rPr lang="en-US" sz="1600" dirty="0">
                <a:latin typeface="Courier New" pitchFamily="49" charset="0"/>
              </a:rPr>
              <a:t>3</a:t>
            </a:r>
            <a:r>
              <a:rPr lang="ru-RU" sz="1600" dirty="0">
                <a:solidFill>
                  <a:srgbClr val="FF0000"/>
                </a:solidFill>
                <a:latin typeface="Courier New" pitchFamily="49" charset="0"/>
              </a:rPr>
              <a:t>));</a:t>
            </a:r>
          </a:p>
          <a:p>
            <a:pPr>
              <a:lnSpc>
                <a:spcPct val="80000"/>
              </a:lnSpc>
              <a:buFontTx/>
              <a:buNone/>
            </a:pPr>
            <a:r>
              <a:rPr lang="ru-RU" sz="1600" dirty="0" err="1">
                <a:latin typeface="Courier New" pitchFamily="49" charset="0"/>
              </a:rPr>
              <a:t>Параметры</a:t>
            </a:r>
            <a:r>
              <a:rPr lang="ru-RU" sz="1600" dirty="0" err="1">
                <a:solidFill>
                  <a:srgbClr val="FF0000"/>
                </a:solidFill>
                <a:latin typeface="Courier New" pitchFamily="49" charset="0"/>
              </a:rPr>
              <a:t>.</a:t>
            </a:r>
            <a:r>
              <a:rPr lang="ru-RU" sz="1600" dirty="0" err="1">
                <a:latin typeface="Courier New" pitchFamily="49" charset="0"/>
              </a:rPr>
              <a:t>Вставить</a:t>
            </a:r>
            <a:r>
              <a:rPr lang="ru-RU" sz="1600" dirty="0">
                <a:solidFill>
                  <a:srgbClr val="FF0000"/>
                </a:solidFill>
                <a:latin typeface="Courier New" pitchFamily="49" charset="0"/>
              </a:rPr>
              <a:t>(</a:t>
            </a:r>
            <a:r>
              <a:rPr lang="ru-RU" sz="1600" dirty="0">
                <a:solidFill>
                  <a:schemeClr val="tx1"/>
                </a:solidFill>
                <a:latin typeface="Courier New" pitchFamily="49" charset="0"/>
              </a:rPr>
              <a:t>"</a:t>
            </a:r>
            <a:r>
              <a:rPr lang="ru-RU" sz="1600" dirty="0" err="1">
                <a:solidFill>
                  <a:schemeClr val="tx1"/>
                </a:solidFill>
                <a:latin typeface="Courier New" pitchFamily="49" charset="0"/>
              </a:rPr>
              <a:t>ВыводитьНомераСтраниц</a:t>
            </a:r>
            <a:r>
              <a:rPr lang="ru-RU" sz="1600" dirty="0">
                <a:solidFill>
                  <a:schemeClr val="tx1"/>
                </a:solidFill>
                <a:latin typeface="Courier New" pitchFamily="49" charset="0"/>
              </a:rPr>
              <a:t>"</a:t>
            </a:r>
            <a:r>
              <a:rPr lang="ru-RU" sz="1600" dirty="0">
                <a:solidFill>
                  <a:srgbClr val="FF0000"/>
                </a:solidFill>
                <a:latin typeface="Courier New" pitchFamily="49" charset="0"/>
              </a:rPr>
              <a:t>,</a:t>
            </a:r>
            <a:r>
              <a:rPr lang="ru-RU" sz="1600" dirty="0">
                <a:latin typeface="Courier New" pitchFamily="49" charset="0"/>
              </a:rPr>
              <a:t> </a:t>
            </a:r>
            <a:r>
              <a:rPr lang="ru-RU" sz="1600" dirty="0">
                <a:solidFill>
                  <a:srgbClr val="FF0000"/>
                </a:solidFill>
                <a:latin typeface="Courier New" pitchFamily="49" charset="0"/>
              </a:rPr>
              <a:t>Истина);</a:t>
            </a:r>
          </a:p>
          <a:p>
            <a:pPr>
              <a:lnSpc>
                <a:spcPct val="80000"/>
              </a:lnSpc>
              <a:buNone/>
            </a:pPr>
            <a:r>
              <a:rPr lang="ru-RU" sz="1600" dirty="0" err="1">
                <a:latin typeface="Courier New" pitchFamily="49" charset="0"/>
              </a:rPr>
              <a:t>Параметры</a:t>
            </a:r>
            <a:r>
              <a:rPr lang="ru-RU" sz="1600" dirty="0" err="1">
                <a:solidFill>
                  <a:srgbClr val="FF0000"/>
                </a:solidFill>
                <a:latin typeface="Courier New" pitchFamily="49" charset="0"/>
              </a:rPr>
              <a:t>.</a:t>
            </a:r>
            <a:r>
              <a:rPr lang="ru-RU" sz="1600" dirty="0" err="1">
                <a:latin typeface="Courier New" pitchFamily="49" charset="0"/>
              </a:rPr>
              <a:t>Вставить</a:t>
            </a:r>
            <a:r>
              <a:rPr lang="ru-RU" sz="1600" dirty="0">
                <a:solidFill>
                  <a:srgbClr val="FF0000"/>
                </a:solidFill>
                <a:latin typeface="Courier New" pitchFamily="49" charset="0"/>
              </a:rPr>
              <a:t>(</a:t>
            </a:r>
            <a:r>
              <a:rPr lang="ru-RU" sz="1600" dirty="0">
                <a:solidFill>
                  <a:schemeClr val="tx1"/>
                </a:solidFill>
                <a:latin typeface="Courier New" pitchFamily="49" charset="0"/>
              </a:rPr>
              <a:t>"</a:t>
            </a:r>
            <a:r>
              <a:rPr lang="ru-RU" sz="1600" dirty="0" err="1">
                <a:solidFill>
                  <a:schemeClr val="tx1"/>
                </a:solidFill>
                <a:latin typeface="Courier New" pitchFamily="49" charset="0"/>
              </a:rPr>
              <a:t>ВыводитьНомераСтраниц</a:t>
            </a:r>
            <a:r>
              <a:rPr lang="ru-RU" sz="1600" dirty="0">
                <a:solidFill>
                  <a:schemeClr val="tx1"/>
                </a:solidFill>
                <a:latin typeface="Courier New" pitchFamily="49" charset="0"/>
              </a:rPr>
              <a:t>"</a:t>
            </a:r>
            <a:r>
              <a:rPr lang="ru-RU" sz="1600" dirty="0">
                <a:solidFill>
                  <a:srgbClr val="FF0000"/>
                </a:solidFill>
                <a:latin typeface="Courier New" pitchFamily="49" charset="0"/>
              </a:rPr>
              <a:t>,</a:t>
            </a:r>
            <a:r>
              <a:rPr lang="ru-RU" sz="1600" dirty="0">
                <a:latin typeface="Courier New" pitchFamily="49" charset="0"/>
              </a:rPr>
              <a:t> </a:t>
            </a:r>
            <a:r>
              <a:rPr lang="ru-RU" sz="1600" dirty="0">
                <a:solidFill>
                  <a:srgbClr val="FF0000"/>
                </a:solidFill>
                <a:latin typeface="Courier New" pitchFamily="49" charset="0"/>
              </a:rPr>
              <a:t>Ложь);</a:t>
            </a:r>
          </a:p>
          <a:p>
            <a:pPr>
              <a:lnSpc>
                <a:spcPct val="80000"/>
              </a:lnSpc>
              <a:buNone/>
            </a:pPr>
            <a:r>
              <a:rPr lang="ru-RU" sz="1600" dirty="0" err="1">
                <a:latin typeface="Courier New" pitchFamily="49" charset="0"/>
              </a:rPr>
              <a:t>Параметры</a:t>
            </a:r>
            <a:r>
              <a:rPr lang="ru-RU" sz="1600" dirty="0" err="1">
                <a:solidFill>
                  <a:srgbClr val="FF0000"/>
                </a:solidFill>
                <a:latin typeface="Courier New" pitchFamily="49" charset="0"/>
              </a:rPr>
              <a:t>.</a:t>
            </a:r>
            <a:r>
              <a:rPr lang="ru-RU" sz="1600" dirty="0" err="1">
                <a:latin typeface="Courier New" pitchFamily="49" charset="0"/>
              </a:rPr>
              <a:t>ВыводитьНомераСтраниц</a:t>
            </a:r>
            <a:r>
              <a:rPr lang="ru-RU" sz="1600" dirty="0">
                <a:latin typeface="Courier New" pitchFamily="49" charset="0"/>
              </a:rPr>
              <a:t> </a:t>
            </a:r>
            <a:r>
              <a:rPr lang="ru-RU" sz="1600" dirty="0">
                <a:solidFill>
                  <a:srgbClr val="FF0000"/>
                </a:solidFill>
                <a:latin typeface="Courier New" pitchFamily="49" charset="0"/>
              </a:rPr>
              <a:t>=</a:t>
            </a:r>
            <a:r>
              <a:rPr lang="ru-RU" sz="1600" dirty="0">
                <a:latin typeface="Courier New" pitchFamily="49" charset="0"/>
              </a:rPr>
              <a:t> </a:t>
            </a:r>
            <a:r>
              <a:rPr lang="ru-RU" sz="1600" dirty="0">
                <a:solidFill>
                  <a:srgbClr val="FF0000"/>
                </a:solidFill>
                <a:latin typeface="Courier New" pitchFamily="49" charset="0"/>
              </a:rPr>
              <a:t>Истина;</a:t>
            </a:r>
          </a:p>
          <a:p>
            <a:pPr>
              <a:lnSpc>
                <a:spcPct val="80000"/>
              </a:lnSpc>
              <a:buNone/>
            </a:pPr>
            <a:endParaRPr lang="ru-RU" sz="2000" u="sng" dirty="0">
              <a:solidFill>
                <a:schemeClr val="tx1">
                  <a:lumMod val="75000"/>
                  <a:lumOff val="25000"/>
                </a:schemeClr>
              </a:solidFill>
              <a:latin typeface="Courier New" pitchFamily="49" charset="0"/>
            </a:endParaRPr>
          </a:p>
          <a:p>
            <a:pPr>
              <a:lnSpc>
                <a:spcPct val="80000"/>
              </a:lnSpc>
              <a:buNone/>
            </a:pPr>
            <a:r>
              <a:rPr lang="ru-RU" sz="2000" u="sng" dirty="0">
                <a:solidFill>
                  <a:schemeClr val="tx1">
                    <a:lumMod val="75000"/>
                    <a:lumOff val="25000"/>
                  </a:schemeClr>
                </a:solidFill>
                <a:latin typeface="Courier New" pitchFamily="49" charset="0"/>
              </a:rPr>
              <a:t>Чтение данных из структуры:</a:t>
            </a:r>
          </a:p>
          <a:p>
            <a:pPr>
              <a:lnSpc>
                <a:spcPct val="80000"/>
              </a:lnSpc>
              <a:buNone/>
            </a:pPr>
            <a:endParaRPr lang="ru-RU" sz="1200" i="1" u="sng" dirty="0">
              <a:solidFill>
                <a:schemeClr val="accent2"/>
              </a:solidFill>
              <a:latin typeface="Courier New" pitchFamily="49" charset="0"/>
            </a:endParaRPr>
          </a:p>
          <a:p>
            <a:pPr>
              <a:lnSpc>
                <a:spcPct val="80000"/>
              </a:lnSpc>
              <a:buNone/>
            </a:pPr>
            <a:r>
              <a:rPr lang="ru-RU" sz="1600" dirty="0">
                <a:latin typeface="Courier New" pitchFamily="49" charset="0"/>
              </a:rPr>
              <a:t>Заголовок        </a:t>
            </a:r>
            <a:r>
              <a:rPr lang="ru-RU" sz="1600" dirty="0">
                <a:solidFill>
                  <a:srgbClr val="FF0000"/>
                </a:solidFill>
                <a:latin typeface="Courier New" pitchFamily="49" charset="0"/>
              </a:rPr>
              <a:t>=</a:t>
            </a:r>
            <a:r>
              <a:rPr lang="ru-RU" sz="1600" dirty="0">
                <a:latin typeface="Courier New" pitchFamily="49" charset="0"/>
              </a:rPr>
              <a:t> </a:t>
            </a:r>
            <a:r>
              <a:rPr lang="ru-RU" sz="1600" dirty="0" err="1">
                <a:latin typeface="Courier New" pitchFamily="49" charset="0"/>
              </a:rPr>
              <a:t>Параметры</a:t>
            </a:r>
            <a:r>
              <a:rPr lang="ru-RU" sz="1600" dirty="0" err="1">
                <a:solidFill>
                  <a:srgbClr val="FF0000"/>
                </a:solidFill>
                <a:latin typeface="Courier New" pitchFamily="49" charset="0"/>
              </a:rPr>
              <a:t>.</a:t>
            </a:r>
            <a:r>
              <a:rPr lang="ru-RU" sz="1600" dirty="0" err="1">
                <a:latin typeface="Courier New" pitchFamily="49" charset="0"/>
              </a:rPr>
              <a:t>ЗаголовокОтчета</a:t>
            </a:r>
            <a:r>
              <a:rPr lang="ru-RU" sz="1600" dirty="0">
                <a:solidFill>
                  <a:srgbClr val="FF0000"/>
                </a:solidFill>
                <a:latin typeface="Courier New" pitchFamily="49" charset="0"/>
              </a:rPr>
              <a:t>;</a:t>
            </a:r>
            <a:r>
              <a:rPr lang="ru-RU" sz="1600" dirty="0">
                <a:solidFill>
                  <a:srgbClr val="00B050"/>
                </a:solidFill>
                <a:latin typeface="Courier New" pitchFamily="49" charset="0"/>
              </a:rPr>
              <a:t>// " Анализ продаж"</a:t>
            </a:r>
          </a:p>
          <a:p>
            <a:pPr>
              <a:lnSpc>
                <a:spcPct val="80000"/>
              </a:lnSpc>
              <a:buNone/>
            </a:pPr>
            <a:r>
              <a:rPr lang="ru-RU" sz="1600" dirty="0" err="1" smtClean="0">
                <a:latin typeface="Courier New" pitchFamily="49" charset="0"/>
              </a:rPr>
              <a:t>ВыводитьНомера</a:t>
            </a:r>
            <a:r>
              <a:rPr lang="ru-RU" sz="1600" smtClean="0">
                <a:latin typeface="Courier New" pitchFamily="49" charset="0"/>
              </a:rPr>
              <a:t>   </a:t>
            </a:r>
            <a:r>
              <a:rPr lang="ru-RU" sz="1600" dirty="0">
                <a:solidFill>
                  <a:srgbClr val="FF0000"/>
                </a:solidFill>
                <a:latin typeface="Courier New" pitchFamily="49" charset="0"/>
              </a:rPr>
              <a:t>=</a:t>
            </a:r>
            <a:r>
              <a:rPr lang="ru-RU" sz="1600" dirty="0">
                <a:latin typeface="Courier New" pitchFamily="49" charset="0"/>
              </a:rPr>
              <a:t> </a:t>
            </a:r>
            <a:r>
              <a:rPr lang="ru-RU" sz="1600" dirty="0" err="1">
                <a:latin typeface="Courier New" pitchFamily="49" charset="0"/>
              </a:rPr>
              <a:t>Параметры</a:t>
            </a:r>
            <a:r>
              <a:rPr lang="ru-RU" sz="1600" dirty="0" err="1">
                <a:solidFill>
                  <a:srgbClr val="FF0000"/>
                </a:solidFill>
                <a:latin typeface="Courier New" pitchFamily="49" charset="0"/>
              </a:rPr>
              <a:t>.</a:t>
            </a:r>
            <a:r>
              <a:rPr lang="ru-RU" sz="1600" dirty="0" err="1">
                <a:latin typeface="Courier New" pitchFamily="49" charset="0"/>
              </a:rPr>
              <a:t>ВыводитьНомераСтраниц</a:t>
            </a:r>
            <a:r>
              <a:rPr lang="ru-RU" sz="1600" dirty="0">
                <a:solidFill>
                  <a:srgbClr val="FF0000"/>
                </a:solidFill>
                <a:latin typeface="Courier New" pitchFamily="49" charset="0"/>
              </a:rPr>
              <a:t>;</a:t>
            </a:r>
            <a:r>
              <a:rPr lang="ru-RU" sz="1600" dirty="0">
                <a:solidFill>
                  <a:srgbClr val="00B050"/>
                </a:solidFill>
                <a:latin typeface="Courier New" pitchFamily="49" charset="0"/>
              </a:rPr>
              <a:t>//Истина</a:t>
            </a:r>
          </a:p>
          <a:p>
            <a:pPr>
              <a:lnSpc>
                <a:spcPct val="80000"/>
              </a:lnSpc>
              <a:buNone/>
            </a:pPr>
            <a:r>
              <a:rPr lang="ru-RU" sz="1600" dirty="0">
                <a:latin typeface="Courier New" pitchFamily="49" charset="0"/>
              </a:rPr>
              <a:t>...</a:t>
            </a:r>
          </a:p>
          <a:p>
            <a:pPr>
              <a:lnSpc>
                <a:spcPct val="80000"/>
              </a:lnSpc>
              <a:buNone/>
            </a:pPr>
            <a:endParaRPr lang="ru-RU" sz="1600" dirty="0">
              <a:solidFill>
                <a:srgbClr val="FF0000"/>
              </a:solidFill>
              <a:latin typeface="Courier New" pitchFamily="49" charset="0"/>
            </a:endParaRPr>
          </a:p>
          <a:p>
            <a:pPr>
              <a:lnSpc>
                <a:spcPct val="80000"/>
              </a:lnSpc>
              <a:buFontTx/>
              <a:buNone/>
            </a:pPr>
            <a:endParaRPr lang="ru-RU" sz="1600" dirty="0">
              <a:solidFill>
                <a:srgbClr val="FF0000"/>
              </a:solidFill>
              <a:latin typeface="Courier New" pitchFamily="49" charset="0"/>
            </a:endParaRPr>
          </a:p>
        </p:txBody>
      </p:sp>
      <p:sp>
        <p:nvSpPr>
          <p:cNvPr id="30722" name="Rectangle 2"/>
          <p:cNvSpPr>
            <a:spLocks noGrp="1" noChangeArrowheads="1"/>
          </p:cNvSpPr>
          <p:nvPr>
            <p:ph type="title"/>
          </p:nvPr>
        </p:nvSpPr>
        <p:spPr>
          <a:xfrm>
            <a:off x="179512" y="548680"/>
            <a:ext cx="8784976" cy="670520"/>
          </a:xfrm>
        </p:spPr>
        <p:txBody>
          <a:bodyPr/>
          <a:lstStyle/>
          <a:p>
            <a:r>
              <a:rPr lang="ru-RU" dirty="0">
                <a:solidFill>
                  <a:srgbClr val="FF0000"/>
                </a:solidFill>
              </a:rPr>
              <a:t>Структура</a:t>
            </a:r>
          </a:p>
        </p:txBody>
      </p:sp>
    </p:spTree>
    <p:extLst>
      <p:ext uri="{BB962C8B-B14F-4D97-AF65-F5344CB8AC3E}">
        <p14:creationId xmlns:p14="http://schemas.microsoft.com/office/powerpoint/2010/main" val="351055964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Заголовок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Список значений</a:t>
            </a:r>
          </a:p>
        </p:txBody>
      </p:sp>
    </p:spTree>
    <p:extLst>
      <p:ext uri="{BB962C8B-B14F-4D97-AF65-F5344CB8AC3E}">
        <p14:creationId xmlns:p14="http://schemas.microsoft.com/office/powerpoint/2010/main" val="93816373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Заголовок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Список значений</a:t>
            </a:r>
          </a:p>
        </p:txBody>
      </p:sp>
      <p:sp>
        <p:nvSpPr>
          <p:cNvPr id="7" name="Прямоугольник 6"/>
          <p:cNvSpPr/>
          <p:nvPr/>
        </p:nvSpPr>
        <p:spPr>
          <a:xfrm>
            <a:off x="395536" y="3789040"/>
            <a:ext cx="5147563" cy="3139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80000"/>
              </a:lnSpc>
              <a:buFontTx/>
              <a:buNone/>
            </a:pPr>
            <a:r>
              <a:rPr lang="ru-RU" b="1" dirty="0" err="1">
                <a:solidFill>
                  <a:schemeClr val="tx2"/>
                </a:solidFill>
                <a:latin typeface="Courier New" pitchFamily="49" charset="0"/>
              </a:rPr>
              <a:t>ИменаПолей</a:t>
            </a:r>
            <a:r>
              <a:rPr lang="ru-RU" dirty="0">
                <a:latin typeface="Courier New" pitchFamily="49" charset="0"/>
              </a:rPr>
              <a:t> </a:t>
            </a:r>
            <a:r>
              <a:rPr lang="ru-RU" dirty="0">
                <a:solidFill>
                  <a:srgbClr val="FF0000"/>
                </a:solidFill>
                <a:latin typeface="Courier New" pitchFamily="49" charset="0"/>
              </a:rPr>
              <a:t>=</a:t>
            </a:r>
            <a:r>
              <a:rPr lang="ru-RU" dirty="0">
                <a:latin typeface="Courier New" pitchFamily="49" charset="0"/>
              </a:rPr>
              <a:t> </a:t>
            </a:r>
            <a:r>
              <a:rPr lang="ru-RU" b="1" dirty="0">
                <a:solidFill>
                  <a:srgbClr val="FF0000"/>
                </a:solidFill>
                <a:latin typeface="Courier New" pitchFamily="49" charset="0"/>
              </a:rPr>
              <a:t>Новый </a:t>
            </a:r>
            <a:r>
              <a:rPr lang="ru-RU" dirty="0" err="1">
                <a:solidFill>
                  <a:srgbClr val="FF0000"/>
                </a:solidFill>
                <a:latin typeface="Courier New" pitchFamily="49" charset="0"/>
              </a:rPr>
              <a:t>СписокЗначений</a:t>
            </a:r>
            <a:r>
              <a:rPr lang="ru-RU" dirty="0">
                <a:solidFill>
                  <a:srgbClr val="FF0000"/>
                </a:solidFill>
                <a:latin typeface="Courier New" pitchFamily="49" charset="0"/>
              </a:rPr>
              <a:t>();</a:t>
            </a:r>
          </a:p>
        </p:txBody>
      </p:sp>
      <p:graphicFrame>
        <p:nvGraphicFramePr>
          <p:cNvPr id="3" name="Таблица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3921122"/>
              </p:ext>
            </p:extLst>
          </p:nvPr>
        </p:nvGraphicFramePr>
        <p:xfrm>
          <a:off x="1187624" y="1484784"/>
          <a:ext cx="6365138" cy="314960"/>
        </p:xfrm>
        <a:graphic>
          <a:graphicData uri="http://schemas.openxmlformats.org/drawingml/2006/table">
            <a:tbl>
              <a:tblPr/>
              <a:tblGrid>
                <a:gridCol w="1778508">
                  <a:extLst>
                    <a:ext uri="{9D8B030D-6E8A-4147-A177-3AD203B41FA5}">
                      <a16:colId xmlns:a16="http://schemas.microsoft.com/office/drawing/2014/main" val="1871565350"/>
                    </a:ext>
                  </a:extLst>
                </a:gridCol>
                <a:gridCol w="2387498">
                  <a:extLst>
                    <a:ext uri="{9D8B030D-6E8A-4147-A177-3AD203B41FA5}">
                      <a16:colId xmlns:a16="http://schemas.microsoft.com/office/drawing/2014/main" val="3042495300"/>
                    </a:ext>
                  </a:extLst>
                </a:gridCol>
                <a:gridCol w="1088136">
                  <a:extLst>
                    <a:ext uri="{9D8B030D-6E8A-4147-A177-3AD203B41FA5}">
                      <a16:colId xmlns:a16="http://schemas.microsoft.com/office/drawing/2014/main" val="1159063103"/>
                    </a:ext>
                  </a:extLst>
                </a:gridCol>
                <a:gridCol w="1110996">
                  <a:extLst>
                    <a:ext uri="{9D8B030D-6E8A-4147-A177-3AD203B41FA5}">
                      <a16:colId xmlns:a16="http://schemas.microsoft.com/office/drawing/2014/main" val="2969934284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400" b="1" dirty="0">
                          <a:effectLst/>
                          <a:latin typeface="Verdana" panose="020B0604030504040204" pitchFamily="34" charset="0"/>
                        </a:rPr>
                        <a:t>Значение</a:t>
                      </a:r>
                      <a:endParaRPr lang="ru-RU" sz="1400" dirty="0">
                        <a:effectLst/>
                        <a:latin typeface="Verdana" panose="020B0604030504040204" pitchFamily="34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400" b="1">
                          <a:effectLst/>
                          <a:latin typeface="Verdana" panose="020B0604030504040204" pitchFamily="34" charset="0"/>
                        </a:rPr>
                        <a:t>Представление</a:t>
                      </a:r>
                      <a:endParaRPr lang="ru-RU" sz="1400">
                        <a:effectLst/>
                        <a:latin typeface="Verdana" panose="020B0604030504040204" pitchFamily="34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400" b="1">
                          <a:effectLst/>
                          <a:latin typeface="Verdana" panose="020B0604030504040204" pitchFamily="34" charset="0"/>
                        </a:rPr>
                        <a:t>Пометка</a:t>
                      </a:r>
                      <a:endParaRPr lang="ru-RU" sz="1400">
                        <a:effectLst/>
                        <a:latin typeface="Verdana" panose="020B0604030504040204" pitchFamily="34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400" b="1" dirty="0">
                          <a:effectLst/>
                          <a:latin typeface="Verdana" panose="020B0604030504040204" pitchFamily="34" charset="0"/>
                        </a:rPr>
                        <a:t>Картинка</a:t>
                      </a:r>
                      <a:endParaRPr lang="ru-RU" sz="1400" dirty="0">
                        <a:effectLst/>
                        <a:latin typeface="Verdana" panose="020B0604030504040204" pitchFamily="34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3514685"/>
                  </a:ext>
                </a:extLst>
              </a:tr>
            </a:tbl>
          </a:graphicData>
        </a:graphic>
      </p:graphicFrame>
      <p:sp>
        <p:nvSpPr>
          <p:cNvPr id="8" name="Прямоугольник 7"/>
          <p:cNvSpPr/>
          <p:nvPr/>
        </p:nvSpPr>
        <p:spPr>
          <a:xfrm>
            <a:off x="395536" y="3108049"/>
            <a:ext cx="4572000" cy="535531"/>
          </a:xfrm>
          <a:prstGeom prst="rect">
            <a:avLst/>
          </a:prstGeom>
        </p:spPr>
        <p:txBody>
          <a:bodyPr>
            <a:spAutoFit/>
          </a:bodyPr>
          <a:lstStyle/>
          <a:p>
            <a:pPr>
              <a:lnSpc>
                <a:spcPct val="80000"/>
              </a:lnSpc>
            </a:pPr>
            <a:r>
              <a:rPr lang="ru-RU" b="1" u="sng" dirty="0">
                <a:solidFill>
                  <a:schemeClr val="tx1">
                    <a:lumMod val="75000"/>
                    <a:lumOff val="25000"/>
                  </a:schemeClr>
                </a:solidFill>
                <a:latin typeface="Courier New" pitchFamily="49" charset="0"/>
              </a:rPr>
              <a:t>Создание списка значений:</a:t>
            </a:r>
          </a:p>
          <a:p>
            <a:pPr>
              <a:lnSpc>
                <a:spcPct val="80000"/>
              </a:lnSpc>
              <a:buFontTx/>
              <a:buNone/>
            </a:pPr>
            <a:endParaRPr lang="ru-RU" b="1" dirty="0">
              <a:solidFill>
                <a:schemeClr val="tx2"/>
              </a:solidFill>
              <a:latin typeface="Courier New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7636668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7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750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Заголовок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Список значений</a:t>
            </a:r>
          </a:p>
        </p:txBody>
      </p:sp>
      <p:graphicFrame>
        <p:nvGraphicFramePr>
          <p:cNvPr id="3" name="Таблица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68525667"/>
              </p:ext>
            </p:extLst>
          </p:nvPr>
        </p:nvGraphicFramePr>
        <p:xfrm>
          <a:off x="1187624" y="1484784"/>
          <a:ext cx="6365138" cy="629920"/>
        </p:xfrm>
        <a:graphic>
          <a:graphicData uri="http://schemas.openxmlformats.org/drawingml/2006/table">
            <a:tbl>
              <a:tblPr/>
              <a:tblGrid>
                <a:gridCol w="1778508">
                  <a:extLst>
                    <a:ext uri="{9D8B030D-6E8A-4147-A177-3AD203B41FA5}">
                      <a16:colId xmlns:a16="http://schemas.microsoft.com/office/drawing/2014/main" val="1871565350"/>
                    </a:ext>
                  </a:extLst>
                </a:gridCol>
                <a:gridCol w="2387498">
                  <a:extLst>
                    <a:ext uri="{9D8B030D-6E8A-4147-A177-3AD203B41FA5}">
                      <a16:colId xmlns:a16="http://schemas.microsoft.com/office/drawing/2014/main" val="3042495300"/>
                    </a:ext>
                  </a:extLst>
                </a:gridCol>
                <a:gridCol w="1088136">
                  <a:extLst>
                    <a:ext uri="{9D8B030D-6E8A-4147-A177-3AD203B41FA5}">
                      <a16:colId xmlns:a16="http://schemas.microsoft.com/office/drawing/2014/main" val="1159063103"/>
                    </a:ext>
                  </a:extLst>
                </a:gridCol>
                <a:gridCol w="1110996">
                  <a:extLst>
                    <a:ext uri="{9D8B030D-6E8A-4147-A177-3AD203B41FA5}">
                      <a16:colId xmlns:a16="http://schemas.microsoft.com/office/drawing/2014/main" val="2969934284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400" b="1">
                          <a:effectLst/>
                          <a:latin typeface="Verdana" panose="020B0604030504040204" pitchFamily="34" charset="0"/>
                        </a:rPr>
                        <a:t>Значение</a:t>
                      </a:r>
                      <a:endParaRPr lang="ru-RU" sz="1400">
                        <a:effectLst/>
                        <a:latin typeface="Verdana" panose="020B0604030504040204" pitchFamily="34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400" b="1">
                          <a:effectLst/>
                          <a:latin typeface="Verdana" panose="020B0604030504040204" pitchFamily="34" charset="0"/>
                        </a:rPr>
                        <a:t>Представление</a:t>
                      </a:r>
                      <a:endParaRPr lang="ru-RU" sz="1400">
                        <a:effectLst/>
                        <a:latin typeface="Verdana" panose="020B0604030504040204" pitchFamily="34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400" b="1">
                          <a:effectLst/>
                          <a:latin typeface="Verdana" panose="020B0604030504040204" pitchFamily="34" charset="0"/>
                        </a:rPr>
                        <a:t>Пометка</a:t>
                      </a:r>
                      <a:endParaRPr lang="ru-RU" sz="1400">
                        <a:effectLst/>
                        <a:latin typeface="Verdana" panose="020B0604030504040204" pitchFamily="34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400" b="1">
                          <a:effectLst/>
                          <a:latin typeface="Verdana" panose="020B0604030504040204" pitchFamily="34" charset="0"/>
                        </a:rPr>
                        <a:t>Картинка</a:t>
                      </a:r>
                      <a:endParaRPr lang="ru-RU" sz="1400">
                        <a:effectLst/>
                        <a:latin typeface="Verdana" panose="020B0604030504040204" pitchFamily="34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351468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400" dirty="0" err="1">
                          <a:effectLst/>
                          <a:latin typeface="Verdana" panose="020B0604030504040204" pitchFamily="34" charset="0"/>
                        </a:rPr>
                        <a:t>ФизическоеЛицо</a:t>
                      </a:r>
                      <a:endParaRPr lang="ru-RU" sz="1400" dirty="0">
                        <a:effectLst/>
                        <a:latin typeface="Verdana" panose="020B0604030504040204" pitchFamily="34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400" dirty="0">
                          <a:effectLst/>
                          <a:latin typeface="Verdana" panose="020B0604030504040204" pitchFamily="34" charset="0"/>
                        </a:rPr>
                        <a:t>Физическое лицо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400">
                          <a:effectLst/>
                          <a:latin typeface="Verdana" panose="020B0604030504040204" pitchFamily="34" charset="0"/>
                        </a:rPr>
                        <a:t>Ложь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400" dirty="0">
                          <a:effectLst/>
                          <a:latin typeface="Verdana" panose="020B0604030504040204" pitchFamily="34" charset="0"/>
                        </a:rPr>
                        <a:t> 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837372925"/>
                  </a:ext>
                </a:extLst>
              </a:tr>
            </a:tbl>
          </a:graphicData>
        </a:graphic>
      </p:graphicFrame>
      <p:graphicFrame>
        <p:nvGraphicFramePr>
          <p:cNvPr id="5" name="Таблица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08673867"/>
              </p:ext>
            </p:extLst>
          </p:nvPr>
        </p:nvGraphicFramePr>
        <p:xfrm>
          <a:off x="1187624" y="1484784"/>
          <a:ext cx="6365138" cy="314960"/>
        </p:xfrm>
        <a:graphic>
          <a:graphicData uri="http://schemas.openxmlformats.org/drawingml/2006/table">
            <a:tbl>
              <a:tblPr/>
              <a:tblGrid>
                <a:gridCol w="1778508">
                  <a:extLst>
                    <a:ext uri="{9D8B030D-6E8A-4147-A177-3AD203B41FA5}">
                      <a16:colId xmlns:a16="http://schemas.microsoft.com/office/drawing/2014/main" val="1871565350"/>
                    </a:ext>
                  </a:extLst>
                </a:gridCol>
                <a:gridCol w="2387498">
                  <a:extLst>
                    <a:ext uri="{9D8B030D-6E8A-4147-A177-3AD203B41FA5}">
                      <a16:colId xmlns:a16="http://schemas.microsoft.com/office/drawing/2014/main" val="3042495300"/>
                    </a:ext>
                  </a:extLst>
                </a:gridCol>
                <a:gridCol w="1088136">
                  <a:extLst>
                    <a:ext uri="{9D8B030D-6E8A-4147-A177-3AD203B41FA5}">
                      <a16:colId xmlns:a16="http://schemas.microsoft.com/office/drawing/2014/main" val="1159063103"/>
                    </a:ext>
                  </a:extLst>
                </a:gridCol>
                <a:gridCol w="1110996">
                  <a:extLst>
                    <a:ext uri="{9D8B030D-6E8A-4147-A177-3AD203B41FA5}">
                      <a16:colId xmlns:a16="http://schemas.microsoft.com/office/drawing/2014/main" val="2969934284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400" b="1" dirty="0">
                          <a:effectLst/>
                          <a:latin typeface="Verdana" panose="020B0604030504040204" pitchFamily="34" charset="0"/>
                        </a:rPr>
                        <a:t>Значение</a:t>
                      </a:r>
                      <a:endParaRPr lang="ru-RU" sz="1400" dirty="0">
                        <a:effectLst/>
                        <a:latin typeface="Verdana" panose="020B0604030504040204" pitchFamily="34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400" b="1">
                          <a:effectLst/>
                          <a:latin typeface="Verdana" panose="020B0604030504040204" pitchFamily="34" charset="0"/>
                        </a:rPr>
                        <a:t>Представление</a:t>
                      </a:r>
                      <a:endParaRPr lang="ru-RU" sz="1400">
                        <a:effectLst/>
                        <a:latin typeface="Verdana" panose="020B0604030504040204" pitchFamily="34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400" b="1">
                          <a:effectLst/>
                          <a:latin typeface="Verdana" panose="020B0604030504040204" pitchFamily="34" charset="0"/>
                        </a:rPr>
                        <a:t>Пометка</a:t>
                      </a:r>
                      <a:endParaRPr lang="ru-RU" sz="1400">
                        <a:effectLst/>
                        <a:latin typeface="Verdana" panose="020B0604030504040204" pitchFamily="34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400" b="1" dirty="0">
                          <a:effectLst/>
                          <a:latin typeface="Verdana" panose="020B0604030504040204" pitchFamily="34" charset="0"/>
                        </a:rPr>
                        <a:t>Картинка</a:t>
                      </a:r>
                      <a:endParaRPr lang="ru-RU" sz="1400" dirty="0">
                        <a:effectLst/>
                        <a:latin typeface="Verdana" panose="020B0604030504040204" pitchFamily="34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3514685"/>
                  </a:ext>
                </a:extLst>
              </a:tr>
            </a:tbl>
          </a:graphicData>
        </a:graphic>
      </p:graphicFrame>
      <p:sp>
        <p:nvSpPr>
          <p:cNvPr id="8" name="Прямоугольник 7"/>
          <p:cNvSpPr/>
          <p:nvPr/>
        </p:nvSpPr>
        <p:spPr>
          <a:xfrm>
            <a:off x="395536" y="3789040"/>
            <a:ext cx="8042586" cy="75713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80000"/>
              </a:lnSpc>
              <a:buFontTx/>
              <a:buNone/>
            </a:pPr>
            <a:r>
              <a:rPr lang="ru-RU" b="1" dirty="0" err="1">
                <a:solidFill>
                  <a:schemeClr val="tx2"/>
                </a:solidFill>
                <a:latin typeface="Courier New" pitchFamily="49" charset="0"/>
              </a:rPr>
              <a:t>ИменаПолей</a:t>
            </a:r>
            <a:r>
              <a:rPr lang="ru-RU" dirty="0">
                <a:latin typeface="Courier New" pitchFamily="49" charset="0"/>
              </a:rPr>
              <a:t> </a:t>
            </a:r>
            <a:r>
              <a:rPr lang="ru-RU" dirty="0">
                <a:solidFill>
                  <a:srgbClr val="FF0000"/>
                </a:solidFill>
                <a:latin typeface="Courier New" pitchFamily="49" charset="0"/>
              </a:rPr>
              <a:t>=</a:t>
            </a:r>
            <a:r>
              <a:rPr lang="ru-RU" dirty="0">
                <a:latin typeface="Courier New" pitchFamily="49" charset="0"/>
              </a:rPr>
              <a:t> </a:t>
            </a:r>
            <a:r>
              <a:rPr lang="ru-RU" b="1" dirty="0">
                <a:solidFill>
                  <a:srgbClr val="FF0000"/>
                </a:solidFill>
                <a:latin typeface="Courier New" pitchFamily="49" charset="0"/>
              </a:rPr>
              <a:t>Новый </a:t>
            </a:r>
            <a:r>
              <a:rPr lang="ru-RU" dirty="0" err="1">
                <a:solidFill>
                  <a:srgbClr val="FF0000"/>
                </a:solidFill>
                <a:latin typeface="Courier New" pitchFamily="49" charset="0"/>
              </a:rPr>
              <a:t>СписокЗначений</a:t>
            </a:r>
            <a:r>
              <a:rPr lang="ru-RU" dirty="0">
                <a:solidFill>
                  <a:srgbClr val="FF0000"/>
                </a:solidFill>
                <a:latin typeface="Courier New" pitchFamily="49" charset="0"/>
              </a:rPr>
              <a:t>();</a:t>
            </a:r>
          </a:p>
          <a:p>
            <a:pPr>
              <a:lnSpc>
                <a:spcPct val="80000"/>
              </a:lnSpc>
              <a:buFontTx/>
              <a:buNone/>
            </a:pPr>
            <a:endParaRPr lang="ru-RU" dirty="0">
              <a:solidFill>
                <a:srgbClr val="FF0000"/>
              </a:solidFill>
              <a:latin typeface="Courier New" pitchFamily="49" charset="0"/>
            </a:endParaRPr>
          </a:p>
          <a:p>
            <a:pPr>
              <a:lnSpc>
                <a:spcPct val="80000"/>
              </a:lnSpc>
              <a:buFontTx/>
              <a:buNone/>
            </a:pPr>
            <a:r>
              <a:rPr lang="ru-RU" b="1" dirty="0" err="1">
                <a:solidFill>
                  <a:schemeClr val="tx2"/>
                </a:solidFill>
                <a:latin typeface="Courier New" pitchFamily="49" charset="0"/>
              </a:rPr>
              <a:t>ИменаПолей</a:t>
            </a:r>
            <a:r>
              <a:rPr lang="ru-RU" b="1" dirty="0" err="1">
                <a:solidFill>
                  <a:srgbClr val="FF0000"/>
                </a:solidFill>
                <a:latin typeface="Courier New" pitchFamily="49" charset="0"/>
              </a:rPr>
              <a:t>.</a:t>
            </a:r>
            <a:r>
              <a:rPr lang="ru-RU" b="1" dirty="0" err="1">
                <a:solidFill>
                  <a:schemeClr val="tx2"/>
                </a:solidFill>
                <a:latin typeface="Courier New" pitchFamily="49" charset="0"/>
              </a:rPr>
              <a:t>Добавить</a:t>
            </a:r>
            <a:r>
              <a:rPr lang="ru-RU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ru-RU" dirty="0">
                <a:latin typeface="Courier New" panose="02070309020205020404" pitchFamily="49" charset="0"/>
                <a:cs typeface="Courier New" panose="02070309020205020404" pitchFamily="49" charset="0"/>
              </a:rPr>
              <a:t>"</a:t>
            </a:r>
            <a:r>
              <a:rPr lang="ru-RU" dirty="0" err="1">
                <a:latin typeface="Courier New" panose="02070309020205020404" pitchFamily="49" charset="0"/>
                <a:cs typeface="Courier New" panose="02070309020205020404" pitchFamily="49" charset="0"/>
              </a:rPr>
              <a:t>ФизическоеЛицо</a:t>
            </a:r>
            <a:r>
              <a:rPr lang="ru-RU" dirty="0">
                <a:latin typeface="Courier New" panose="02070309020205020404" pitchFamily="49" charset="0"/>
                <a:cs typeface="Courier New" panose="02070309020205020404" pitchFamily="49" charset="0"/>
              </a:rPr>
              <a:t>"</a:t>
            </a:r>
            <a:r>
              <a:rPr lang="ru-RU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, </a:t>
            </a:r>
            <a:r>
              <a:rPr lang="ru-RU" dirty="0">
                <a:latin typeface="Courier New" panose="02070309020205020404" pitchFamily="49" charset="0"/>
                <a:cs typeface="Courier New" panose="02070309020205020404" pitchFamily="49" charset="0"/>
              </a:rPr>
              <a:t>"Физическое лицо"</a:t>
            </a:r>
            <a:r>
              <a:rPr lang="ru-RU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);</a:t>
            </a:r>
          </a:p>
        </p:txBody>
      </p:sp>
      <p:sp>
        <p:nvSpPr>
          <p:cNvPr id="9" name="Прямоугольник 8"/>
          <p:cNvSpPr/>
          <p:nvPr/>
        </p:nvSpPr>
        <p:spPr>
          <a:xfrm>
            <a:off x="395536" y="3789040"/>
            <a:ext cx="5147563" cy="3139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80000"/>
              </a:lnSpc>
              <a:buFontTx/>
              <a:buNone/>
            </a:pPr>
            <a:r>
              <a:rPr lang="ru-RU" b="1" dirty="0" err="1">
                <a:solidFill>
                  <a:schemeClr val="tx2"/>
                </a:solidFill>
                <a:latin typeface="Courier New" pitchFamily="49" charset="0"/>
              </a:rPr>
              <a:t>ИменаПолей</a:t>
            </a:r>
            <a:r>
              <a:rPr lang="ru-RU" dirty="0">
                <a:latin typeface="Courier New" pitchFamily="49" charset="0"/>
              </a:rPr>
              <a:t> </a:t>
            </a:r>
            <a:r>
              <a:rPr lang="ru-RU" dirty="0">
                <a:solidFill>
                  <a:srgbClr val="FF0000"/>
                </a:solidFill>
                <a:latin typeface="Courier New" pitchFamily="49" charset="0"/>
              </a:rPr>
              <a:t>=</a:t>
            </a:r>
            <a:r>
              <a:rPr lang="ru-RU" dirty="0">
                <a:latin typeface="Courier New" pitchFamily="49" charset="0"/>
              </a:rPr>
              <a:t> </a:t>
            </a:r>
            <a:r>
              <a:rPr lang="ru-RU" b="1" dirty="0">
                <a:solidFill>
                  <a:srgbClr val="FF0000"/>
                </a:solidFill>
                <a:latin typeface="Courier New" pitchFamily="49" charset="0"/>
              </a:rPr>
              <a:t>Новый </a:t>
            </a:r>
            <a:r>
              <a:rPr lang="ru-RU" dirty="0" err="1">
                <a:solidFill>
                  <a:srgbClr val="FF0000"/>
                </a:solidFill>
                <a:latin typeface="Courier New" pitchFamily="49" charset="0"/>
              </a:rPr>
              <a:t>СписокЗначений</a:t>
            </a:r>
            <a:r>
              <a:rPr lang="ru-RU" dirty="0">
                <a:solidFill>
                  <a:srgbClr val="FF0000"/>
                </a:solidFill>
                <a:latin typeface="Courier New" pitchFamily="49" charset="0"/>
              </a:rPr>
              <a:t>();</a:t>
            </a:r>
          </a:p>
        </p:txBody>
      </p:sp>
      <p:sp>
        <p:nvSpPr>
          <p:cNvPr id="10" name="Прямоугольник 9"/>
          <p:cNvSpPr/>
          <p:nvPr/>
        </p:nvSpPr>
        <p:spPr>
          <a:xfrm>
            <a:off x="395536" y="3108049"/>
            <a:ext cx="4572000" cy="535531"/>
          </a:xfrm>
          <a:prstGeom prst="rect">
            <a:avLst/>
          </a:prstGeom>
        </p:spPr>
        <p:txBody>
          <a:bodyPr>
            <a:spAutoFit/>
          </a:bodyPr>
          <a:lstStyle/>
          <a:p>
            <a:pPr>
              <a:lnSpc>
                <a:spcPct val="80000"/>
              </a:lnSpc>
            </a:pPr>
            <a:r>
              <a:rPr lang="ru-RU" b="1" u="sng" dirty="0">
                <a:solidFill>
                  <a:schemeClr val="tx1">
                    <a:lumMod val="75000"/>
                    <a:lumOff val="25000"/>
                  </a:schemeClr>
                </a:solidFill>
                <a:latin typeface="Courier New" pitchFamily="49" charset="0"/>
              </a:rPr>
              <a:t>Создание списка значений:</a:t>
            </a:r>
          </a:p>
          <a:p>
            <a:pPr>
              <a:lnSpc>
                <a:spcPct val="80000"/>
              </a:lnSpc>
              <a:buFontTx/>
              <a:buNone/>
            </a:pPr>
            <a:endParaRPr lang="ru-RU" b="1" dirty="0">
              <a:solidFill>
                <a:schemeClr val="tx2"/>
              </a:solidFill>
              <a:latin typeface="Courier New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7242142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7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749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7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75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5" dur="7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749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  <p:bldP spid="9" grpId="0"/>
    </p:bldLst>
  </p:timing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Заголовок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Список значений</a:t>
            </a:r>
          </a:p>
        </p:txBody>
      </p:sp>
      <p:graphicFrame>
        <p:nvGraphicFramePr>
          <p:cNvPr id="5" name="Таблица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83446384"/>
              </p:ext>
            </p:extLst>
          </p:nvPr>
        </p:nvGraphicFramePr>
        <p:xfrm>
          <a:off x="1187624" y="1484784"/>
          <a:ext cx="6365138" cy="629920"/>
        </p:xfrm>
        <a:graphic>
          <a:graphicData uri="http://schemas.openxmlformats.org/drawingml/2006/table">
            <a:tbl>
              <a:tblPr/>
              <a:tblGrid>
                <a:gridCol w="1778508">
                  <a:extLst>
                    <a:ext uri="{9D8B030D-6E8A-4147-A177-3AD203B41FA5}">
                      <a16:colId xmlns:a16="http://schemas.microsoft.com/office/drawing/2014/main" val="1871565350"/>
                    </a:ext>
                  </a:extLst>
                </a:gridCol>
                <a:gridCol w="2387498">
                  <a:extLst>
                    <a:ext uri="{9D8B030D-6E8A-4147-A177-3AD203B41FA5}">
                      <a16:colId xmlns:a16="http://schemas.microsoft.com/office/drawing/2014/main" val="3042495300"/>
                    </a:ext>
                  </a:extLst>
                </a:gridCol>
                <a:gridCol w="1088136">
                  <a:extLst>
                    <a:ext uri="{9D8B030D-6E8A-4147-A177-3AD203B41FA5}">
                      <a16:colId xmlns:a16="http://schemas.microsoft.com/office/drawing/2014/main" val="1159063103"/>
                    </a:ext>
                  </a:extLst>
                </a:gridCol>
                <a:gridCol w="1110996">
                  <a:extLst>
                    <a:ext uri="{9D8B030D-6E8A-4147-A177-3AD203B41FA5}">
                      <a16:colId xmlns:a16="http://schemas.microsoft.com/office/drawing/2014/main" val="2969934284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400" b="1" dirty="0">
                          <a:effectLst/>
                          <a:latin typeface="Verdana" panose="020B0604030504040204" pitchFamily="34" charset="0"/>
                        </a:rPr>
                        <a:t>Значение</a:t>
                      </a:r>
                      <a:endParaRPr lang="ru-RU" sz="1400" dirty="0">
                        <a:effectLst/>
                        <a:latin typeface="Verdana" panose="020B0604030504040204" pitchFamily="34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400" b="1">
                          <a:effectLst/>
                          <a:latin typeface="Verdana" panose="020B0604030504040204" pitchFamily="34" charset="0"/>
                        </a:rPr>
                        <a:t>Представление</a:t>
                      </a:r>
                      <a:endParaRPr lang="ru-RU" sz="1400">
                        <a:effectLst/>
                        <a:latin typeface="Verdana" panose="020B0604030504040204" pitchFamily="34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400" b="1">
                          <a:effectLst/>
                          <a:latin typeface="Verdana" panose="020B0604030504040204" pitchFamily="34" charset="0"/>
                        </a:rPr>
                        <a:t>Пометка</a:t>
                      </a:r>
                      <a:endParaRPr lang="ru-RU" sz="1400">
                        <a:effectLst/>
                        <a:latin typeface="Verdana" panose="020B0604030504040204" pitchFamily="34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400" b="1">
                          <a:effectLst/>
                          <a:latin typeface="Verdana" panose="020B0604030504040204" pitchFamily="34" charset="0"/>
                        </a:rPr>
                        <a:t>Картинка</a:t>
                      </a:r>
                      <a:endParaRPr lang="ru-RU" sz="1400">
                        <a:effectLst/>
                        <a:latin typeface="Verdana" panose="020B0604030504040204" pitchFamily="34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351468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400">
                          <a:effectLst/>
                          <a:latin typeface="Verdana" panose="020B0604030504040204" pitchFamily="34" charset="0"/>
                        </a:rPr>
                        <a:t>ФизическоеЛицо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400" dirty="0">
                          <a:effectLst/>
                          <a:latin typeface="Verdana" panose="020B0604030504040204" pitchFamily="34" charset="0"/>
                        </a:rPr>
                        <a:t>Физическое лицо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400">
                          <a:effectLst/>
                          <a:latin typeface="Verdana" panose="020B0604030504040204" pitchFamily="34" charset="0"/>
                        </a:rPr>
                        <a:t>Ложь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400" dirty="0">
                          <a:effectLst/>
                          <a:latin typeface="Verdana" panose="020B0604030504040204" pitchFamily="34" charset="0"/>
                        </a:rPr>
                        <a:t> 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837372925"/>
                  </a:ext>
                </a:extLst>
              </a:tr>
            </a:tbl>
          </a:graphicData>
        </a:graphic>
      </p:graphicFrame>
      <p:sp>
        <p:nvSpPr>
          <p:cNvPr id="8" name="Прямоугольник 7"/>
          <p:cNvSpPr/>
          <p:nvPr/>
        </p:nvSpPr>
        <p:spPr>
          <a:xfrm>
            <a:off x="395536" y="3789040"/>
            <a:ext cx="8262198" cy="164352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80000"/>
              </a:lnSpc>
              <a:buFontTx/>
              <a:buNone/>
            </a:pPr>
            <a:r>
              <a:rPr lang="ru-RU" b="1" dirty="0" err="1">
                <a:solidFill>
                  <a:schemeClr val="tx2"/>
                </a:solidFill>
                <a:latin typeface="Courier New" pitchFamily="49" charset="0"/>
              </a:rPr>
              <a:t>ИменаПолей</a:t>
            </a:r>
            <a:r>
              <a:rPr lang="ru-RU" dirty="0">
                <a:latin typeface="Courier New" pitchFamily="49" charset="0"/>
              </a:rPr>
              <a:t> </a:t>
            </a:r>
            <a:r>
              <a:rPr lang="ru-RU" dirty="0">
                <a:solidFill>
                  <a:srgbClr val="FF0000"/>
                </a:solidFill>
                <a:latin typeface="Courier New" pitchFamily="49" charset="0"/>
              </a:rPr>
              <a:t>=</a:t>
            </a:r>
            <a:r>
              <a:rPr lang="ru-RU" dirty="0">
                <a:latin typeface="Courier New" pitchFamily="49" charset="0"/>
              </a:rPr>
              <a:t> </a:t>
            </a:r>
            <a:r>
              <a:rPr lang="ru-RU" b="1" dirty="0">
                <a:solidFill>
                  <a:srgbClr val="FF0000"/>
                </a:solidFill>
                <a:latin typeface="Courier New" pitchFamily="49" charset="0"/>
              </a:rPr>
              <a:t>Новый </a:t>
            </a:r>
            <a:r>
              <a:rPr lang="ru-RU" dirty="0" err="1">
                <a:solidFill>
                  <a:srgbClr val="FF0000"/>
                </a:solidFill>
                <a:latin typeface="Courier New" pitchFamily="49" charset="0"/>
              </a:rPr>
              <a:t>СписокЗначений</a:t>
            </a:r>
            <a:r>
              <a:rPr lang="ru-RU" dirty="0">
                <a:solidFill>
                  <a:srgbClr val="FF0000"/>
                </a:solidFill>
                <a:latin typeface="Courier New" pitchFamily="49" charset="0"/>
              </a:rPr>
              <a:t>();</a:t>
            </a:r>
          </a:p>
          <a:p>
            <a:pPr>
              <a:lnSpc>
                <a:spcPct val="80000"/>
              </a:lnSpc>
              <a:buFontTx/>
              <a:buNone/>
            </a:pPr>
            <a:endParaRPr lang="ru-RU" dirty="0">
              <a:solidFill>
                <a:srgbClr val="FF0000"/>
              </a:solidFill>
              <a:latin typeface="Courier New" pitchFamily="49" charset="0"/>
            </a:endParaRPr>
          </a:p>
          <a:p>
            <a:pPr>
              <a:lnSpc>
                <a:spcPct val="80000"/>
              </a:lnSpc>
              <a:buFontTx/>
              <a:buNone/>
            </a:pPr>
            <a:r>
              <a:rPr lang="ru-RU" b="1" dirty="0" err="1">
                <a:solidFill>
                  <a:schemeClr val="tx2"/>
                </a:solidFill>
                <a:latin typeface="Courier New" pitchFamily="49" charset="0"/>
              </a:rPr>
              <a:t>ИменаПолей</a:t>
            </a:r>
            <a:r>
              <a:rPr lang="ru-RU" b="1" dirty="0" err="1">
                <a:solidFill>
                  <a:srgbClr val="FF0000"/>
                </a:solidFill>
                <a:latin typeface="Courier New" pitchFamily="49" charset="0"/>
              </a:rPr>
              <a:t>.</a:t>
            </a:r>
            <a:r>
              <a:rPr lang="ru-RU" b="1" dirty="0" err="1">
                <a:solidFill>
                  <a:schemeClr val="tx2"/>
                </a:solidFill>
                <a:latin typeface="Courier New" pitchFamily="49" charset="0"/>
              </a:rPr>
              <a:t>Добавить</a:t>
            </a:r>
            <a:r>
              <a:rPr lang="ru-RU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ru-RU" dirty="0">
                <a:latin typeface="Courier New" panose="02070309020205020404" pitchFamily="49" charset="0"/>
                <a:cs typeface="Courier New" panose="02070309020205020404" pitchFamily="49" charset="0"/>
              </a:rPr>
              <a:t>"</a:t>
            </a:r>
            <a:r>
              <a:rPr lang="ru-RU" dirty="0" err="1">
                <a:latin typeface="Courier New" panose="02070309020205020404" pitchFamily="49" charset="0"/>
                <a:cs typeface="Courier New" panose="02070309020205020404" pitchFamily="49" charset="0"/>
              </a:rPr>
              <a:t>ФизическоеЛицо</a:t>
            </a:r>
            <a:r>
              <a:rPr lang="ru-RU" dirty="0">
                <a:latin typeface="Courier New" panose="02070309020205020404" pitchFamily="49" charset="0"/>
                <a:cs typeface="Courier New" panose="02070309020205020404" pitchFamily="49" charset="0"/>
              </a:rPr>
              <a:t>"</a:t>
            </a:r>
            <a:r>
              <a:rPr lang="ru-RU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, </a:t>
            </a:r>
            <a:r>
              <a:rPr lang="ru-RU" dirty="0">
                <a:latin typeface="Courier New" panose="02070309020205020404" pitchFamily="49" charset="0"/>
                <a:cs typeface="Courier New" panose="02070309020205020404" pitchFamily="49" charset="0"/>
              </a:rPr>
              <a:t>"Физическое лицо"</a:t>
            </a:r>
            <a:r>
              <a:rPr lang="ru-RU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);</a:t>
            </a:r>
          </a:p>
          <a:p>
            <a:pPr>
              <a:lnSpc>
                <a:spcPct val="80000"/>
              </a:lnSpc>
              <a:buFontTx/>
              <a:buNone/>
            </a:pPr>
            <a:endParaRPr lang="ru-RU" dirty="0">
              <a:solidFill>
                <a:srgbClr val="FF0000"/>
              </a:solidFill>
              <a:latin typeface="Courier New" pitchFamily="49" charset="0"/>
            </a:endParaRPr>
          </a:p>
          <a:p>
            <a:pPr>
              <a:lnSpc>
                <a:spcPct val="80000"/>
              </a:lnSpc>
              <a:buFontTx/>
              <a:buNone/>
            </a:pPr>
            <a:r>
              <a:rPr lang="ru-RU" b="1" dirty="0" err="1">
                <a:solidFill>
                  <a:schemeClr val="tx2"/>
                </a:solidFill>
                <a:latin typeface="Courier New" pitchFamily="49" charset="0"/>
              </a:rPr>
              <a:t>ИменаПолей</a:t>
            </a:r>
            <a:r>
              <a:rPr lang="ru-RU" b="1" dirty="0" err="1">
                <a:solidFill>
                  <a:srgbClr val="FF0000"/>
                </a:solidFill>
                <a:latin typeface="Courier New" pitchFamily="49" charset="0"/>
              </a:rPr>
              <a:t>.</a:t>
            </a:r>
            <a:r>
              <a:rPr lang="ru-RU" b="1" dirty="0" err="1">
                <a:solidFill>
                  <a:schemeClr val="tx2"/>
                </a:solidFill>
                <a:latin typeface="Courier New" pitchFamily="49" charset="0"/>
              </a:rPr>
              <a:t>Добавить</a:t>
            </a:r>
            <a:r>
              <a:rPr lang="ru-RU" dirty="0">
                <a:solidFill>
                  <a:srgbClr val="FF0000"/>
                </a:solidFill>
                <a:latin typeface="Courier New" pitchFamily="49" charset="0"/>
              </a:rPr>
              <a:t>(</a:t>
            </a:r>
            <a:r>
              <a:rPr lang="ru-RU" dirty="0">
                <a:latin typeface="Courier New" pitchFamily="49" charset="0"/>
              </a:rPr>
              <a:t>"</a:t>
            </a:r>
            <a:r>
              <a:rPr lang="ru-RU" dirty="0" err="1">
                <a:latin typeface="Courier New" panose="02070309020205020404" pitchFamily="49" charset="0"/>
                <a:cs typeface="Courier New" panose="02070309020205020404" pitchFamily="49" charset="0"/>
              </a:rPr>
              <a:t>Подразделение</a:t>
            </a:r>
            <a:r>
              <a:rPr lang="ru-RU" dirty="0" err="1">
                <a:latin typeface="Courier New" pitchFamily="49" charset="0"/>
              </a:rPr>
              <a:t>"</a:t>
            </a:r>
            <a:r>
              <a:rPr lang="ru-RU" dirty="0" err="1">
                <a:solidFill>
                  <a:srgbClr val="FF0000"/>
                </a:solidFill>
                <a:latin typeface="Courier New" pitchFamily="49" charset="0"/>
              </a:rPr>
              <a:t>,</a:t>
            </a:r>
            <a:r>
              <a:rPr lang="ru-RU" dirty="0" err="1">
                <a:latin typeface="Courier New" pitchFamily="49" charset="0"/>
              </a:rPr>
              <a:t>"</a:t>
            </a:r>
            <a:r>
              <a:rPr lang="ru-RU" dirty="0" err="1">
                <a:latin typeface="Courier New" panose="02070309020205020404" pitchFamily="49" charset="0"/>
                <a:cs typeface="Courier New" panose="02070309020205020404" pitchFamily="49" charset="0"/>
              </a:rPr>
              <a:t>Структурная</a:t>
            </a:r>
            <a:r>
              <a:rPr lang="ru-RU" dirty="0">
                <a:latin typeface="Verdana" panose="020B0604030504040204" pitchFamily="34" charset="0"/>
              </a:rPr>
              <a:t> </a:t>
            </a:r>
            <a:r>
              <a:rPr lang="ru-RU" dirty="0">
                <a:latin typeface="Courier New" panose="02070309020205020404" pitchFamily="49" charset="0"/>
                <a:cs typeface="Courier New" panose="02070309020205020404" pitchFamily="49" charset="0"/>
              </a:rPr>
              <a:t>единица</a:t>
            </a:r>
            <a:r>
              <a:rPr lang="ru-RU" dirty="0">
                <a:latin typeface="Courier New" pitchFamily="49" charset="0"/>
              </a:rPr>
              <a:t>"</a:t>
            </a:r>
            <a:r>
              <a:rPr lang="ru-RU" dirty="0">
                <a:solidFill>
                  <a:srgbClr val="FF0000"/>
                </a:solidFill>
                <a:latin typeface="Courier New" pitchFamily="49" charset="0"/>
              </a:rPr>
              <a:t>);</a:t>
            </a:r>
          </a:p>
          <a:p>
            <a:pPr>
              <a:lnSpc>
                <a:spcPct val="80000"/>
              </a:lnSpc>
              <a:buFontTx/>
              <a:buNone/>
            </a:pPr>
            <a:endParaRPr lang="ru-RU" dirty="0">
              <a:solidFill>
                <a:srgbClr val="FF0000"/>
              </a:solidFill>
              <a:latin typeface="Courier New" pitchFamily="49" charset="0"/>
            </a:endParaRPr>
          </a:p>
          <a:p>
            <a:pPr>
              <a:lnSpc>
                <a:spcPct val="80000"/>
              </a:lnSpc>
              <a:buFontTx/>
              <a:buNone/>
            </a:pPr>
            <a:endParaRPr lang="ru-RU" dirty="0">
              <a:solidFill>
                <a:srgbClr val="FF0000"/>
              </a:solidFill>
              <a:latin typeface="Courier New" pitchFamily="49" charset="0"/>
            </a:endParaRPr>
          </a:p>
        </p:txBody>
      </p:sp>
      <p:sp>
        <p:nvSpPr>
          <p:cNvPr id="10" name="Прямоугольник 9"/>
          <p:cNvSpPr/>
          <p:nvPr/>
        </p:nvSpPr>
        <p:spPr>
          <a:xfrm>
            <a:off x="395536" y="3789040"/>
            <a:ext cx="8042586" cy="75713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80000"/>
              </a:lnSpc>
              <a:buFontTx/>
              <a:buNone/>
            </a:pPr>
            <a:r>
              <a:rPr lang="ru-RU" b="1" dirty="0" err="1">
                <a:solidFill>
                  <a:schemeClr val="tx2"/>
                </a:solidFill>
                <a:latin typeface="Courier New" pitchFamily="49" charset="0"/>
              </a:rPr>
              <a:t>ИменаПолей</a:t>
            </a:r>
            <a:r>
              <a:rPr lang="ru-RU" dirty="0">
                <a:latin typeface="Courier New" pitchFamily="49" charset="0"/>
              </a:rPr>
              <a:t> </a:t>
            </a:r>
            <a:r>
              <a:rPr lang="ru-RU" dirty="0">
                <a:solidFill>
                  <a:srgbClr val="FF0000"/>
                </a:solidFill>
                <a:latin typeface="Courier New" pitchFamily="49" charset="0"/>
              </a:rPr>
              <a:t>=</a:t>
            </a:r>
            <a:r>
              <a:rPr lang="ru-RU" dirty="0">
                <a:latin typeface="Courier New" pitchFamily="49" charset="0"/>
              </a:rPr>
              <a:t> </a:t>
            </a:r>
            <a:r>
              <a:rPr lang="ru-RU" b="1" dirty="0">
                <a:solidFill>
                  <a:srgbClr val="FF0000"/>
                </a:solidFill>
                <a:latin typeface="Courier New" pitchFamily="49" charset="0"/>
              </a:rPr>
              <a:t>Новый </a:t>
            </a:r>
            <a:r>
              <a:rPr lang="ru-RU" dirty="0" err="1">
                <a:solidFill>
                  <a:srgbClr val="FF0000"/>
                </a:solidFill>
                <a:latin typeface="Courier New" pitchFamily="49" charset="0"/>
              </a:rPr>
              <a:t>СписокЗначений</a:t>
            </a:r>
            <a:r>
              <a:rPr lang="ru-RU" dirty="0">
                <a:solidFill>
                  <a:srgbClr val="FF0000"/>
                </a:solidFill>
                <a:latin typeface="Courier New" pitchFamily="49" charset="0"/>
              </a:rPr>
              <a:t>();</a:t>
            </a:r>
          </a:p>
          <a:p>
            <a:pPr>
              <a:lnSpc>
                <a:spcPct val="80000"/>
              </a:lnSpc>
              <a:buFontTx/>
              <a:buNone/>
            </a:pPr>
            <a:endParaRPr lang="ru-RU" dirty="0">
              <a:solidFill>
                <a:srgbClr val="FF0000"/>
              </a:solidFill>
              <a:latin typeface="Courier New" pitchFamily="49" charset="0"/>
            </a:endParaRPr>
          </a:p>
          <a:p>
            <a:pPr>
              <a:lnSpc>
                <a:spcPct val="80000"/>
              </a:lnSpc>
              <a:buFontTx/>
              <a:buNone/>
            </a:pPr>
            <a:r>
              <a:rPr lang="ru-RU" b="1" dirty="0" err="1">
                <a:solidFill>
                  <a:schemeClr val="tx2"/>
                </a:solidFill>
                <a:latin typeface="Courier New" pitchFamily="49" charset="0"/>
              </a:rPr>
              <a:t>ИменаПолей</a:t>
            </a:r>
            <a:r>
              <a:rPr lang="ru-RU" b="1" dirty="0" err="1">
                <a:solidFill>
                  <a:srgbClr val="FF0000"/>
                </a:solidFill>
                <a:latin typeface="Courier New" pitchFamily="49" charset="0"/>
              </a:rPr>
              <a:t>.</a:t>
            </a:r>
            <a:r>
              <a:rPr lang="ru-RU" b="1" dirty="0" err="1">
                <a:solidFill>
                  <a:schemeClr val="tx2"/>
                </a:solidFill>
                <a:latin typeface="Courier New" pitchFamily="49" charset="0"/>
              </a:rPr>
              <a:t>Добавить</a:t>
            </a:r>
            <a:r>
              <a:rPr lang="ru-RU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ru-RU" dirty="0">
                <a:latin typeface="Courier New" panose="02070309020205020404" pitchFamily="49" charset="0"/>
                <a:cs typeface="Courier New" panose="02070309020205020404" pitchFamily="49" charset="0"/>
              </a:rPr>
              <a:t>"</a:t>
            </a:r>
            <a:r>
              <a:rPr lang="ru-RU" dirty="0" err="1">
                <a:latin typeface="Courier New" panose="02070309020205020404" pitchFamily="49" charset="0"/>
                <a:cs typeface="Courier New" panose="02070309020205020404" pitchFamily="49" charset="0"/>
              </a:rPr>
              <a:t>ФизическоеЛицо</a:t>
            </a:r>
            <a:r>
              <a:rPr lang="ru-RU" dirty="0">
                <a:latin typeface="Courier New" panose="02070309020205020404" pitchFamily="49" charset="0"/>
                <a:cs typeface="Courier New" panose="02070309020205020404" pitchFamily="49" charset="0"/>
              </a:rPr>
              <a:t>"</a:t>
            </a:r>
            <a:r>
              <a:rPr lang="ru-RU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, </a:t>
            </a:r>
            <a:r>
              <a:rPr lang="ru-RU" dirty="0">
                <a:latin typeface="Courier New" panose="02070309020205020404" pitchFamily="49" charset="0"/>
                <a:cs typeface="Courier New" panose="02070309020205020404" pitchFamily="49" charset="0"/>
              </a:rPr>
              <a:t>"Физическое лицо"</a:t>
            </a:r>
            <a:r>
              <a:rPr lang="ru-RU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);</a:t>
            </a:r>
          </a:p>
        </p:txBody>
      </p:sp>
      <p:graphicFrame>
        <p:nvGraphicFramePr>
          <p:cNvPr id="3" name="Таблица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53386152"/>
              </p:ext>
            </p:extLst>
          </p:nvPr>
        </p:nvGraphicFramePr>
        <p:xfrm>
          <a:off x="1187624" y="1484784"/>
          <a:ext cx="6365138" cy="944880"/>
        </p:xfrm>
        <a:graphic>
          <a:graphicData uri="http://schemas.openxmlformats.org/drawingml/2006/table">
            <a:tbl>
              <a:tblPr/>
              <a:tblGrid>
                <a:gridCol w="1778508">
                  <a:extLst>
                    <a:ext uri="{9D8B030D-6E8A-4147-A177-3AD203B41FA5}">
                      <a16:colId xmlns:a16="http://schemas.microsoft.com/office/drawing/2014/main" val="1871565350"/>
                    </a:ext>
                  </a:extLst>
                </a:gridCol>
                <a:gridCol w="2387498">
                  <a:extLst>
                    <a:ext uri="{9D8B030D-6E8A-4147-A177-3AD203B41FA5}">
                      <a16:colId xmlns:a16="http://schemas.microsoft.com/office/drawing/2014/main" val="3042495300"/>
                    </a:ext>
                  </a:extLst>
                </a:gridCol>
                <a:gridCol w="1088136">
                  <a:extLst>
                    <a:ext uri="{9D8B030D-6E8A-4147-A177-3AD203B41FA5}">
                      <a16:colId xmlns:a16="http://schemas.microsoft.com/office/drawing/2014/main" val="1159063103"/>
                    </a:ext>
                  </a:extLst>
                </a:gridCol>
                <a:gridCol w="1110996">
                  <a:extLst>
                    <a:ext uri="{9D8B030D-6E8A-4147-A177-3AD203B41FA5}">
                      <a16:colId xmlns:a16="http://schemas.microsoft.com/office/drawing/2014/main" val="2969934284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400" b="1">
                          <a:effectLst/>
                          <a:latin typeface="Verdana" panose="020B0604030504040204" pitchFamily="34" charset="0"/>
                        </a:rPr>
                        <a:t>Значение</a:t>
                      </a:r>
                      <a:endParaRPr lang="ru-RU" sz="1400">
                        <a:effectLst/>
                        <a:latin typeface="Verdana" panose="020B0604030504040204" pitchFamily="34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400" b="1">
                          <a:effectLst/>
                          <a:latin typeface="Verdana" panose="020B0604030504040204" pitchFamily="34" charset="0"/>
                        </a:rPr>
                        <a:t>Представление</a:t>
                      </a:r>
                      <a:endParaRPr lang="ru-RU" sz="1400">
                        <a:effectLst/>
                        <a:latin typeface="Verdana" panose="020B0604030504040204" pitchFamily="34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400" b="1">
                          <a:effectLst/>
                          <a:latin typeface="Verdana" panose="020B0604030504040204" pitchFamily="34" charset="0"/>
                        </a:rPr>
                        <a:t>Пометка</a:t>
                      </a:r>
                      <a:endParaRPr lang="ru-RU" sz="1400">
                        <a:effectLst/>
                        <a:latin typeface="Verdana" panose="020B0604030504040204" pitchFamily="34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400" b="1">
                          <a:effectLst/>
                          <a:latin typeface="Verdana" panose="020B0604030504040204" pitchFamily="34" charset="0"/>
                        </a:rPr>
                        <a:t>Картинка</a:t>
                      </a:r>
                      <a:endParaRPr lang="ru-RU" sz="1400">
                        <a:effectLst/>
                        <a:latin typeface="Verdana" panose="020B0604030504040204" pitchFamily="34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351468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400">
                          <a:effectLst/>
                          <a:latin typeface="Verdana" panose="020B0604030504040204" pitchFamily="34" charset="0"/>
                        </a:rPr>
                        <a:t>ФизическоеЛицо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400" dirty="0">
                          <a:effectLst/>
                          <a:latin typeface="Verdana" panose="020B0604030504040204" pitchFamily="34" charset="0"/>
                        </a:rPr>
                        <a:t>Физическое лицо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400">
                          <a:effectLst/>
                          <a:latin typeface="Verdana" panose="020B0604030504040204" pitchFamily="34" charset="0"/>
                        </a:rPr>
                        <a:t>Ложь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400">
                          <a:effectLst/>
                          <a:latin typeface="Verdana" panose="020B0604030504040204" pitchFamily="34" charset="0"/>
                        </a:rPr>
                        <a:t> 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83737292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400" dirty="0">
                          <a:effectLst/>
                          <a:latin typeface="Verdana" panose="020B0604030504040204" pitchFamily="34" charset="0"/>
                        </a:rPr>
                        <a:t>Подразделение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400" dirty="0">
                          <a:effectLst/>
                          <a:latin typeface="Verdana" panose="020B0604030504040204" pitchFamily="34" charset="0"/>
                        </a:rPr>
                        <a:t>Структурная единица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400">
                          <a:effectLst/>
                          <a:latin typeface="Verdana" panose="020B0604030504040204" pitchFamily="34" charset="0"/>
                        </a:rPr>
                        <a:t>Ложь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400" dirty="0">
                          <a:effectLst/>
                          <a:latin typeface="Verdana" panose="020B0604030504040204" pitchFamily="34" charset="0"/>
                        </a:rPr>
                        <a:t> 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429099756"/>
                  </a:ext>
                </a:extLst>
              </a:tr>
            </a:tbl>
          </a:graphicData>
        </a:graphic>
      </p:graphicFrame>
      <p:sp>
        <p:nvSpPr>
          <p:cNvPr id="11" name="Прямоугольник 10"/>
          <p:cNvSpPr/>
          <p:nvPr/>
        </p:nvSpPr>
        <p:spPr>
          <a:xfrm>
            <a:off x="395536" y="3108049"/>
            <a:ext cx="4572000" cy="535531"/>
          </a:xfrm>
          <a:prstGeom prst="rect">
            <a:avLst/>
          </a:prstGeom>
        </p:spPr>
        <p:txBody>
          <a:bodyPr>
            <a:spAutoFit/>
          </a:bodyPr>
          <a:lstStyle/>
          <a:p>
            <a:pPr>
              <a:lnSpc>
                <a:spcPct val="80000"/>
              </a:lnSpc>
            </a:pPr>
            <a:r>
              <a:rPr lang="ru-RU" b="1" u="sng" dirty="0">
                <a:solidFill>
                  <a:schemeClr val="tx1">
                    <a:lumMod val="75000"/>
                    <a:lumOff val="25000"/>
                  </a:schemeClr>
                </a:solidFill>
                <a:latin typeface="Courier New" pitchFamily="49" charset="0"/>
              </a:rPr>
              <a:t>Создание списка значений:</a:t>
            </a:r>
          </a:p>
          <a:p>
            <a:pPr>
              <a:lnSpc>
                <a:spcPct val="80000"/>
              </a:lnSpc>
              <a:buFontTx/>
              <a:buNone/>
            </a:pPr>
            <a:endParaRPr lang="ru-RU" b="1" dirty="0">
              <a:solidFill>
                <a:schemeClr val="tx2"/>
              </a:solidFill>
              <a:latin typeface="Courier New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7631460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7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9" dur="7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749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75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5" dur="75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749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  <p:bldP spid="10" grpId="0"/>
    </p:bldLst>
  </p:timing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Заголовок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Список значений</a:t>
            </a:r>
          </a:p>
        </p:txBody>
      </p:sp>
      <p:sp>
        <p:nvSpPr>
          <p:cNvPr id="7" name="Прямоугольник 6"/>
          <p:cNvSpPr/>
          <p:nvPr/>
        </p:nvSpPr>
        <p:spPr>
          <a:xfrm>
            <a:off x="395536" y="3789040"/>
            <a:ext cx="8343951" cy="186512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80000"/>
              </a:lnSpc>
              <a:buFontTx/>
              <a:buNone/>
            </a:pPr>
            <a:r>
              <a:rPr lang="ru-RU" b="1" dirty="0" err="1">
                <a:solidFill>
                  <a:schemeClr val="tx2"/>
                </a:solidFill>
                <a:latin typeface="Courier New" pitchFamily="49" charset="0"/>
              </a:rPr>
              <a:t>ИменаПолей</a:t>
            </a:r>
            <a:r>
              <a:rPr lang="ru-RU" dirty="0">
                <a:latin typeface="Courier New" pitchFamily="49" charset="0"/>
              </a:rPr>
              <a:t> </a:t>
            </a:r>
            <a:r>
              <a:rPr lang="ru-RU" dirty="0">
                <a:solidFill>
                  <a:srgbClr val="FF0000"/>
                </a:solidFill>
                <a:latin typeface="Courier New" pitchFamily="49" charset="0"/>
              </a:rPr>
              <a:t>=</a:t>
            </a:r>
            <a:r>
              <a:rPr lang="ru-RU" dirty="0">
                <a:latin typeface="Courier New" pitchFamily="49" charset="0"/>
              </a:rPr>
              <a:t> </a:t>
            </a:r>
            <a:r>
              <a:rPr lang="ru-RU" b="1" dirty="0">
                <a:solidFill>
                  <a:srgbClr val="FF0000"/>
                </a:solidFill>
                <a:latin typeface="Courier New" pitchFamily="49" charset="0"/>
              </a:rPr>
              <a:t>Новый </a:t>
            </a:r>
            <a:r>
              <a:rPr lang="ru-RU" dirty="0" err="1">
                <a:solidFill>
                  <a:srgbClr val="FF0000"/>
                </a:solidFill>
                <a:latin typeface="Courier New" pitchFamily="49" charset="0"/>
              </a:rPr>
              <a:t>СписокЗначений</a:t>
            </a:r>
            <a:r>
              <a:rPr lang="ru-RU" dirty="0">
                <a:solidFill>
                  <a:srgbClr val="FF0000"/>
                </a:solidFill>
                <a:latin typeface="Courier New" pitchFamily="49" charset="0"/>
              </a:rPr>
              <a:t>();</a:t>
            </a:r>
          </a:p>
          <a:p>
            <a:pPr>
              <a:lnSpc>
                <a:spcPct val="80000"/>
              </a:lnSpc>
              <a:buFontTx/>
              <a:buNone/>
            </a:pPr>
            <a:endParaRPr lang="ru-RU" dirty="0">
              <a:solidFill>
                <a:srgbClr val="FF0000"/>
              </a:solidFill>
              <a:latin typeface="Courier New" pitchFamily="49" charset="0"/>
            </a:endParaRPr>
          </a:p>
          <a:p>
            <a:pPr>
              <a:lnSpc>
                <a:spcPct val="80000"/>
              </a:lnSpc>
              <a:buFontTx/>
              <a:buNone/>
            </a:pPr>
            <a:r>
              <a:rPr lang="ru-RU" b="1" dirty="0" err="1">
                <a:solidFill>
                  <a:schemeClr val="tx2"/>
                </a:solidFill>
                <a:latin typeface="Courier New" pitchFamily="49" charset="0"/>
              </a:rPr>
              <a:t>ИменаПолей</a:t>
            </a:r>
            <a:r>
              <a:rPr lang="ru-RU" b="1" dirty="0" err="1">
                <a:solidFill>
                  <a:srgbClr val="FF0000"/>
                </a:solidFill>
                <a:latin typeface="Courier New" pitchFamily="49" charset="0"/>
              </a:rPr>
              <a:t>.</a:t>
            </a:r>
            <a:r>
              <a:rPr lang="ru-RU" b="1" dirty="0" err="1">
                <a:solidFill>
                  <a:schemeClr val="tx2"/>
                </a:solidFill>
                <a:latin typeface="Courier New" pitchFamily="49" charset="0"/>
              </a:rPr>
              <a:t>Добавить</a:t>
            </a:r>
            <a:r>
              <a:rPr lang="ru-RU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ru-RU" dirty="0">
                <a:latin typeface="Courier New" panose="02070309020205020404" pitchFamily="49" charset="0"/>
                <a:cs typeface="Courier New" panose="02070309020205020404" pitchFamily="49" charset="0"/>
              </a:rPr>
              <a:t>"</a:t>
            </a:r>
            <a:r>
              <a:rPr lang="ru-RU" dirty="0" err="1">
                <a:latin typeface="Courier New" panose="02070309020205020404" pitchFamily="49" charset="0"/>
                <a:cs typeface="Courier New" panose="02070309020205020404" pitchFamily="49" charset="0"/>
              </a:rPr>
              <a:t>ФизическоеЛицо</a:t>
            </a:r>
            <a:r>
              <a:rPr lang="ru-RU" dirty="0">
                <a:latin typeface="Courier New" panose="02070309020205020404" pitchFamily="49" charset="0"/>
                <a:cs typeface="Courier New" panose="02070309020205020404" pitchFamily="49" charset="0"/>
              </a:rPr>
              <a:t>"</a:t>
            </a:r>
            <a:r>
              <a:rPr lang="ru-RU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, </a:t>
            </a:r>
            <a:r>
              <a:rPr lang="ru-RU" dirty="0">
                <a:latin typeface="Courier New" panose="02070309020205020404" pitchFamily="49" charset="0"/>
                <a:cs typeface="Courier New" panose="02070309020205020404" pitchFamily="49" charset="0"/>
              </a:rPr>
              <a:t>"Физическое лицо"</a:t>
            </a:r>
            <a:r>
              <a:rPr lang="ru-RU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);</a:t>
            </a:r>
          </a:p>
          <a:p>
            <a:pPr>
              <a:lnSpc>
                <a:spcPct val="80000"/>
              </a:lnSpc>
              <a:buFontTx/>
              <a:buNone/>
            </a:pPr>
            <a:endParaRPr lang="ru-RU" dirty="0">
              <a:solidFill>
                <a:srgbClr val="FF0000"/>
              </a:solidFill>
              <a:latin typeface="Courier New" pitchFamily="49" charset="0"/>
            </a:endParaRPr>
          </a:p>
          <a:p>
            <a:pPr>
              <a:lnSpc>
                <a:spcPct val="80000"/>
              </a:lnSpc>
              <a:buFontTx/>
              <a:buNone/>
            </a:pPr>
            <a:r>
              <a:rPr lang="ru-RU" b="1" dirty="0" err="1">
                <a:solidFill>
                  <a:schemeClr val="tx2"/>
                </a:solidFill>
                <a:latin typeface="Courier New" pitchFamily="49" charset="0"/>
              </a:rPr>
              <a:t>ИменаПолей</a:t>
            </a:r>
            <a:r>
              <a:rPr lang="ru-RU" b="1" dirty="0" err="1">
                <a:solidFill>
                  <a:srgbClr val="FF0000"/>
                </a:solidFill>
                <a:latin typeface="Courier New" pitchFamily="49" charset="0"/>
              </a:rPr>
              <a:t>.</a:t>
            </a:r>
            <a:r>
              <a:rPr lang="ru-RU" b="1" dirty="0" err="1">
                <a:solidFill>
                  <a:schemeClr val="tx2"/>
                </a:solidFill>
                <a:latin typeface="Courier New" pitchFamily="49" charset="0"/>
              </a:rPr>
              <a:t>Добавить</a:t>
            </a:r>
            <a:r>
              <a:rPr lang="ru-RU" dirty="0">
                <a:solidFill>
                  <a:srgbClr val="FF0000"/>
                </a:solidFill>
                <a:latin typeface="Courier New" pitchFamily="49" charset="0"/>
              </a:rPr>
              <a:t>(</a:t>
            </a:r>
            <a:r>
              <a:rPr lang="ru-RU" dirty="0">
                <a:latin typeface="Courier New" pitchFamily="49" charset="0"/>
              </a:rPr>
              <a:t>"</a:t>
            </a:r>
            <a:r>
              <a:rPr lang="ru-RU" dirty="0" err="1">
                <a:latin typeface="Courier New" panose="02070309020205020404" pitchFamily="49" charset="0"/>
                <a:cs typeface="Courier New" panose="02070309020205020404" pitchFamily="49" charset="0"/>
              </a:rPr>
              <a:t>Подразделение</a:t>
            </a:r>
            <a:r>
              <a:rPr lang="ru-RU" dirty="0" err="1">
                <a:latin typeface="Courier New" pitchFamily="49" charset="0"/>
              </a:rPr>
              <a:t>"</a:t>
            </a:r>
            <a:r>
              <a:rPr lang="ru-RU" dirty="0" err="1">
                <a:solidFill>
                  <a:srgbClr val="FF0000"/>
                </a:solidFill>
                <a:latin typeface="Courier New" pitchFamily="49" charset="0"/>
              </a:rPr>
              <a:t>,</a:t>
            </a:r>
            <a:r>
              <a:rPr lang="ru-RU" dirty="0" err="1">
                <a:latin typeface="Courier New" pitchFamily="49" charset="0"/>
              </a:rPr>
              <a:t>"</a:t>
            </a:r>
            <a:r>
              <a:rPr lang="ru-RU" dirty="0" err="1">
                <a:latin typeface="Courier New" panose="02070309020205020404" pitchFamily="49" charset="0"/>
                <a:cs typeface="Courier New" panose="02070309020205020404" pitchFamily="49" charset="0"/>
              </a:rPr>
              <a:t>Структурная</a:t>
            </a:r>
            <a:r>
              <a:rPr lang="ru-RU" dirty="0">
                <a:latin typeface="Verdana" panose="020B0604030504040204" pitchFamily="34" charset="0"/>
              </a:rPr>
              <a:t> </a:t>
            </a:r>
            <a:r>
              <a:rPr lang="ru-RU" dirty="0">
                <a:latin typeface="Courier New" panose="02070309020205020404" pitchFamily="49" charset="0"/>
                <a:cs typeface="Courier New" panose="02070309020205020404" pitchFamily="49" charset="0"/>
              </a:rPr>
              <a:t>единица</a:t>
            </a:r>
            <a:r>
              <a:rPr lang="ru-RU" dirty="0">
                <a:latin typeface="Courier New" pitchFamily="49" charset="0"/>
              </a:rPr>
              <a:t>"</a:t>
            </a:r>
            <a:r>
              <a:rPr lang="ru-RU" dirty="0">
                <a:solidFill>
                  <a:srgbClr val="FF0000"/>
                </a:solidFill>
                <a:latin typeface="Courier New" pitchFamily="49" charset="0"/>
              </a:rPr>
              <a:t>);</a:t>
            </a:r>
          </a:p>
          <a:p>
            <a:pPr>
              <a:lnSpc>
                <a:spcPct val="80000"/>
              </a:lnSpc>
              <a:buFontTx/>
              <a:buNone/>
            </a:pPr>
            <a:endParaRPr lang="ru-RU" dirty="0">
              <a:solidFill>
                <a:srgbClr val="FF0000"/>
              </a:solidFill>
              <a:latin typeface="Courier New" pitchFamily="49" charset="0"/>
            </a:endParaRPr>
          </a:p>
          <a:p>
            <a:pPr>
              <a:lnSpc>
                <a:spcPct val="80000"/>
              </a:lnSpc>
              <a:buFontTx/>
              <a:buNone/>
            </a:pPr>
            <a:r>
              <a:rPr lang="ru-RU" b="1" dirty="0" err="1">
                <a:solidFill>
                  <a:schemeClr val="tx2"/>
                </a:solidFill>
                <a:latin typeface="Courier New" pitchFamily="49" charset="0"/>
              </a:rPr>
              <a:t>ИменаПолей</a:t>
            </a:r>
            <a:r>
              <a:rPr lang="ru-RU" b="1" dirty="0" err="1">
                <a:solidFill>
                  <a:srgbClr val="FF0000"/>
                </a:solidFill>
                <a:latin typeface="Courier New" pitchFamily="49" charset="0"/>
              </a:rPr>
              <a:t>.</a:t>
            </a:r>
            <a:r>
              <a:rPr lang="ru-RU" b="1" dirty="0" err="1">
                <a:solidFill>
                  <a:schemeClr val="tx2"/>
                </a:solidFill>
                <a:latin typeface="Courier New" pitchFamily="49" charset="0"/>
              </a:rPr>
              <a:t>Добавить</a:t>
            </a:r>
            <a:r>
              <a:rPr lang="ru-RU" dirty="0">
                <a:solidFill>
                  <a:srgbClr val="FF0000"/>
                </a:solidFill>
                <a:latin typeface="Courier New" pitchFamily="49" charset="0"/>
              </a:rPr>
              <a:t>(</a:t>
            </a:r>
            <a:r>
              <a:rPr lang="ru-RU" dirty="0">
                <a:latin typeface="Courier New" pitchFamily="49" charset="0"/>
              </a:rPr>
              <a:t>"</a:t>
            </a:r>
            <a:r>
              <a:rPr lang="ru-RU" dirty="0" err="1">
                <a:latin typeface="Courier New" panose="02070309020205020404" pitchFamily="49" charset="0"/>
                <a:cs typeface="Courier New" panose="02070309020205020404" pitchFamily="49" charset="0"/>
              </a:rPr>
              <a:t>Должность","Должность</a:t>
            </a:r>
            <a:r>
              <a:rPr lang="ru-RU" dirty="0">
                <a:latin typeface="Courier New" pitchFamily="49" charset="0"/>
              </a:rPr>
              <a:t>"</a:t>
            </a:r>
            <a:r>
              <a:rPr lang="ru-RU" dirty="0">
                <a:solidFill>
                  <a:srgbClr val="FF0000"/>
                </a:solidFill>
                <a:latin typeface="Courier New" pitchFamily="49" charset="0"/>
              </a:rPr>
              <a:t>);</a:t>
            </a:r>
          </a:p>
          <a:p>
            <a:pPr>
              <a:lnSpc>
                <a:spcPct val="80000"/>
              </a:lnSpc>
              <a:buFontTx/>
              <a:buNone/>
            </a:pPr>
            <a:endParaRPr lang="ru-RU" dirty="0">
              <a:solidFill>
                <a:srgbClr val="FF0000"/>
              </a:solidFill>
              <a:latin typeface="Courier New" pitchFamily="49" charset="0"/>
            </a:endParaRPr>
          </a:p>
        </p:txBody>
      </p:sp>
      <p:sp>
        <p:nvSpPr>
          <p:cNvPr id="8" name="Прямоугольник 7"/>
          <p:cNvSpPr/>
          <p:nvPr/>
        </p:nvSpPr>
        <p:spPr>
          <a:xfrm>
            <a:off x="395536" y="3789040"/>
            <a:ext cx="8262198" cy="164352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80000"/>
              </a:lnSpc>
              <a:buFontTx/>
              <a:buNone/>
            </a:pPr>
            <a:r>
              <a:rPr lang="ru-RU" b="1" dirty="0" err="1">
                <a:solidFill>
                  <a:schemeClr val="tx2"/>
                </a:solidFill>
                <a:latin typeface="Courier New" pitchFamily="49" charset="0"/>
              </a:rPr>
              <a:t>ИменаПолей</a:t>
            </a:r>
            <a:r>
              <a:rPr lang="ru-RU" dirty="0">
                <a:latin typeface="Courier New" pitchFamily="49" charset="0"/>
              </a:rPr>
              <a:t> </a:t>
            </a:r>
            <a:r>
              <a:rPr lang="ru-RU" dirty="0">
                <a:solidFill>
                  <a:srgbClr val="FF0000"/>
                </a:solidFill>
                <a:latin typeface="Courier New" pitchFamily="49" charset="0"/>
              </a:rPr>
              <a:t>=</a:t>
            </a:r>
            <a:r>
              <a:rPr lang="ru-RU" dirty="0">
                <a:latin typeface="Courier New" pitchFamily="49" charset="0"/>
              </a:rPr>
              <a:t> </a:t>
            </a:r>
            <a:r>
              <a:rPr lang="ru-RU" b="1" dirty="0">
                <a:solidFill>
                  <a:srgbClr val="FF0000"/>
                </a:solidFill>
                <a:latin typeface="Courier New" pitchFamily="49" charset="0"/>
              </a:rPr>
              <a:t>Новый </a:t>
            </a:r>
            <a:r>
              <a:rPr lang="ru-RU" dirty="0" err="1">
                <a:solidFill>
                  <a:srgbClr val="FF0000"/>
                </a:solidFill>
                <a:latin typeface="Courier New" pitchFamily="49" charset="0"/>
              </a:rPr>
              <a:t>СписокЗначений</a:t>
            </a:r>
            <a:r>
              <a:rPr lang="ru-RU" dirty="0">
                <a:solidFill>
                  <a:srgbClr val="FF0000"/>
                </a:solidFill>
                <a:latin typeface="Courier New" pitchFamily="49" charset="0"/>
              </a:rPr>
              <a:t>();</a:t>
            </a:r>
          </a:p>
          <a:p>
            <a:pPr>
              <a:lnSpc>
                <a:spcPct val="80000"/>
              </a:lnSpc>
              <a:buFontTx/>
              <a:buNone/>
            </a:pPr>
            <a:endParaRPr lang="ru-RU" dirty="0">
              <a:solidFill>
                <a:srgbClr val="FF0000"/>
              </a:solidFill>
              <a:latin typeface="Courier New" pitchFamily="49" charset="0"/>
            </a:endParaRPr>
          </a:p>
          <a:p>
            <a:pPr>
              <a:lnSpc>
                <a:spcPct val="80000"/>
              </a:lnSpc>
              <a:buFontTx/>
              <a:buNone/>
            </a:pPr>
            <a:r>
              <a:rPr lang="ru-RU" b="1" dirty="0" err="1">
                <a:solidFill>
                  <a:schemeClr val="tx2"/>
                </a:solidFill>
                <a:latin typeface="Courier New" pitchFamily="49" charset="0"/>
              </a:rPr>
              <a:t>ИменаПолей</a:t>
            </a:r>
            <a:r>
              <a:rPr lang="ru-RU" b="1" dirty="0" err="1">
                <a:solidFill>
                  <a:srgbClr val="FF0000"/>
                </a:solidFill>
                <a:latin typeface="Courier New" pitchFamily="49" charset="0"/>
              </a:rPr>
              <a:t>.</a:t>
            </a:r>
            <a:r>
              <a:rPr lang="ru-RU" b="1" dirty="0" err="1">
                <a:solidFill>
                  <a:schemeClr val="tx2"/>
                </a:solidFill>
                <a:latin typeface="Courier New" pitchFamily="49" charset="0"/>
              </a:rPr>
              <a:t>Добавить</a:t>
            </a:r>
            <a:r>
              <a:rPr lang="ru-RU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ru-RU" dirty="0">
                <a:latin typeface="Courier New" panose="02070309020205020404" pitchFamily="49" charset="0"/>
                <a:cs typeface="Courier New" panose="02070309020205020404" pitchFamily="49" charset="0"/>
              </a:rPr>
              <a:t>"</a:t>
            </a:r>
            <a:r>
              <a:rPr lang="ru-RU" dirty="0" err="1">
                <a:latin typeface="Courier New" panose="02070309020205020404" pitchFamily="49" charset="0"/>
                <a:cs typeface="Courier New" panose="02070309020205020404" pitchFamily="49" charset="0"/>
              </a:rPr>
              <a:t>ФизическоеЛицо</a:t>
            </a:r>
            <a:r>
              <a:rPr lang="ru-RU" dirty="0">
                <a:latin typeface="Courier New" panose="02070309020205020404" pitchFamily="49" charset="0"/>
                <a:cs typeface="Courier New" panose="02070309020205020404" pitchFamily="49" charset="0"/>
              </a:rPr>
              <a:t>"</a:t>
            </a:r>
            <a:r>
              <a:rPr lang="ru-RU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, </a:t>
            </a:r>
            <a:r>
              <a:rPr lang="ru-RU" dirty="0">
                <a:latin typeface="Courier New" panose="02070309020205020404" pitchFamily="49" charset="0"/>
                <a:cs typeface="Courier New" panose="02070309020205020404" pitchFamily="49" charset="0"/>
              </a:rPr>
              <a:t>"Физическое лицо"</a:t>
            </a:r>
            <a:r>
              <a:rPr lang="ru-RU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);</a:t>
            </a:r>
          </a:p>
          <a:p>
            <a:pPr>
              <a:lnSpc>
                <a:spcPct val="80000"/>
              </a:lnSpc>
              <a:buFontTx/>
              <a:buNone/>
            </a:pPr>
            <a:endParaRPr lang="ru-RU" dirty="0">
              <a:solidFill>
                <a:srgbClr val="FF0000"/>
              </a:solidFill>
              <a:latin typeface="Courier New" pitchFamily="49" charset="0"/>
            </a:endParaRPr>
          </a:p>
          <a:p>
            <a:pPr>
              <a:lnSpc>
                <a:spcPct val="80000"/>
              </a:lnSpc>
              <a:buFontTx/>
              <a:buNone/>
            </a:pPr>
            <a:r>
              <a:rPr lang="ru-RU" b="1" dirty="0" err="1">
                <a:solidFill>
                  <a:schemeClr val="tx2"/>
                </a:solidFill>
                <a:latin typeface="Courier New" pitchFamily="49" charset="0"/>
              </a:rPr>
              <a:t>ИменаПолей</a:t>
            </a:r>
            <a:r>
              <a:rPr lang="ru-RU" b="1" dirty="0" err="1">
                <a:solidFill>
                  <a:srgbClr val="FF0000"/>
                </a:solidFill>
                <a:latin typeface="Courier New" pitchFamily="49" charset="0"/>
              </a:rPr>
              <a:t>.</a:t>
            </a:r>
            <a:r>
              <a:rPr lang="ru-RU" b="1" dirty="0" err="1">
                <a:solidFill>
                  <a:schemeClr val="tx2"/>
                </a:solidFill>
                <a:latin typeface="Courier New" pitchFamily="49" charset="0"/>
              </a:rPr>
              <a:t>Добавить</a:t>
            </a:r>
            <a:r>
              <a:rPr lang="ru-RU" dirty="0">
                <a:solidFill>
                  <a:srgbClr val="FF0000"/>
                </a:solidFill>
                <a:latin typeface="Courier New" pitchFamily="49" charset="0"/>
              </a:rPr>
              <a:t>(</a:t>
            </a:r>
            <a:r>
              <a:rPr lang="ru-RU" dirty="0">
                <a:latin typeface="Courier New" pitchFamily="49" charset="0"/>
              </a:rPr>
              <a:t>"</a:t>
            </a:r>
            <a:r>
              <a:rPr lang="ru-RU" dirty="0" err="1">
                <a:latin typeface="Courier New" panose="02070309020205020404" pitchFamily="49" charset="0"/>
                <a:cs typeface="Courier New" panose="02070309020205020404" pitchFamily="49" charset="0"/>
              </a:rPr>
              <a:t>Подразделение</a:t>
            </a:r>
            <a:r>
              <a:rPr lang="ru-RU" dirty="0" err="1">
                <a:latin typeface="Courier New" pitchFamily="49" charset="0"/>
              </a:rPr>
              <a:t>"</a:t>
            </a:r>
            <a:r>
              <a:rPr lang="ru-RU" dirty="0" err="1">
                <a:solidFill>
                  <a:srgbClr val="FF0000"/>
                </a:solidFill>
                <a:latin typeface="Courier New" pitchFamily="49" charset="0"/>
              </a:rPr>
              <a:t>,</a:t>
            </a:r>
            <a:r>
              <a:rPr lang="ru-RU" dirty="0" err="1">
                <a:latin typeface="Courier New" pitchFamily="49" charset="0"/>
              </a:rPr>
              <a:t>"</a:t>
            </a:r>
            <a:r>
              <a:rPr lang="ru-RU" dirty="0" err="1">
                <a:latin typeface="Courier New" panose="02070309020205020404" pitchFamily="49" charset="0"/>
                <a:cs typeface="Courier New" panose="02070309020205020404" pitchFamily="49" charset="0"/>
              </a:rPr>
              <a:t>Структурная</a:t>
            </a:r>
            <a:r>
              <a:rPr lang="ru-RU" dirty="0">
                <a:latin typeface="Verdana" panose="020B0604030504040204" pitchFamily="34" charset="0"/>
              </a:rPr>
              <a:t> </a:t>
            </a:r>
            <a:r>
              <a:rPr lang="ru-RU" dirty="0">
                <a:latin typeface="Courier New" panose="02070309020205020404" pitchFamily="49" charset="0"/>
                <a:cs typeface="Courier New" panose="02070309020205020404" pitchFamily="49" charset="0"/>
              </a:rPr>
              <a:t>единица</a:t>
            </a:r>
            <a:r>
              <a:rPr lang="ru-RU" dirty="0">
                <a:latin typeface="Courier New" pitchFamily="49" charset="0"/>
              </a:rPr>
              <a:t>"</a:t>
            </a:r>
            <a:r>
              <a:rPr lang="ru-RU" dirty="0">
                <a:solidFill>
                  <a:srgbClr val="FF0000"/>
                </a:solidFill>
                <a:latin typeface="Courier New" pitchFamily="49" charset="0"/>
              </a:rPr>
              <a:t>);</a:t>
            </a:r>
          </a:p>
          <a:p>
            <a:pPr>
              <a:lnSpc>
                <a:spcPct val="80000"/>
              </a:lnSpc>
              <a:buFontTx/>
              <a:buNone/>
            </a:pPr>
            <a:endParaRPr lang="ru-RU" dirty="0">
              <a:solidFill>
                <a:srgbClr val="FF0000"/>
              </a:solidFill>
              <a:latin typeface="Courier New" pitchFamily="49" charset="0"/>
            </a:endParaRPr>
          </a:p>
          <a:p>
            <a:pPr>
              <a:lnSpc>
                <a:spcPct val="80000"/>
              </a:lnSpc>
              <a:buFontTx/>
              <a:buNone/>
            </a:pPr>
            <a:endParaRPr lang="ru-RU" dirty="0">
              <a:solidFill>
                <a:srgbClr val="FF0000"/>
              </a:solidFill>
              <a:latin typeface="Courier New" pitchFamily="49" charset="0"/>
            </a:endParaRPr>
          </a:p>
        </p:txBody>
      </p:sp>
      <p:graphicFrame>
        <p:nvGraphicFramePr>
          <p:cNvPr id="5" name="Таблица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52713140"/>
              </p:ext>
            </p:extLst>
          </p:nvPr>
        </p:nvGraphicFramePr>
        <p:xfrm>
          <a:off x="1187624" y="1484784"/>
          <a:ext cx="6365138" cy="944880"/>
        </p:xfrm>
        <a:graphic>
          <a:graphicData uri="http://schemas.openxmlformats.org/drawingml/2006/table">
            <a:tbl>
              <a:tblPr/>
              <a:tblGrid>
                <a:gridCol w="1778508">
                  <a:extLst>
                    <a:ext uri="{9D8B030D-6E8A-4147-A177-3AD203B41FA5}">
                      <a16:colId xmlns:a16="http://schemas.microsoft.com/office/drawing/2014/main" val="1871565350"/>
                    </a:ext>
                  </a:extLst>
                </a:gridCol>
                <a:gridCol w="2387498">
                  <a:extLst>
                    <a:ext uri="{9D8B030D-6E8A-4147-A177-3AD203B41FA5}">
                      <a16:colId xmlns:a16="http://schemas.microsoft.com/office/drawing/2014/main" val="3042495300"/>
                    </a:ext>
                  </a:extLst>
                </a:gridCol>
                <a:gridCol w="1088136">
                  <a:extLst>
                    <a:ext uri="{9D8B030D-6E8A-4147-A177-3AD203B41FA5}">
                      <a16:colId xmlns:a16="http://schemas.microsoft.com/office/drawing/2014/main" val="1159063103"/>
                    </a:ext>
                  </a:extLst>
                </a:gridCol>
                <a:gridCol w="1110996">
                  <a:extLst>
                    <a:ext uri="{9D8B030D-6E8A-4147-A177-3AD203B41FA5}">
                      <a16:colId xmlns:a16="http://schemas.microsoft.com/office/drawing/2014/main" val="2969934284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400" b="1" dirty="0">
                          <a:effectLst/>
                          <a:latin typeface="Verdana" panose="020B0604030504040204" pitchFamily="34" charset="0"/>
                        </a:rPr>
                        <a:t>Значение</a:t>
                      </a:r>
                      <a:endParaRPr lang="ru-RU" sz="1400" dirty="0">
                        <a:effectLst/>
                        <a:latin typeface="Verdana" panose="020B0604030504040204" pitchFamily="34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400" b="1" dirty="0">
                          <a:effectLst/>
                          <a:latin typeface="Verdana" panose="020B0604030504040204" pitchFamily="34" charset="0"/>
                        </a:rPr>
                        <a:t>Представление</a:t>
                      </a:r>
                      <a:endParaRPr lang="ru-RU" sz="1400" dirty="0">
                        <a:effectLst/>
                        <a:latin typeface="Verdana" panose="020B0604030504040204" pitchFamily="34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400" b="1">
                          <a:effectLst/>
                          <a:latin typeface="Verdana" panose="020B0604030504040204" pitchFamily="34" charset="0"/>
                        </a:rPr>
                        <a:t>Пометка</a:t>
                      </a:r>
                      <a:endParaRPr lang="ru-RU" sz="1400">
                        <a:effectLst/>
                        <a:latin typeface="Verdana" panose="020B0604030504040204" pitchFamily="34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400" b="1">
                          <a:effectLst/>
                          <a:latin typeface="Verdana" panose="020B0604030504040204" pitchFamily="34" charset="0"/>
                        </a:rPr>
                        <a:t>Картинка</a:t>
                      </a:r>
                      <a:endParaRPr lang="ru-RU" sz="1400">
                        <a:effectLst/>
                        <a:latin typeface="Verdana" panose="020B0604030504040204" pitchFamily="34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351468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400" dirty="0" err="1">
                          <a:effectLst/>
                          <a:latin typeface="Verdana" panose="020B0604030504040204" pitchFamily="34" charset="0"/>
                        </a:rPr>
                        <a:t>ФизическоеЛицо</a:t>
                      </a:r>
                      <a:endParaRPr lang="ru-RU" sz="1400" dirty="0">
                        <a:effectLst/>
                        <a:latin typeface="Verdana" panose="020B0604030504040204" pitchFamily="34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400" dirty="0">
                          <a:effectLst/>
                          <a:latin typeface="Verdana" panose="020B0604030504040204" pitchFamily="34" charset="0"/>
                        </a:rPr>
                        <a:t>Физическое лицо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400">
                          <a:effectLst/>
                          <a:latin typeface="Verdana" panose="020B0604030504040204" pitchFamily="34" charset="0"/>
                        </a:rPr>
                        <a:t>Ложь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400">
                          <a:effectLst/>
                          <a:latin typeface="Verdana" panose="020B0604030504040204" pitchFamily="34" charset="0"/>
                        </a:rPr>
                        <a:t> 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83737292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400" dirty="0">
                          <a:effectLst/>
                          <a:latin typeface="Verdana" panose="020B0604030504040204" pitchFamily="34" charset="0"/>
                        </a:rPr>
                        <a:t>Подразделение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400" dirty="0">
                          <a:effectLst/>
                          <a:latin typeface="Verdana" panose="020B0604030504040204" pitchFamily="34" charset="0"/>
                        </a:rPr>
                        <a:t>Структурная единица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400">
                          <a:effectLst/>
                          <a:latin typeface="Verdana" panose="020B0604030504040204" pitchFamily="34" charset="0"/>
                        </a:rPr>
                        <a:t>Ложь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400" dirty="0">
                          <a:effectLst/>
                          <a:latin typeface="Verdana" panose="020B0604030504040204" pitchFamily="34" charset="0"/>
                        </a:rPr>
                        <a:t> 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429099756"/>
                  </a:ext>
                </a:extLst>
              </a:tr>
            </a:tbl>
          </a:graphicData>
        </a:graphic>
      </p:graphicFrame>
      <p:graphicFrame>
        <p:nvGraphicFramePr>
          <p:cNvPr id="3" name="Таблица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19021776"/>
              </p:ext>
            </p:extLst>
          </p:nvPr>
        </p:nvGraphicFramePr>
        <p:xfrm>
          <a:off x="1187624" y="1484784"/>
          <a:ext cx="6365138" cy="1259840"/>
        </p:xfrm>
        <a:graphic>
          <a:graphicData uri="http://schemas.openxmlformats.org/drawingml/2006/table">
            <a:tbl>
              <a:tblPr/>
              <a:tblGrid>
                <a:gridCol w="1778508">
                  <a:extLst>
                    <a:ext uri="{9D8B030D-6E8A-4147-A177-3AD203B41FA5}">
                      <a16:colId xmlns:a16="http://schemas.microsoft.com/office/drawing/2014/main" val="1871565350"/>
                    </a:ext>
                  </a:extLst>
                </a:gridCol>
                <a:gridCol w="2387498">
                  <a:extLst>
                    <a:ext uri="{9D8B030D-6E8A-4147-A177-3AD203B41FA5}">
                      <a16:colId xmlns:a16="http://schemas.microsoft.com/office/drawing/2014/main" val="3042495300"/>
                    </a:ext>
                  </a:extLst>
                </a:gridCol>
                <a:gridCol w="1088136">
                  <a:extLst>
                    <a:ext uri="{9D8B030D-6E8A-4147-A177-3AD203B41FA5}">
                      <a16:colId xmlns:a16="http://schemas.microsoft.com/office/drawing/2014/main" val="1159063103"/>
                    </a:ext>
                  </a:extLst>
                </a:gridCol>
                <a:gridCol w="1110996">
                  <a:extLst>
                    <a:ext uri="{9D8B030D-6E8A-4147-A177-3AD203B41FA5}">
                      <a16:colId xmlns:a16="http://schemas.microsoft.com/office/drawing/2014/main" val="2969934284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400" b="1">
                          <a:effectLst/>
                          <a:latin typeface="Verdana" panose="020B0604030504040204" pitchFamily="34" charset="0"/>
                        </a:rPr>
                        <a:t>Значение</a:t>
                      </a:r>
                      <a:endParaRPr lang="ru-RU" sz="1400">
                        <a:effectLst/>
                        <a:latin typeface="Verdana" panose="020B0604030504040204" pitchFamily="34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400" b="1">
                          <a:effectLst/>
                          <a:latin typeface="Verdana" panose="020B0604030504040204" pitchFamily="34" charset="0"/>
                        </a:rPr>
                        <a:t>Представление</a:t>
                      </a:r>
                      <a:endParaRPr lang="ru-RU" sz="1400">
                        <a:effectLst/>
                        <a:latin typeface="Verdana" panose="020B0604030504040204" pitchFamily="34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400" b="1">
                          <a:effectLst/>
                          <a:latin typeface="Verdana" panose="020B0604030504040204" pitchFamily="34" charset="0"/>
                        </a:rPr>
                        <a:t>Пометка</a:t>
                      </a:r>
                      <a:endParaRPr lang="ru-RU" sz="1400">
                        <a:effectLst/>
                        <a:latin typeface="Verdana" panose="020B0604030504040204" pitchFamily="34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400" b="1">
                          <a:effectLst/>
                          <a:latin typeface="Verdana" panose="020B0604030504040204" pitchFamily="34" charset="0"/>
                        </a:rPr>
                        <a:t>Картинка</a:t>
                      </a:r>
                      <a:endParaRPr lang="ru-RU" sz="1400">
                        <a:effectLst/>
                        <a:latin typeface="Verdana" panose="020B0604030504040204" pitchFamily="34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351468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400">
                          <a:effectLst/>
                          <a:latin typeface="Verdana" panose="020B0604030504040204" pitchFamily="34" charset="0"/>
                        </a:rPr>
                        <a:t>ФизическоеЛицо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400" dirty="0">
                          <a:effectLst/>
                          <a:latin typeface="Verdana" panose="020B0604030504040204" pitchFamily="34" charset="0"/>
                        </a:rPr>
                        <a:t>Физическое лицо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400">
                          <a:effectLst/>
                          <a:latin typeface="Verdana" panose="020B0604030504040204" pitchFamily="34" charset="0"/>
                        </a:rPr>
                        <a:t>Ложь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400">
                          <a:effectLst/>
                          <a:latin typeface="Verdana" panose="020B0604030504040204" pitchFamily="34" charset="0"/>
                        </a:rPr>
                        <a:t> 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83737292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400">
                          <a:effectLst/>
                          <a:latin typeface="Verdana" panose="020B0604030504040204" pitchFamily="34" charset="0"/>
                        </a:rPr>
                        <a:t>Подразделение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400" dirty="0">
                          <a:effectLst/>
                          <a:latin typeface="Verdana" panose="020B0604030504040204" pitchFamily="34" charset="0"/>
                        </a:rPr>
                        <a:t>Структурная единица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400">
                          <a:effectLst/>
                          <a:latin typeface="Verdana" panose="020B0604030504040204" pitchFamily="34" charset="0"/>
                        </a:rPr>
                        <a:t>Ложь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400">
                          <a:effectLst/>
                          <a:latin typeface="Verdana" panose="020B0604030504040204" pitchFamily="34" charset="0"/>
                        </a:rPr>
                        <a:t> 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42909975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400" dirty="0">
                          <a:effectLst/>
                          <a:latin typeface="Verdana" panose="020B0604030504040204" pitchFamily="34" charset="0"/>
                        </a:rPr>
                        <a:t>Должность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400" dirty="0">
                          <a:effectLst/>
                          <a:latin typeface="Verdana" panose="020B0604030504040204" pitchFamily="34" charset="0"/>
                        </a:rPr>
                        <a:t>Должность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400">
                          <a:effectLst/>
                          <a:latin typeface="Verdana" panose="020B0604030504040204" pitchFamily="34" charset="0"/>
                        </a:rPr>
                        <a:t>Ложь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400" dirty="0">
                          <a:effectLst/>
                          <a:latin typeface="Verdana" panose="020B0604030504040204" pitchFamily="34" charset="0"/>
                        </a:rPr>
                        <a:t> 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353632796"/>
                  </a:ext>
                </a:extLst>
              </a:tr>
            </a:tbl>
          </a:graphicData>
        </a:graphic>
      </p:graphicFrame>
      <p:sp>
        <p:nvSpPr>
          <p:cNvPr id="2" name="Прямоугольник 1"/>
          <p:cNvSpPr/>
          <p:nvPr/>
        </p:nvSpPr>
        <p:spPr>
          <a:xfrm>
            <a:off x="395536" y="3108049"/>
            <a:ext cx="4572000" cy="535531"/>
          </a:xfrm>
          <a:prstGeom prst="rect">
            <a:avLst/>
          </a:prstGeom>
        </p:spPr>
        <p:txBody>
          <a:bodyPr>
            <a:spAutoFit/>
          </a:bodyPr>
          <a:lstStyle/>
          <a:p>
            <a:pPr>
              <a:lnSpc>
                <a:spcPct val="80000"/>
              </a:lnSpc>
            </a:pPr>
            <a:r>
              <a:rPr lang="ru-RU" b="1" u="sng" dirty="0">
                <a:solidFill>
                  <a:schemeClr val="tx1">
                    <a:lumMod val="75000"/>
                    <a:lumOff val="25000"/>
                  </a:schemeClr>
                </a:solidFill>
                <a:latin typeface="Courier New" pitchFamily="49" charset="0"/>
              </a:rPr>
              <a:t>Создание списка значений:</a:t>
            </a:r>
          </a:p>
          <a:p>
            <a:pPr>
              <a:lnSpc>
                <a:spcPct val="80000"/>
              </a:lnSpc>
              <a:buFontTx/>
              <a:buNone/>
            </a:pPr>
            <a:endParaRPr lang="ru-RU" b="1" dirty="0">
              <a:solidFill>
                <a:schemeClr val="tx2"/>
              </a:solidFill>
              <a:latin typeface="Courier New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191496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7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9" dur="7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749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7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5" dur="75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749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8" grpId="0"/>
    </p:bldLst>
  </p:timing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Заголовок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Список значений</a:t>
            </a:r>
          </a:p>
        </p:txBody>
      </p:sp>
      <p:sp>
        <p:nvSpPr>
          <p:cNvPr id="7" name="Прямоугольник 6"/>
          <p:cNvSpPr/>
          <p:nvPr/>
        </p:nvSpPr>
        <p:spPr>
          <a:xfrm>
            <a:off x="577668" y="3645024"/>
            <a:ext cx="6939720" cy="1421928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80000"/>
              </a:lnSpc>
              <a:buFontTx/>
              <a:buNone/>
            </a:pPr>
            <a:endParaRPr lang="ru-RU" dirty="0">
              <a:solidFill>
                <a:schemeClr val="tx1">
                  <a:lumMod val="50000"/>
                  <a:lumOff val="50000"/>
                </a:schemeClr>
              </a:solidFill>
              <a:latin typeface="Courier New" pitchFamily="49" charset="0"/>
            </a:endParaRPr>
          </a:p>
          <a:p>
            <a:pPr>
              <a:lnSpc>
                <a:spcPct val="80000"/>
              </a:lnSpc>
              <a:buFontTx/>
              <a:buNone/>
            </a:pPr>
            <a:r>
              <a:rPr lang="ru-RU" b="1" dirty="0" err="1">
                <a:solidFill>
                  <a:schemeClr val="tx2"/>
                </a:solidFill>
                <a:latin typeface="Courier New" pitchFamily="49" charset="0"/>
              </a:rPr>
              <a:t>ИмяПоляФильтра</a:t>
            </a:r>
            <a:r>
              <a:rPr lang="ru-RU" dirty="0">
                <a:solidFill>
                  <a:srgbClr val="FF0000"/>
                </a:solidFill>
                <a:latin typeface="Courier New" pitchFamily="49" charset="0"/>
              </a:rPr>
              <a:t> = </a:t>
            </a:r>
            <a:r>
              <a:rPr lang="ru-RU" b="1" dirty="0" err="1">
                <a:solidFill>
                  <a:schemeClr val="tx2"/>
                </a:solidFill>
                <a:latin typeface="Courier New" pitchFamily="49" charset="0"/>
              </a:rPr>
              <a:t>ИменаПолей</a:t>
            </a:r>
            <a:r>
              <a:rPr lang="ru-RU" b="1" dirty="0">
                <a:solidFill>
                  <a:srgbClr val="FF0000"/>
                </a:solidFill>
                <a:latin typeface="Courier New" pitchFamily="49" charset="0"/>
              </a:rPr>
              <a:t>[</a:t>
            </a:r>
            <a:r>
              <a:rPr lang="ru-RU" b="1" dirty="0">
                <a:solidFill>
                  <a:schemeClr val="tx2"/>
                </a:solidFill>
                <a:latin typeface="Courier New" pitchFamily="49" charset="0"/>
              </a:rPr>
              <a:t>0</a:t>
            </a:r>
            <a:r>
              <a:rPr lang="ru-RU" b="1" dirty="0">
                <a:solidFill>
                  <a:srgbClr val="FF0000"/>
                </a:solidFill>
                <a:latin typeface="Courier New" pitchFamily="49" charset="0"/>
              </a:rPr>
              <a:t>].</a:t>
            </a:r>
            <a:r>
              <a:rPr lang="ru-RU" b="1" dirty="0">
                <a:solidFill>
                  <a:schemeClr val="tx2"/>
                </a:solidFill>
                <a:latin typeface="Courier New" pitchFamily="49" charset="0"/>
              </a:rPr>
              <a:t>Значение</a:t>
            </a:r>
            <a:r>
              <a:rPr lang="ru-RU" b="1" dirty="0">
                <a:solidFill>
                  <a:srgbClr val="FF0000"/>
                </a:solidFill>
                <a:latin typeface="Courier New" pitchFamily="49" charset="0"/>
              </a:rPr>
              <a:t>;</a:t>
            </a:r>
          </a:p>
          <a:p>
            <a:pPr>
              <a:lnSpc>
                <a:spcPct val="80000"/>
              </a:lnSpc>
              <a:buFontTx/>
              <a:buNone/>
            </a:pPr>
            <a:r>
              <a:rPr lang="ru-RU" b="1" dirty="0">
                <a:solidFill>
                  <a:srgbClr val="FF0000"/>
                </a:solidFill>
                <a:latin typeface="Courier New" pitchFamily="49" charset="0"/>
              </a:rPr>
              <a:t>				 </a:t>
            </a:r>
            <a:r>
              <a:rPr lang="ru-RU" b="1" dirty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//"</a:t>
            </a:r>
            <a:r>
              <a:rPr lang="ru-RU" b="1" dirty="0" err="1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ФизическоеЛицо</a:t>
            </a:r>
            <a:r>
              <a:rPr lang="ru-RU" b="1" dirty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"</a:t>
            </a:r>
          </a:p>
          <a:p>
            <a:pPr>
              <a:lnSpc>
                <a:spcPct val="80000"/>
              </a:lnSpc>
              <a:buFontTx/>
              <a:buNone/>
            </a:pPr>
            <a:endParaRPr lang="ru-RU" b="1" dirty="0">
              <a:solidFill>
                <a:srgbClr val="FF000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>
              <a:lnSpc>
                <a:spcPct val="80000"/>
              </a:lnSpc>
            </a:pPr>
            <a:r>
              <a:rPr lang="ru-RU" b="1" dirty="0" err="1">
                <a:solidFill>
                  <a:schemeClr val="tx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СинонимПоляФильтра</a:t>
            </a:r>
            <a:r>
              <a:rPr lang="ru-RU" b="1" dirty="0">
                <a:solidFill>
                  <a:schemeClr val="tx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= </a:t>
            </a:r>
            <a:r>
              <a:rPr lang="ru-RU" b="1" dirty="0" err="1">
                <a:solidFill>
                  <a:schemeClr val="tx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ИменаПолей</a:t>
            </a:r>
            <a:r>
              <a:rPr lang="ru-RU" b="1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[</a:t>
            </a:r>
            <a:r>
              <a:rPr lang="ru-RU" b="1" dirty="0">
                <a:solidFill>
                  <a:schemeClr val="tx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0</a:t>
            </a:r>
            <a:r>
              <a:rPr lang="ru-RU" b="1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].</a:t>
            </a:r>
            <a:r>
              <a:rPr lang="ru-RU" b="1" dirty="0">
                <a:solidFill>
                  <a:schemeClr val="tx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Представление</a:t>
            </a:r>
            <a:r>
              <a:rPr lang="ru-RU" b="1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;</a:t>
            </a:r>
          </a:p>
          <a:p>
            <a:pPr>
              <a:lnSpc>
                <a:spcPct val="80000"/>
              </a:lnSpc>
            </a:pPr>
            <a:r>
              <a:rPr lang="ru-RU" b="1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				</a:t>
            </a:r>
            <a:r>
              <a:rPr lang="ru-RU" b="1" dirty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//"Физическое лицо"</a:t>
            </a:r>
          </a:p>
        </p:txBody>
      </p:sp>
      <p:graphicFrame>
        <p:nvGraphicFramePr>
          <p:cNvPr id="3" name="Таблица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07946143"/>
              </p:ext>
            </p:extLst>
          </p:nvPr>
        </p:nvGraphicFramePr>
        <p:xfrm>
          <a:off x="1187624" y="1484784"/>
          <a:ext cx="6365138" cy="1259840"/>
        </p:xfrm>
        <a:graphic>
          <a:graphicData uri="http://schemas.openxmlformats.org/drawingml/2006/table">
            <a:tbl>
              <a:tblPr/>
              <a:tblGrid>
                <a:gridCol w="1778508">
                  <a:extLst>
                    <a:ext uri="{9D8B030D-6E8A-4147-A177-3AD203B41FA5}">
                      <a16:colId xmlns:a16="http://schemas.microsoft.com/office/drawing/2014/main" val="1871565350"/>
                    </a:ext>
                  </a:extLst>
                </a:gridCol>
                <a:gridCol w="2387498">
                  <a:extLst>
                    <a:ext uri="{9D8B030D-6E8A-4147-A177-3AD203B41FA5}">
                      <a16:colId xmlns:a16="http://schemas.microsoft.com/office/drawing/2014/main" val="3042495300"/>
                    </a:ext>
                  </a:extLst>
                </a:gridCol>
                <a:gridCol w="1088136">
                  <a:extLst>
                    <a:ext uri="{9D8B030D-6E8A-4147-A177-3AD203B41FA5}">
                      <a16:colId xmlns:a16="http://schemas.microsoft.com/office/drawing/2014/main" val="1159063103"/>
                    </a:ext>
                  </a:extLst>
                </a:gridCol>
                <a:gridCol w="1110996">
                  <a:extLst>
                    <a:ext uri="{9D8B030D-6E8A-4147-A177-3AD203B41FA5}">
                      <a16:colId xmlns:a16="http://schemas.microsoft.com/office/drawing/2014/main" val="2969934284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400" b="1">
                          <a:effectLst/>
                          <a:latin typeface="Verdana" panose="020B0604030504040204" pitchFamily="34" charset="0"/>
                        </a:rPr>
                        <a:t>Значение</a:t>
                      </a:r>
                      <a:endParaRPr lang="ru-RU" sz="1400">
                        <a:effectLst/>
                        <a:latin typeface="Verdana" panose="020B0604030504040204" pitchFamily="34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400" b="1">
                          <a:effectLst/>
                          <a:latin typeface="Verdana" panose="020B0604030504040204" pitchFamily="34" charset="0"/>
                        </a:rPr>
                        <a:t>Представление</a:t>
                      </a:r>
                      <a:endParaRPr lang="ru-RU" sz="1400">
                        <a:effectLst/>
                        <a:latin typeface="Verdana" panose="020B0604030504040204" pitchFamily="34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400" b="1">
                          <a:effectLst/>
                          <a:latin typeface="Verdana" panose="020B0604030504040204" pitchFamily="34" charset="0"/>
                        </a:rPr>
                        <a:t>Пометка</a:t>
                      </a:r>
                      <a:endParaRPr lang="ru-RU" sz="1400">
                        <a:effectLst/>
                        <a:latin typeface="Verdana" panose="020B0604030504040204" pitchFamily="34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400" b="1">
                          <a:effectLst/>
                          <a:latin typeface="Verdana" panose="020B0604030504040204" pitchFamily="34" charset="0"/>
                        </a:rPr>
                        <a:t>Картинка</a:t>
                      </a:r>
                      <a:endParaRPr lang="ru-RU" sz="1400">
                        <a:effectLst/>
                        <a:latin typeface="Verdana" panose="020B0604030504040204" pitchFamily="34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351468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400">
                          <a:effectLst/>
                          <a:latin typeface="Verdana" panose="020B0604030504040204" pitchFamily="34" charset="0"/>
                        </a:rPr>
                        <a:t>ФизическоеЛицо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400" dirty="0">
                          <a:effectLst/>
                          <a:latin typeface="Verdana" panose="020B0604030504040204" pitchFamily="34" charset="0"/>
                        </a:rPr>
                        <a:t>Физическое лицо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400">
                          <a:effectLst/>
                          <a:latin typeface="Verdana" panose="020B0604030504040204" pitchFamily="34" charset="0"/>
                        </a:rPr>
                        <a:t>Ложь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400">
                          <a:effectLst/>
                          <a:latin typeface="Verdana" panose="020B0604030504040204" pitchFamily="34" charset="0"/>
                        </a:rPr>
                        <a:t> 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83737292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400">
                          <a:effectLst/>
                          <a:latin typeface="Verdana" panose="020B0604030504040204" pitchFamily="34" charset="0"/>
                        </a:rPr>
                        <a:t>Подразделение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400" dirty="0">
                          <a:effectLst/>
                          <a:latin typeface="Verdana" panose="020B0604030504040204" pitchFamily="34" charset="0"/>
                        </a:rPr>
                        <a:t>Структурная единица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400">
                          <a:effectLst/>
                          <a:latin typeface="Verdana" panose="020B0604030504040204" pitchFamily="34" charset="0"/>
                        </a:rPr>
                        <a:t>Ложь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400">
                          <a:effectLst/>
                          <a:latin typeface="Verdana" panose="020B0604030504040204" pitchFamily="34" charset="0"/>
                        </a:rPr>
                        <a:t> 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42909975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400" dirty="0">
                          <a:effectLst/>
                          <a:latin typeface="Verdana" panose="020B0604030504040204" pitchFamily="34" charset="0"/>
                        </a:rPr>
                        <a:t>Должность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400" dirty="0">
                          <a:effectLst/>
                          <a:latin typeface="Verdana" panose="020B0604030504040204" pitchFamily="34" charset="0"/>
                        </a:rPr>
                        <a:t>Должность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400">
                          <a:effectLst/>
                          <a:latin typeface="Verdana" panose="020B0604030504040204" pitchFamily="34" charset="0"/>
                        </a:rPr>
                        <a:t>Ложь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400" dirty="0">
                          <a:effectLst/>
                          <a:latin typeface="Verdana" panose="020B0604030504040204" pitchFamily="34" charset="0"/>
                        </a:rPr>
                        <a:t> 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353632796"/>
                  </a:ext>
                </a:extLst>
              </a:tr>
            </a:tbl>
          </a:graphicData>
        </a:graphic>
      </p:graphicFrame>
      <p:sp>
        <p:nvSpPr>
          <p:cNvPr id="9" name="Прямоугольник 8"/>
          <p:cNvSpPr/>
          <p:nvPr/>
        </p:nvSpPr>
        <p:spPr>
          <a:xfrm>
            <a:off x="395536" y="3108049"/>
            <a:ext cx="4572000" cy="535531"/>
          </a:xfrm>
          <a:prstGeom prst="rect">
            <a:avLst/>
          </a:prstGeom>
        </p:spPr>
        <p:txBody>
          <a:bodyPr>
            <a:spAutoFit/>
          </a:bodyPr>
          <a:lstStyle/>
          <a:p>
            <a:pPr>
              <a:lnSpc>
                <a:spcPct val="80000"/>
              </a:lnSpc>
            </a:pPr>
            <a:r>
              <a:rPr lang="ru-RU" b="1" u="sng" dirty="0">
                <a:solidFill>
                  <a:schemeClr val="tx1">
                    <a:lumMod val="75000"/>
                    <a:lumOff val="25000"/>
                  </a:schemeClr>
                </a:solidFill>
                <a:latin typeface="Courier New" pitchFamily="49" charset="0"/>
              </a:rPr>
              <a:t>Чтение из списка значений:</a:t>
            </a:r>
          </a:p>
          <a:p>
            <a:pPr>
              <a:lnSpc>
                <a:spcPct val="80000"/>
              </a:lnSpc>
              <a:buFontTx/>
              <a:buNone/>
            </a:pPr>
            <a:endParaRPr lang="ru-RU" b="1" dirty="0">
              <a:solidFill>
                <a:schemeClr val="tx2"/>
              </a:solidFill>
              <a:latin typeface="Courier New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791964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71" name="Rectangle 3"/>
          <p:cNvSpPr>
            <a:spLocks noGrp="1" noChangeArrowheads="1"/>
          </p:cNvSpPr>
          <p:nvPr>
            <p:ph idx="1"/>
          </p:nvPr>
        </p:nvSpPr>
        <p:spPr>
          <a:xfrm>
            <a:off x="304800" y="3140968"/>
            <a:ext cx="8534400" cy="2971800"/>
          </a:xfrm>
        </p:spPr>
        <p:txBody>
          <a:bodyPr/>
          <a:lstStyle/>
          <a:p>
            <a:pPr>
              <a:lnSpc>
                <a:spcPct val="80000"/>
              </a:lnSpc>
              <a:buFontTx/>
              <a:buNone/>
            </a:pPr>
            <a:r>
              <a:rPr lang="ru-RU" sz="1600" dirty="0" err="1">
                <a:latin typeface="Courier New" pitchFamily="49" charset="0"/>
              </a:rPr>
              <a:t>ТЗЦены</a:t>
            </a:r>
            <a:r>
              <a:rPr lang="ru-RU" sz="1600" dirty="0">
                <a:latin typeface="Courier New" pitchFamily="49" charset="0"/>
              </a:rPr>
              <a:t> </a:t>
            </a:r>
            <a:r>
              <a:rPr lang="ru-RU" sz="1600" dirty="0">
                <a:solidFill>
                  <a:srgbClr val="FF0000"/>
                </a:solidFill>
                <a:latin typeface="Courier New" pitchFamily="49" charset="0"/>
              </a:rPr>
              <a:t>=</a:t>
            </a:r>
            <a:r>
              <a:rPr lang="ru-RU" sz="1600" dirty="0">
                <a:latin typeface="Courier New" pitchFamily="49" charset="0"/>
              </a:rPr>
              <a:t> </a:t>
            </a:r>
            <a:r>
              <a:rPr lang="ru-RU" sz="1600" b="1" dirty="0">
                <a:solidFill>
                  <a:srgbClr val="FF0000"/>
                </a:solidFill>
                <a:latin typeface="Courier New" pitchFamily="49" charset="0"/>
              </a:rPr>
              <a:t>Новый </a:t>
            </a:r>
            <a:r>
              <a:rPr lang="ru-RU" sz="1600" dirty="0" err="1">
                <a:solidFill>
                  <a:srgbClr val="FF0000"/>
                </a:solidFill>
                <a:latin typeface="Courier New" pitchFamily="49" charset="0"/>
              </a:rPr>
              <a:t>ТаблицаЗначений</a:t>
            </a:r>
            <a:r>
              <a:rPr lang="ru-RU" sz="1600" dirty="0">
                <a:solidFill>
                  <a:srgbClr val="FF0000"/>
                </a:solidFill>
                <a:latin typeface="Courier New" pitchFamily="49" charset="0"/>
              </a:rPr>
              <a:t>;</a:t>
            </a:r>
          </a:p>
          <a:p>
            <a:pPr>
              <a:lnSpc>
                <a:spcPct val="80000"/>
              </a:lnSpc>
              <a:buFontTx/>
              <a:buNone/>
            </a:pPr>
            <a:endParaRPr lang="ru-RU" sz="1600" dirty="0">
              <a:latin typeface="Courier New" pitchFamily="49" charset="0"/>
            </a:endParaRPr>
          </a:p>
        </p:txBody>
      </p:sp>
      <p:sp>
        <p:nvSpPr>
          <p:cNvPr id="32770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228600"/>
            <a:ext cx="8229600" cy="990600"/>
          </a:xfrm>
        </p:spPr>
        <p:txBody>
          <a:bodyPr/>
          <a:lstStyle/>
          <a:p>
            <a:r>
              <a:rPr lang="ru-RU" dirty="0">
                <a:solidFill>
                  <a:srgbClr val="FF0000"/>
                </a:solidFill>
              </a:rPr>
              <a:t>Таблица значений</a:t>
            </a:r>
          </a:p>
        </p:txBody>
      </p:sp>
    </p:spTree>
    <p:extLst>
      <p:ext uri="{BB962C8B-B14F-4D97-AF65-F5344CB8AC3E}">
        <p14:creationId xmlns:p14="http://schemas.microsoft.com/office/powerpoint/2010/main" val="314486647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77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277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2771" grpId="0" uiExpand="1" build="p"/>
    </p:bldLst>
  </p:timing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71" name="Rectangle 3"/>
          <p:cNvSpPr>
            <a:spLocks noGrp="1" noChangeArrowheads="1"/>
          </p:cNvSpPr>
          <p:nvPr>
            <p:ph idx="1"/>
          </p:nvPr>
        </p:nvSpPr>
        <p:spPr>
          <a:xfrm>
            <a:off x="304800" y="3140968"/>
            <a:ext cx="8534400" cy="2971800"/>
          </a:xfrm>
        </p:spPr>
        <p:txBody>
          <a:bodyPr/>
          <a:lstStyle/>
          <a:p>
            <a:pPr>
              <a:lnSpc>
                <a:spcPct val="80000"/>
              </a:lnSpc>
              <a:buFontTx/>
              <a:buNone/>
            </a:pPr>
            <a:r>
              <a:rPr lang="ru-RU" sz="1600" dirty="0" err="1">
                <a:latin typeface="Courier New" pitchFamily="49" charset="0"/>
              </a:rPr>
              <a:t>ТЗЦены</a:t>
            </a:r>
            <a:r>
              <a:rPr lang="ru-RU" sz="1600" dirty="0">
                <a:latin typeface="Courier New" pitchFamily="49" charset="0"/>
              </a:rPr>
              <a:t> </a:t>
            </a:r>
            <a:r>
              <a:rPr lang="ru-RU" sz="1600" dirty="0">
                <a:solidFill>
                  <a:srgbClr val="FF0000"/>
                </a:solidFill>
                <a:latin typeface="Courier New" pitchFamily="49" charset="0"/>
              </a:rPr>
              <a:t>=</a:t>
            </a:r>
            <a:r>
              <a:rPr lang="ru-RU" sz="1600" dirty="0">
                <a:latin typeface="Courier New" pitchFamily="49" charset="0"/>
              </a:rPr>
              <a:t> </a:t>
            </a:r>
            <a:r>
              <a:rPr lang="ru-RU" sz="1600" b="1" dirty="0">
                <a:solidFill>
                  <a:srgbClr val="FF0000"/>
                </a:solidFill>
                <a:latin typeface="Courier New" pitchFamily="49" charset="0"/>
              </a:rPr>
              <a:t>Новый </a:t>
            </a:r>
            <a:r>
              <a:rPr lang="ru-RU" sz="1600" dirty="0" err="1">
                <a:solidFill>
                  <a:srgbClr val="FF0000"/>
                </a:solidFill>
                <a:latin typeface="Courier New" pitchFamily="49" charset="0"/>
              </a:rPr>
              <a:t>ТаблицаЗначений</a:t>
            </a:r>
            <a:r>
              <a:rPr lang="ru-RU" sz="1600" dirty="0">
                <a:solidFill>
                  <a:srgbClr val="FF0000"/>
                </a:solidFill>
                <a:latin typeface="Courier New" pitchFamily="49" charset="0"/>
              </a:rPr>
              <a:t>;</a:t>
            </a:r>
          </a:p>
          <a:p>
            <a:pPr>
              <a:lnSpc>
                <a:spcPct val="80000"/>
              </a:lnSpc>
              <a:buFontTx/>
              <a:buNone/>
            </a:pPr>
            <a:endParaRPr lang="ru-RU" sz="1600" dirty="0">
              <a:latin typeface="Courier New" pitchFamily="49" charset="0"/>
            </a:endParaRPr>
          </a:p>
          <a:p>
            <a:pPr>
              <a:lnSpc>
                <a:spcPct val="80000"/>
              </a:lnSpc>
              <a:buFontTx/>
              <a:buNone/>
            </a:pPr>
            <a:r>
              <a:rPr lang="ru-RU" sz="1600" dirty="0" err="1">
                <a:latin typeface="Courier New" pitchFamily="49" charset="0"/>
              </a:rPr>
              <a:t>ТЗЦены</a:t>
            </a:r>
            <a:r>
              <a:rPr lang="ru-RU" sz="1600" dirty="0" err="1">
                <a:solidFill>
                  <a:srgbClr val="FF0000"/>
                </a:solidFill>
                <a:latin typeface="Courier New" pitchFamily="49" charset="0"/>
              </a:rPr>
              <a:t>.</a:t>
            </a:r>
            <a:r>
              <a:rPr lang="ru-RU" sz="1600" dirty="0" err="1">
                <a:latin typeface="Courier New" pitchFamily="49" charset="0"/>
              </a:rPr>
              <a:t>Колонки</a:t>
            </a:r>
            <a:r>
              <a:rPr lang="ru-RU" sz="1600" dirty="0" err="1">
                <a:solidFill>
                  <a:srgbClr val="FF0000"/>
                </a:solidFill>
                <a:latin typeface="Courier New" pitchFamily="49" charset="0"/>
              </a:rPr>
              <a:t>.</a:t>
            </a:r>
            <a:r>
              <a:rPr lang="ru-RU" sz="1600" dirty="0" err="1">
                <a:latin typeface="Courier New" pitchFamily="49" charset="0"/>
              </a:rPr>
              <a:t>Добавить</a:t>
            </a:r>
            <a:r>
              <a:rPr lang="ru-RU" sz="1600" dirty="0">
                <a:solidFill>
                  <a:srgbClr val="FF0000"/>
                </a:solidFill>
                <a:latin typeface="Courier New" pitchFamily="49" charset="0"/>
              </a:rPr>
              <a:t>(</a:t>
            </a:r>
            <a:r>
              <a:rPr lang="ru-RU" sz="1600" dirty="0">
                <a:solidFill>
                  <a:schemeClr val="tx1"/>
                </a:solidFill>
                <a:latin typeface="Courier New" pitchFamily="49" charset="0"/>
              </a:rPr>
              <a:t>"</a:t>
            </a:r>
            <a:r>
              <a:rPr lang="ru-RU" sz="1600" dirty="0" err="1">
                <a:solidFill>
                  <a:schemeClr val="tx1"/>
                </a:solidFill>
                <a:latin typeface="Courier New" pitchFamily="49" charset="0"/>
              </a:rPr>
              <a:t>ИмяФайла</a:t>
            </a:r>
            <a:r>
              <a:rPr lang="ru-RU" sz="1600" dirty="0">
                <a:solidFill>
                  <a:schemeClr val="tx1"/>
                </a:solidFill>
                <a:latin typeface="Courier New" pitchFamily="49" charset="0"/>
              </a:rPr>
              <a:t>"</a:t>
            </a:r>
            <a:r>
              <a:rPr lang="ru-RU" sz="1600" dirty="0">
                <a:solidFill>
                  <a:srgbClr val="FF0000"/>
                </a:solidFill>
                <a:latin typeface="Courier New" pitchFamily="49" charset="0"/>
              </a:rPr>
              <a:t>);</a:t>
            </a:r>
          </a:p>
        </p:txBody>
      </p:sp>
      <p:sp>
        <p:nvSpPr>
          <p:cNvPr id="32770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228600"/>
            <a:ext cx="8229600" cy="990600"/>
          </a:xfrm>
        </p:spPr>
        <p:txBody>
          <a:bodyPr/>
          <a:lstStyle/>
          <a:p>
            <a:r>
              <a:rPr lang="ru-RU" dirty="0">
                <a:solidFill>
                  <a:srgbClr val="FF0000"/>
                </a:solidFill>
              </a:rPr>
              <a:t>Таблица значений</a:t>
            </a:r>
          </a:p>
        </p:txBody>
      </p:sp>
      <p:graphicFrame>
        <p:nvGraphicFramePr>
          <p:cNvPr id="6" name="Group 282"/>
          <p:cNvGraphicFramePr>
            <a:graphicFrameLocks noGrp="1"/>
          </p:cNvGraphicFramePr>
          <p:nvPr/>
        </p:nvGraphicFramePr>
        <p:xfrm>
          <a:off x="783158" y="1124744"/>
          <a:ext cx="2925762" cy="431800"/>
        </p:xfrm>
        <a:graphic>
          <a:graphicData uri="http://schemas.openxmlformats.org/drawingml/2006/table">
            <a:tbl>
              <a:tblPr/>
              <a:tblGrid>
                <a:gridCol w="292576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4318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u-RU" sz="1400" b="1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ИмяФайла</a:t>
                      </a:r>
                      <a:endParaRPr kumimoji="0" lang="ru-RU" sz="1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anchor="ctr" horzOverflow="overflow">
                    <a:lnL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0C0C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68313827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71" name="Rectangle 3"/>
          <p:cNvSpPr>
            <a:spLocks noGrp="1" noChangeArrowheads="1"/>
          </p:cNvSpPr>
          <p:nvPr>
            <p:ph idx="1"/>
          </p:nvPr>
        </p:nvSpPr>
        <p:spPr>
          <a:xfrm>
            <a:off x="304800" y="3140968"/>
            <a:ext cx="8534400" cy="2971800"/>
          </a:xfrm>
        </p:spPr>
        <p:txBody>
          <a:bodyPr/>
          <a:lstStyle/>
          <a:p>
            <a:pPr>
              <a:lnSpc>
                <a:spcPct val="80000"/>
              </a:lnSpc>
              <a:buFontTx/>
              <a:buNone/>
            </a:pPr>
            <a:r>
              <a:rPr lang="ru-RU" sz="1600" dirty="0" err="1">
                <a:latin typeface="Courier New" pitchFamily="49" charset="0"/>
              </a:rPr>
              <a:t>ТЗЦены</a:t>
            </a:r>
            <a:r>
              <a:rPr lang="ru-RU" sz="1600" dirty="0">
                <a:latin typeface="Courier New" pitchFamily="49" charset="0"/>
              </a:rPr>
              <a:t> </a:t>
            </a:r>
            <a:r>
              <a:rPr lang="ru-RU" sz="1600" dirty="0">
                <a:solidFill>
                  <a:srgbClr val="FF0000"/>
                </a:solidFill>
                <a:latin typeface="Courier New" pitchFamily="49" charset="0"/>
              </a:rPr>
              <a:t>=</a:t>
            </a:r>
            <a:r>
              <a:rPr lang="ru-RU" sz="1600" dirty="0">
                <a:latin typeface="Courier New" pitchFamily="49" charset="0"/>
              </a:rPr>
              <a:t> </a:t>
            </a:r>
            <a:r>
              <a:rPr lang="ru-RU" sz="1600" b="1" dirty="0">
                <a:solidFill>
                  <a:srgbClr val="FF0000"/>
                </a:solidFill>
                <a:latin typeface="Courier New" pitchFamily="49" charset="0"/>
              </a:rPr>
              <a:t>Новый </a:t>
            </a:r>
            <a:r>
              <a:rPr lang="ru-RU" sz="1600" dirty="0" err="1">
                <a:solidFill>
                  <a:srgbClr val="FF0000"/>
                </a:solidFill>
                <a:latin typeface="Courier New" pitchFamily="49" charset="0"/>
              </a:rPr>
              <a:t>ТаблицаЗначений</a:t>
            </a:r>
            <a:r>
              <a:rPr lang="ru-RU" sz="1600" dirty="0">
                <a:solidFill>
                  <a:srgbClr val="FF0000"/>
                </a:solidFill>
                <a:latin typeface="Courier New" pitchFamily="49" charset="0"/>
              </a:rPr>
              <a:t>;</a:t>
            </a:r>
          </a:p>
          <a:p>
            <a:pPr>
              <a:lnSpc>
                <a:spcPct val="80000"/>
              </a:lnSpc>
              <a:buFontTx/>
              <a:buNone/>
            </a:pPr>
            <a:endParaRPr lang="ru-RU" sz="1600" dirty="0">
              <a:latin typeface="Courier New" pitchFamily="49" charset="0"/>
            </a:endParaRPr>
          </a:p>
          <a:p>
            <a:pPr>
              <a:lnSpc>
                <a:spcPct val="80000"/>
              </a:lnSpc>
              <a:buFontTx/>
              <a:buNone/>
            </a:pPr>
            <a:r>
              <a:rPr lang="ru-RU" sz="1600" dirty="0" err="1">
                <a:latin typeface="Courier New" pitchFamily="49" charset="0"/>
              </a:rPr>
              <a:t>ТЗЦены</a:t>
            </a:r>
            <a:r>
              <a:rPr lang="ru-RU" sz="1600" dirty="0" err="1">
                <a:solidFill>
                  <a:srgbClr val="FF0000"/>
                </a:solidFill>
                <a:latin typeface="Courier New" pitchFamily="49" charset="0"/>
              </a:rPr>
              <a:t>.</a:t>
            </a:r>
            <a:r>
              <a:rPr lang="ru-RU" sz="1600" dirty="0" err="1">
                <a:latin typeface="Courier New" pitchFamily="49" charset="0"/>
              </a:rPr>
              <a:t>Колонки</a:t>
            </a:r>
            <a:r>
              <a:rPr lang="ru-RU" sz="1600" dirty="0" err="1">
                <a:solidFill>
                  <a:srgbClr val="FF0000"/>
                </a:solidFill>
                <a:latin typeface="Courier New" pitchFamily="49" charset="0"/>
              </a:rPr>
              <a:t>.</a:t>
            </a:r>
            <a:r>
              <a:rPr lang="ru-RU" sz="1600" dirty="0" err="1">
                <a:latin typeface="Courier New" pitchFamily="49" charset="0"/>
              </a:rPr>
              <a:t>Добавить</a:t>
            </a:r>
            <a:r>
              <a:rPr lang="ru-RU" sz="1600" dirty="0">
                <a:solidFill>
                  <a:srgbClr val="FF0000"/>
                </a:solidFill>
                <a:latin typeface="Courier New" pitchFamily="49" charset="0"/>
              </a:rPr>
              <a:t>(</a:t>
            </a:r>
            <a:r>
              <a:rPr lang="ru-RU" sz="1600" dirty="0">
                <a:solidFill>
                  <a:schemeClr val="tx1"/>
                </a:solidFill>
                <a:latin typeface="Courier New" pitchFamily="49" charset="0"/>
              </a:rPr>
              <a:t>"</a:t>
            </a:r>
            <a:r>
              <a:rPr lang="ru-RU" sz="1600" dirty="0" err="1">
                <a:solidFill>
                  <a:schemeClr val="tx1"/>
                </a:solidFill>
                <a:latin typeface="Courier New" pitchFamily="49" charset="0"/>
              </a:rPr>
              <a:t>ИмяФайла</a:t>
            </a:r>
            <a:r>
              <a:rPr lang="ru-RU" sz="1600" dirty="0">
                <a:solidFill>
                  <a:schemeClr val="tx1"/>
                </a:solidFill>
                <a:latin typeface="Courier New" pitchFamily="49" charset="0"/>
              </a:rPr>
              <a:t>"</a:t>
            </a:r>
            <a:r>
              <a:rPr lang="ru-RU" sz="1600" dirty="0">
                <a:solidFill>
                  <a:srgbClr val="FF0000"/>
                </a:solidFill>
                <a:latin typeface="Courier New" pitchFamily="49" charset="0"/>
              </a:rPr>
              <a:t>);</a:t>
            </a:r>
          </a:p>
          <a:p>
            <a:pPr>
              <a:lnSpc>
                <a:spcPct val="80000"/>
              </a:lnSpc>
              <a:buFontTx/>
              <a:buNone/>
            </a:pPr>
            <a:r>
              <a:rPr lang="ru-RU" sz="1600" dirty="0" err="1">
                <a:latin typeface="Courier New" pitchFamily="49" charset="0"/>
              </a:rPr>
              <a:t>ТЗЦены</a:t>
            </a:r>
            <a:r>
              <a:rPr lang="ru-RU" sz="1600" dirty="0" err="1">
                <a:solidFill>
                  <a:srgbClr val="FF0000"/>
                </a:solidFill>
                <a:latin typeface="Courier New" pitchFamily="49" charset="0"/>
              </a:rPr>
              <a:t>.</a:t>
            </a:r>
            <a:r>
              <a:rPr lang="ru-RU" sz="1600" dirty="0" err="1">
                <a:latin typeface="Courier New" pitchFamily="49" charset="0"/>
              </a:rPr>
              <a:t>Колонки</a:t>
            </a:r>
            <a:r>
              <a:rPr lang="ru-RU" sz="1600" dirty="0" err="1">
                <a:solidFill>
                  <a:srgbClr val="FF0000"/>
                </a:solidFill>
                <a:latin typeface="Courier New" pitchFamily="49" charset="0"/>
              </a:rPr>
              <a:t>.</a:t>
            </a:r>
            <a:r>
              <a:rPr lang="ru-RU" sz="1600" dirty="0" err="1">
                <a:latin typeface="Courier New" pitchFamily="49" charset="0"/>
              </a:rPr>
              <a:t>Добавить</a:t>
            </a:r>
            <a:r>
              <a:rPr lang="ru-RU" sz="1600" dirty="0">
                <a:solidFill>
                  <a:srgbClr val="FF0000"/>
                </a:solidFill>
                <a:latin typeface="Courier New" pitchFamily="49" charset="0"/>
              </a:rPr>
              <a:t>(</a:t>
            </a:r>
            <a:r>
              <a:rPr lang="ru-RU" sz="1600" dirty="0">
                <a:solidFill>
                  <a:schemeClr val="tx1"/>
                </a:solidFill>
                <a:latin typeface="Courier New" pitchFamily="49" charset="0"/>
              </a:rPr>
              <a:t>"</a:t>
            </a:r>
            <a:r>
              <a:rPr lang="ru-RU" sz="1600" dirty="0" err="1">
                <a:solidFill>
                  <a:schemeClr val="tx1"/>
                </a:solidFill>
                <a:latin typeface="Courier New" pitchFamily="49" charset="0"/>
              </a:rPr>
              <a:t>КоличествоСтрок</a:t>
            </a:r>
            <a:r>
              <a:rPr lang="ru-RU" sz="1600" dirty="0">
                <a:solidFill>
                  <a:schemeClr val="tx1"/>
                </a:solidFill>
                <a:latin typeface="Courier New" pitchFamily="49" charset="0"/>
              </a:rPr>
              <a:t>"</a:t>
            </a:r>
            <a:r>
              <a:rPr lang="ru-RU" sz="1600" dirty="0">
                <a:solidFill>
                  <a:srgbClr val="FF0000"/>
                </a:solidFill>
                <a:latin typeface="Courier New" pitchFamily="49" charset="0"/>
              </a:rPr>
              <a:t>);</a:t>
            </a:r>
          </a:p>
        </p:txBody>
      </p:sp>
      <p:sp>
        <p:nvSpPr>
          <p:cNvPr id="32770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228600"/>
            <a:ext cx="8229600" cy="990600"/>
          </a:xfrm>
        </p:spPr>
        <p:txBody>
          <a:bodyPr/>
          <a:lstStyle/>
          <a:p>
            <a:r>
              <a:rPr lang="ru-RU" dirty="0">
                <a:solidFill>
                  <a:srgbClr val="FF0000"/>
                </a:solidFill>
              </a:rPr>
              <a:t>Таблица значений</a:t>
            </a:r>
          </a:p>
        </p:txBody>
      </p:sp>
      <p:graphicFrame>
        <p:nvGraphicFramePr>
          <p:cNvPr id="6" name="Group 282"/>
          <p:cNvGraphicFramePr>
            <a:graphicFrameLocks noGrp="1"/>
          </p:cNvGraphicFramePr>
          <p:nvPr/>
        </p:nvGraphicFramePr>
        <p:xfrm>
          <a:off x="783158" y="1124744"/>
          <a:ext cx="2925762" cy="431800"/>
        </p:xfrm>
        <a:graphic>
          <a:graphicData uri="http://schemas.openxmlformats.org/drawingml/2006/table">
            <a:tbl>
              <a:tblPr/>
              <a:tblGrid>
                <a:gridCol w="292576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4318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u-RU" sz="1400" b="1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ИмяФайла</a:t>
                      </a:r>
                      <a:endParaRPr kumimoji="0" lang="ru-RU" sz="1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anchor="ctr" horzOverflow="overflow">
                    <a:lnL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0C0C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7" name="Group 282"/>
          <p:cNvGraphicFramePr>
            <a:graphicFrameLocks noGrp="1"/>
          </p:cNvGraphicFramePr>
          <p:nvPr/>
        </p:nvGraphicFramePr>
        <p:xfrm>
          <a:off x="783158" y="1124744"/>
          <a:ext cx="4868862" cy="431800"/>
        </p:xfrm>
        <a:graphic>
          <a:graphicData uri="http://schemas.openxmlformats.org/drawingml/2006/table">
            <a:tbl>
              <a:tblPr/>
              <a:tblGrid>
                <a:gridCol w="292576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9431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318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u-RU" sz="1400" b="1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ИмяФайла</a:t>
                      </a:r>
                      <a:endParaRPr kumimoji="0" lang="ru-RU" sz="1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anchor="ctr" horzOverflow="overflow">
                    <a:lnL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0C0C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u-RU" sz="1400" b="1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КоличествоСтрок</a:t>
                      </a:r>
                      <a:endParaRPr kumimoji="0" lang="ru-RU" sz="1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0C0C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52617997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71" name="Rectangle 3"/>
          <p:cNvSpPr>
            <a:spLocks noGrp="1" noChangeArrowheads="1"/>
          </p:cNvSpPr>
          <p:nvPr>
            <p:ph idx="1"/>
          </p:nvPr>
        </p:nvSpPr>
        <p:spPr>
          <a:xfrm>
            <a:off x="304800" y="3140968"/>
            <a:ext cx="8534400" cy="2971800"/>
          </a:xfrm>
        </p:spPr>
        <p:txBody>
          <a:bodyPr/>
          <a:lstStyle/>
          <a:p>
            <a:pPr>
              <a:lnSpc>
                <a:spcPct val="80000"/>
              </a:lnSpc>
              <a:buFontTx/>
              <a:buNone/>
            </a:pPr>
            <a:r>
              <a:rPr lang="ru-RU" sz="1600" dirty="0" err="1">
                <a:latin typeface="Courier New" pitchFamily="49" charset="0"/>
              </a:rPr>
              <a:t>ТЗЦены</a:t>
            </a:r>
            <a:r>
              <a:rPr lang="ru-RU" sz="1600" dirty="0">
                <a:latin typeface="Courier New" pitchFamily="49" charset="0"/>
              </a:rPr>
              <a:t> </a:t>
            </a:r>
            <a:r>
              <a:rPr lang="ru-RU" sz="1600" dirty="0">
                <a:solidFill>
                  <a:srgbClr val="FF0000"/>
                </a:solidFill>
                <a:latin typeface="Courier New" pitchFamily="49" charset="0"/>
              </a:rPr>
              <a:t>=</a:t>
            </a:r>
            <a:r>
              <a:rPr lang="ru-RU" sz="1600" dirty="0">
                <a:latin typeface="Courier New" pitchFamily="49" charset="0"/>
              </a:rPr>
              <a:t> </a:t>
            </a:r>
            <a:r>
              <a:rPr lang="ru-RU" sz="1600" b="1" dirty="0">
                <a:solidFill>
                  <a:srgbClr val="FF0000"/>
                </a:solidFill>
                <a:latin typeface="Courier New" pitchFamily="49" charset="0"/>
              </a:rPr>
              <a:t>Новый </a:t>
            </a:r>
            <a:r>
              <a:rPr lang="ru-RU" sz="1600" dirty="0" err="1">
                <a:solidFill>
                  <a:srgbClr val="FF0000"/>
                </a:solidFill>
                <a:latin typeface="Courier New" pitchFamily="49" charset="0"/>
              </a:rPr>
              <a:t>ТаблицаЗначений</a:t>
            </a:r>
            <a:r>
              <a:rPr lang="ru-RU" sz="1600" dirty="0">
                <a:solidFill>
                  <a:srgbClr val="FF0000"/>
                </a:solidFill>
                <a:latin typeface="Courier New" pitchFamily="49" charset="0"/>
              </a:rPr>
              <a:t>;</a:t>
            </a:r>
          </a:p>
          <a:p>
            <a:pPr>
              <a:lnSpc>
                <a:spcPct val="80000"/>
              </a:lnSpc>
              <a:buFontTx/>
              <a:buNone/>
            </a:pPr>
            <a:endParaRPr lang="ru-RU" sz="1600" dirty="0">
              <a:latin typeface="Courier New" pitchFamily="49" charset="0"/>
            </a:endParaRPr>
          </a:p>
          <a:p>
            <a:pPr>
              <a:lnSpc>
                <a:spcPct val="80000"/>
              </a:lnSpc>
              <a:buFontTx/>
              <a:buNone/>
            </a:pPr>
            <a:r>
              <a:rPr lang="ru-RU" sz="1600" dirty="0" err="1">
                <a:latin typeface="Courier New" pitchFamily="49" charset="0"/>
              </a:rPr>
              <a:t>ТЗЦены</a:t>
            </a:r>
            <a:r>
              <a:rPr lang="ru-RU" sz="1600" dirty="0" err="1">
                <a:solidFill>
                  <a:srgbClr val="FF0000"/>
                </a:solidFill>
                <a:latin typeface="Courier New" pitchFamily="49" charset="0"/>
              </a:rPr>
              <a:t>.</a:t>
            </a:r>
            <a:r>
              <a:rPr lang="ru-RU" sz="1600" dirty="0" err="1">
                <a:latin typeface="Courier New" pitchFamily="49" charset="0"/>
              </a:rPr>
              <a:t>Колонки</a:t>
            </a:r>
            <a:r>
              <a:rPr lang="ru-RU" sz="1600" dirty="0" err="1">
                <a:solidFill>
                  <a:srgbClr val="FF0000"/>
                </a:solidFill>
                <a:latin typeface="Courier New" pitchFamily="49" charset="0"/>
              </a:rPr>
              <a:t>.</a:t>
            </a:r>
            <a:r>
              <a:rPr lang="ru-RU" sz="1600" dirty="0" err="1">
                <a:latin typeface="Courier New" pitchFamily="49" charset="0"/>
              </a:rPr>
              <a:t>Добавить</a:t>
            </a:r>
            <a:r>
              <a:rPr lang="ru-RU" sz="1600" dirty="0">
                <a:solidFill>
                  <a:srgbClr val="FF0000"/>
                </a:solidFill>
                <a:latin typeface="Courier New" pitchFamily="49" charset="0"/>
              </a:rPr>
              <a:t>(</a:t>
            </a:r>
            <a:r>
              <a:rPr lang="ru-RU" sz="1600" dirty="0">
                <a:solidFill>
                  <a:schemeClr val="tx1"/>
                </a:solidFill>
                <a:latin typeface="Courier New" pitchFamily="49" charset="0"/>
              </a:rPr>
              <a:t>"</a:t>
            </a:r>
            <a:r>
              <a:rPr lang="ru-RU" sz="1600" dirty="0" err="1">
                <a:solidFill>
                  <a:schemeClr val="tx1"/>
                </a:solidFill>
                <a:latin typeface="Courier New" pitchFamily="49" charset="0"/>
              </a:rPr>
              <a:t>ИмяФайла</a:t>
            </a:r>
            <a:r>
              <a:rPr lang="ru-RU" sz="1600" dirty="0">
                <a:solidFill>
                  <a:schemeClr val="tx1"/>
                </a:solidFill>
                <a:latin typeface="Courier New" pitchFamily="49" charset="0"/>
              </a:rPr>
              <a:t>"</a:t>
            </a:r>
            <a:r>
              <a:rPr lang="ru-RU" sz="1600" dirty="0">
                <a:solidFill>
                  <a:srgbClr val="FF0000"/>
                </a:solidFill>
                <a:latin typeface="Courier New" pitchFamily="49" charset="0"/>
              </a:rPr>
              <a:t>);</a:t>
            </a:r>
          </a:p>
          <a:p>
            <a:pPr>
              <a:lnSpc>
                <a:spcPct val="80000"/>
              </a:lnSpc>
              <a:buFontTx/>
              <a:buNone/>
            </a:pPr>
            <a:r>
              <a:rPr lang="ru-RU" sz="1600" dirty="0" err="1">
                <a:latin typeface="Courier New" pitchFamily="49" charset="0"/>
              </a:rPr>
              <a:t>ТЗЦены</a:t>
            </a:r>
            <a:r>
              <a:rPr lang="ru-RU" sz="1600" dirty="0" err="1">
                <a:solidFill>
                  <a:srgbClr val="FF0000"/>
                </a:solidFill>
                <a:latin typeface="Courier New" pitchFamily="49" charset="0"/>
              </a:rPr>
              <a:t>.</a:t>
            </a:r>
            <a:r>
              <a:rPr lang="ru-RU" sz="1600" dirty="0" err="1">
                <a:latin typeface="Courier New" pitchFamily="49" charset="0"/>
              </a:rPr>
              <a:t>Колонки</a:t>
            </a:r>
            <a:r>
              <a:rPr lang="ru-RU" sz="1600" dirty="0" err="1">
                <a:solidFill>
                  <a:srgbClr val="FF0000"/>
                </a:solidFill>
                <a:latin typeface="Courier New" pitchFamily="49" charset="0"/>
              </a:rPr>
              <a:t>.</a:t>
            </a:r>
            <a:r>
              <a:rPr lang="ru-RU" sz="1600" dirty="0" err="1">
                <a:latin typeface="Courier New" pitchFamily="49" charset="0"/>
              </a:rPr>
              <a:t>Добавить</a:t>
            </a:r>
            <a:r>
              <a:rPr lang="ru-RU" sz="1600" dirty="0">
                <a:solidFill>
                  <a:srgbClr val="FF0000"/>
                </a:solidFill>
                <a:latin typeface="Courier New" pitchFamily="49" charset="0"/>
              </a:rPr>
              <a:t>(</a:t>
            </a:r>
            <a:r>
              <a:rPr lang="ru-RU" sz="1600" dirty="0">
                <a:solidFill>
                  <a:schemeClr val="tx1"/>
                </a:solidFill>
                <a:latin typeface="Courier New" pitchFamily="49" charset="0"/>
              </a:rPr>
              <a:t>"</a:t>
            </a:r>
            <a:r>
              <a:rPr lang="ru-RU" sz="1600" dirty="0" err="1">
                <a:solidFill>
                  <a:schemeClr val="tx1"/>
                </a:solidFill>
                <a:latin typeface="Courier New" pitchFamily="49" charset="0"/>
              </a:rPr>
              <a:t>КоличествоСтрок</a:t>
            </a:r>
            <a:r>
              <a:rPr lang="ru-RU" sz="1600" dirty="0">
                <a:solidFill>
                  <a:schemeClr val="tx1"/>
                </a:solidFill>
                <a:latin typeface="Courier New" pitchFamily="49" charset="0"/>
              </a:rPr>
              <a:t>"</a:t>
            </a:r>
            <a:r>
              <a:rPr lang="ru-RU" sz="1600" dirty="0">
                <a:solidFill>
                  <a:srgbClr val="FF0000"/>
                </a:solidFill>
                <a:latin typeface="Courier New" pitchFamily="49" charset="0"/>
              </a:rPr>
              <a:t>);</a:t>
            </a:r>
          </a:p>
          <a:p>
            <a:pPr>
              <a:lnSpc>
                <a:spcPct val="80000"/>
              </a:lnSpc>
              <a:buFontTx/>
              <a:buNone/>
            </a:pPr>
            <a:r>
              <a:rPr lang="ru-RU" sz="1600" dirty="0" err="1">
                <a:latin typeface="Courier New" pitchFamily="49" charset="0"/>
              </a:rPr>
              <a:t>ТЗЦены</a:t>
            </a:r>
            <a:r>
              <a:rPr lang="ru-RU" sz="1600" dirty="0" err="1">
                <a:solidFill>
                  <a:srgbClr val="FF0000"/>
                </a:solidFill>
                <a:latin typeface="Courier New" pitchFamily="49" charset="0"/>
              </a:rPr>
              <a:t>.</a:t>
            </a:r>
            <a:r>
              <a:rPr lang="ru-RU" sz="1600" dirty="0" err="1">
                <a:latin typeface="Courier New" pitchFamily="49" charset="0"/>
              </a:rPr>
              <a:t>Колонки</a:t>
            </a:r>
            <a:r>
              <a:rPr lang="ru-RU" sz="1600" dirty="0" err="1">
                <a:solidFill>
                  <a:srgbClr val="FF0000"/>
                </a:solidFill>
                <a:latin typeface="Courier New" pitchFamily="49" charset="0"/>
              </a:rPr>
              <a:t>.</a:t>
            </a:r>
            <a:r>
              <a:rPr lang="ru-RU" sz="1600" dirty="0" err="1">
                <a:latin typeface="Courier New" pitchFamily="49" charset="0"/>
              </a:rPr>
              <a:t>Добавить</a:t>
            </a:r>
            <a:r>
              <a:rPr lang="ru-RU" sz="1600" dirty="0">
                <a:solidFill>
                  <a:srgbClr val="FF0000"/>
                </a:solidFill>
                <a:latin typeface="Courier New" pitchFamily="49" charset="0"/>
              </a:rPr>
              <a:t>(</a:t>
            </a:r>
            <a:r>
              <a:rPr lang="ru-RU" sz="1600" dirty="0">
                <a:solidFill>
                  <a:schemeClr val="tx1"/>
                </a:solidFill>
                <a:latin typeface="Courier New" pitchFamily="49" charset="0"/>
              </a:rPr>
              <a:t>"</a:t>
            </a:r>
            <a:r>
              <a:rPr lang="ru-RU" sz="1600" dirty="0" err="1">
                <a:solidFill>
                  <a:schemeClr val="tx1"/>
                </a:solidFill>
                <a:latin typeface="Courier New" pitchFamily="49" charset="0"/>
              </a:rPr>
              <a:t>ГруппаТоваров</a:t>
            </a:r>
            <a:r>
              <a:rPr lang="ru-RU" sz="1600" dirty="0">
                <a:solidFill>
                  <a:schemeClr val="tx1"/>
                </a:solidFill>
                <a:latin typeface="Courier New" pitchFamily="49" charset="0"/>
              </a:rPr>
              <a:t>"</a:t>
            </a:r>
            <a:r>
              <a:rPr lang="ru-RU" sz="1600" dirty="0">
                <a:solidFill>
                  <a:srgbClr val="FF0000"/>
                </a:solidFill>
                <a:latin typeface="Courier New" pitchFamily="49" charset="0"/>
              </a:rPr>
              <a:t>);</a:t>
            </a:r>
          </a:p>
          <a:p>
            <a:pPr>
              <a:lnSpc>
                <a:spcPct val="80000"/>
              </a:lnSpc>
              <a:buFontTx/>
              <a:buNone/>
            </a:pPr>
            <a:endParaRPr lang="ru-RU" sz="1600" dirty="0">
              <a:latin typeface="Courier New" pitchFamily="49" charset="0"/>
            </a:endParaRPr>
          </a:p>
        </p:txBody>
      </p:sp>
      <p:sp>
        <p:nvSpPr>
          <p:cNvPr id="32770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228600"/>
            <a:ext cx="8229600" cy="990600"/>
          </a:xfrm>
        </p:spPr>
        <p:txBody>
          <a:bodyPr/>
          <a:lstStyle/>
          <a:p>
            <a:r>
              <a:rPr lang="ru-RU" dirty="0">
                <a:solidFill>
                  <a:srgbClr val="FF0000"/>
                </a:solidFill>
              </a:rPr>
              <a:t>Таблица значений</a:t>
            </a:r>
          </a:p>
        </p:txBody>
      </p:sp>
      <p:graphicFrame>
        <p:nvGraphicFramePr>
          <p:cNvPr id="6" name="Group 282"/>
          <p:cNvGraphicFramePr>
            <a:graphicFrameLocks noGrp="1"/>
          </p:cNvGraphicFramePr>
          <p:nvPr/>
        </p:nvGraphicFramePr>
        <p:xfrm>
          <a:off x="783158" y="1124744"/>
          <a:ext cx="2925762" cy="431800"/>
        </p:xfrm>
        <a:graphic>
          <a:graphicData uri="http://schemas.openxmlformats.org/drawingml/2006/table">
            <a:tbl>
              <a:tblPr/>
              <a:tblGrid>
                <a:gridCol w="292576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4318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u-RU" sz="1400" b="1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ИмяФайла</a:t>
                      </a:r>
                      <a:endParaRPr kumimoji="0" lang="ru-RU" sz="1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anchor="ctr" horzOverflow="overflow">
                    <a:lnL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0C0C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7" name="Group 282"/>
          <p:cNvGraphicFramePr>
            <a:graphicFrameLocks noGrp="1"/>
          </p:cNvGraphicFramePr>
          <p:nvPr/>
        </p:nvGraphicFramePr>
        <p:xfrm>
          <a:off x="783158" y="1124744"/>
          <a:ext cx="4868862" cy="431800"/>
        </p:xfrm>
        <a:graphic>
          <a:graphicData uri="http://schemas.openxmlformats.org/drawingml/2006/table">
            <a:tbl>
              <a:tblPr/>
              <a:tblGrid>
                <a:gridCol w="292576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9431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318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u-RU" sz="1400" b="1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ИмяФайла</a:t>
                      </a:r>
                      <a:endParaRPr kumimoji="0" lang="ru-RU" sz="1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anchor="ctr" horzOverflow="overflow">
                    <a:lnL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0C0C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u-RU" sz="1400" b="1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КоличествоСтрок</a:t>
                      </a:r>
                      <a:endParaRPr kumimoji="0" lang="ru-RU" sz="1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0C0C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8" name="Group 282"/>
          <p:cNvGraphicFramePr>
            <a:graphicFrameLocks noGrp="1"/>
          </p:cNvGraphicFramePr>
          <p:nvPr/>
        </p:nvGraphicFramePr>
        <p:xfrm>
          <a:off x="783158" y="1124744"/>
          <a:ext cx="7461250" cy="431800"/>
        </p:xfrm>
        <a:graphic>
          <a:graphicData uri="http://schemas.openxmlformats.org/drawingml/2006/table">
            <a:tbl>
              <a:tblPr/>
              <a:tblGrid>
                <a:gridCol w="292576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9431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59238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318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u-RU" sz="1400" b="1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ИмяФайла</a:t>
                      </a:r>
                      <a:endParaRPr kumimoji="0" lang="ru-RU" sz="1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anchor="ctr" horzOverflow="overflow">
                    <a:lnL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0C0C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u-RU" sz="1400" b="1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КоличествоСтрок</a:t>
                      </a:r>
                      <a:endParaRPr kumimoji="0" lang="ru-RU" sz="1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0C0C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u-RU" sz="1400" b="1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ГруппаТоваров</a:t>
                      </a:r>
                      <a:endParaRPr kumimoji="0" lang="ru-RU" sz="1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0C0C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87565072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71" name="Rectangle 3"/>
          <p:cNvSpPr>
            <a:spLocks noGrp="1" noChangeArrowheads="1"/>
          </p:cNvSpPr>
          <p:nvPr>
            <p:ph idx="1"/>
          </p:nvPr>
        </p:nvSpPr>
        <p:spPr>
          <a:xfrm>
            <a:off x="304800" y="3140968"/>
            <a:ext cx="8534400" cy="2971800"/>
          </a:xfrm>
        </p:spPr>
        <p:txBody>
          <a:bodyPr/>
          <a:lstStyle/>
          <a:p>
            <a:pPr>
              <a:lnSpc>
                <a:spcPct val="80000"/>
              </a:lnSpc>
              <a:buFontTx/>
              <a:buNone/>
            </a:pPr>
            <a:r>
              <a:rPr lang="ru-RU" sz="1600" dirty="0" err="1">
                <a:latin typeface="Courier New" pitchFamily="49" charset="0"/>
              </a:rPr>
              <a:t>ТЗЦены</a:t>
            </a:r>
            <a:r>
              <a:rPr lang="ru-RU" sz="1600" dirty="0">
                <a:latin typeface="Courier New" pitchFamily="49" charset="0"/>
              </a:rPr>
              <a:t> </a:t>
            </a:r>
            <a:r>
              <a:rPr lang="ru-RU" sz="1600" dirty="0">
                <a:solidFill>
                  <a:srgbClr val="FF0000"/>
                </a:solidFill>
                <a:latin typeface="Courier New" pitchFamily="49" charset="0"/>
              </a:rPr>
              <a:t>=</a:t>
            </a:r>
            <a:r>
              <a:rPr lang="ru-RU" sz="1600" dirty="0">
                <a:latin typeface="Courier New" pitchFamily="49" charset="0"/>
              </a:rPr>
              <a:t> </a:t>
            </a:r>
            <a:r>
              <a:rPr lang="ru-RU" sz="1600" b="1" dirty="0">
                <a:solidFill>
                  <a:srgbClr val="FF0000"/>
                </a:solidFill>
                <a:latin typeface="Courier New" pitchFamily="49" charset="0"/>
              </a:rPr>
              <a:t>Новый </a:t>
            </a:r>
            <a:r>
              <a:rPr lang="ru-RU" sz="1600" dirty="0" err="1">
                <a:solidFill>
                  <a:srgbClr val="FF0000"/>
                </a:solidFill>
                <a:latin typeface="Courier New" pitchFamily="49" charset="0"/>
              </a:rPr>
              <a:t>ТаблицаЗначений</a:t>
            </a:r>
            <a:r>
              <a:rPr lang="ru-RU" sz="1600" dirty="0">
                <a:solidFill>
                  <a:srgbClr val="FF0000"/>
                </a:solidFill>
                <a:latin typeface="Courier New" pitchFamily="49" charset="0"/>
              </a:rPr>
              <a:t>;</a:t>
            </a:r>
          </a:p>
          <a:p>
            <a:pPr>
              <a:lnSpc>
                <a:spcPct val="80000"/>
              </a:lnSpc>
              <a:buFontTx/>
              <a:buNone/>
            </a:pPr>
            <a:endParaRPr lang="ru-RU" sz="1600" dirty="0">
              <a:latin typeface="Courier New" pitchFamily="49" charset="0"/>
            </a:endParaRPr>
          </a:p>
          <a:p>
            <a:pPr>
              <a:lnSpc>
                <a:spcPct val="80000"/>
              </a:lnSpc>
              <a:buFontTx/>
              <a:buNone/>
            </a:pPr>
            <a:r>
              <a:rPr lang="ru-RU" sz="1600" dirty="0" err="1">
                <a:latin typeface="Courier New" pitchFamily="49" charset="0"/>
              </a:rPr>
              <a:t>ТЗЦены</a:t>
            </a:r>
            <a:r>
              <a:rPr lang="ru-RU" sz="1600" dirty="0" err="1">
                <a:solidFill>
                  <a:srgbClr val="FF0000"/>
                </a:solidFill>
                <a:latin typeface="Courier New" pitchFamily="49" charset="0"/>
              </a:rPr>
              <a:t>.</a:t>
            </a:r>
            <a:r>
              <a:rPr lang="ru-RU" sz="1600" dirty="0" err="1">
                <a:latin typeface="Courier New" pitchFamily="49" charset="0"/>
              </a:rPr>
              <a:t>Колонки</a:t>
            </a:r>
            <a:r>
              <a:rPr lang="ru-RU" sz="1600" dirty="0" err="1">
                <a:solidFill>
                  <a:srgbClr val="FF0000"/>
                </a:solidFill>
                <a:latin typeface="Courier New" pitchFamily="49" charset="0"/>
              </a:rPr>
              <a:t>.</a:t>
            </a:r>
            <a:r>
              <a:rPr lang="ru-RU" sz="1600" dirty="0" err="1">
                <a:latin typeface="Courier New" pitchFamily="49" charset="0"/>
              </a:rPr>
              <a:t>Добавить</a:t>
            </a:r>
            <a:r>
              <a:rPr lang="ru-RU" sz="1600" dirty="0">
                <a:solidFill>
                  <a:srgbClr val="FF0000"/>
                </a:solidFill>
                <a:latin typeface="Courier New" pitchFamily="49" charset="0"/>
              </a:rPr>
              <a:t>(</a:t>
            </a:r>
            <a:r>
              <a:rPr lang="ru-RU" sz="1600" dirty="0">
                <a:solidFill>
                  <a:schemeClr val="tx1"/>
                </a:solidFill>
                <a:latin typeface="Courier New" pitchFamily="49" charset="0"/>
              </a:rPr>
              <a:t>"</a:t>
            </a:r>
            <a:r>
              <a:rPr lang="ru-RU" sz="1600" dirty="0" err="1">
                <a:solidFill>
                  <a:schemeClr val="tx1"/>
                </a:solidFill>
                <a:latin typeface="Courier New" pitchFamily="49" charset="0"/>
              </a:rPr>
              <a:t>ИмяФайла</a:t>
            </a:r>
            <a:r>
              <a:rPr lang="ru-RU" sz="1600" dirty="0">
                <a:solidFill>
                  <a:schemeClr val="tx1"/>
                </a:solidFill>
                <a:latin typeface="Courier New" pitchFamily="49" charset="0"/>
              </a:rPr>
              <a:t>"</a:t>
            </a:r>
            <a:r>
              <a:rPr lang="ru-RU" sz="1600" dirty="0">
                <a:solidFill>
                  <a:srgbClr val="FF0000"/>
                </a:solidFill>
                <a:latin typeface="Courier New" pitchFamily="49" charset="0"/>
              </a:rPr>
              <a:t>);</a:t>
            </a:r>
          </a:p>
          <a:p>
            <a:pPr>
              <a:lnSpc>
                <a:spcPct val="80000"/>
              </a:lnSpc>
              <a:buFontTx/>
              <a:buNone/>
            </a:pPr>
            <a:r>
              <a:rPr lang="ru-RU" sz="1600" dirty="0" err="1">
                <a:latin typeface="Courier New" pitchFamily="49" charset="0"/>
              </a:rPr>
              <a:t>ТЗЦены</a:t>
            </a:r>
            <a:r>
              <a:rPr lang="ru-RU" sz="1600" dirty="0" err="1">
                <a:solidFill>
                  <a:srgbClr val="FF0000"/>
                </a:solidFill>
                <a:latin typeface="Courier New" pitchFamily="49" charset="0"/>
              </a:rPr>
              <a:t>.</a:t>
            </a:r>
            <a:r>
              <a:rPr lang="ru-RU" sz="1600" dirty="0" err="1">
                <a:latin typeface="Courier New" pitchFamily="49" charset="0"/>
              </a:rPr>
              <a:t>Колонки</a:t>
            </a:r>
            <a:r>
              <a:rPr lang="ru-RU" sz="1600" dirty="0" err="1">
                <a:solidFill>
                  <a:srgbClr val="FF0000"/>
                </a:solidFill>
                <a:latin typeface="Courier New" pitchFamily="49" charset="0"/>
              </a:rPr>
              <a:t>.</a:t>
            </a:r>
            <a:r>
              <a:rPr lang="ru-RU" sz="1600" dirty="0" err="1">
                <a:latin typeface="Courier New" pitchFamily="49" charset="0"/>
              </a:rPr>
              <a:t>Добавить</a:t>
            </a:r>
            <a:r>
              <a:rPr lang="ru-RU" sz="1600" dirty="0">
                <a:solidFill>
                  <a:srgbClr val="FF0000"/>
                </a:solidFill>
                <a:latin typeface="Courier New" pitchFamily="49" charset="0"/>
              </a:rPr>
              <a:t>(</a:t>
            </a:r>
            <a:r>
              <a:rPr lang="ru-RU" sz="1600" dirty="0">
                <a:solidFill>
                  <a:schemeClr val="tx1"/>
                </a:solidFill>
                <a:latin typeface="Courier New" pitchFamily="49" charset="0"/>
              </a:rPr>
              <a:t>"</a:t>
            </a:r>
            <a:r>
              <a:rPr lang="ru-RU" sz="1600" dirty="0" err="1">
                <a:solidFill>
                  <a:schemeClr val="tx1"/>
                </a:solidFill>
                <a:latin typeface="Courier New" pitchFamily="49" charset="0"/>
              </a:rPr>
              <a:t>КоличествоСтрок</a:t>
            </a:r>
            <a:r>
              <a:rPr lang="ru-RU" sz="1600" dirty="0">
                <a:solidFill>
                  <a:schemeClr val="tx1"/>
                </a:solidFill>
                <a:latin typeface="Courier New" pitchFamily="49" charset="0"/>
              </a:rPr>
              <a:t>"</a:t>
            </a:r>
            <a:r>
              <a:rPr lang="ru-RU" sz="1600" dirty="0">
                <a:solidFill>
                  <a:srgbClr val="FF0000"/>
                </a:solidFill>
                <a:latin typeface="Courier New" pitchFamily="49" charset="0"/>
              </a:rPr>
              <a:t>);</a:t>
            </a:r>
          </a:p>
          <a:p>
            <a:pPr>
              <a:lnSpc>
                <a:spcPct val="80000"/>
              </a:lnSpc>
              <a:buFontTx/>
              <a:buNone/>
            </a:pPr>
            <a:r>
              <a:rPr lang="ru-RU" sz="1600" dirty="0" err="1">
                <a:latin typeface="Courier New" pitchFamily="49" charset="0"/>
              </a:rPr>
              <a:t>ТЗЦены</a:t>
            </a:r>
            <a:r>
              <a:rPr lang="ru-RU" sz="1600" dirty="0" err="1">
                <a:solidFill>
                  <a:srgbClr val="FF0000"/>
                </a:solidFill>
                <a:latin typeface="Courier New" pitchFamily="49" charset="0"/>
              </a:rPr>
              <a:t>.</a:t>
            </a:r>
            <a:r>
              <a:rPr lang="ru-RU" sz="1600" dirty="0" err="1">
                <a:latin typeface="Courier New" pitchFamily="49" charset="0"/>
              </a:rPr>
              <a:t>Колонки</a:t>
            </a:r>
            <a:r>
              <a:rPr lang="ru-RU" sz="1600" dirty="0" err="1">
                <a:solidFill>
                  <a:srgbClr val="FF0000"/>
                </a:solidFill>
                <a:latin typeface="Courier New" pitchFamily="49" charset="0"/>
              </a:rPr>
              <a:t>.</a:t>
            </a:r>
            <a:r>
              <a:rPr lang="ru-RU" sz="1600" dirty="0" err="1">
                <a:latin typeface="Courier New" pitchFamily="49" charset="0"/>
              </a:rPr>
              <a:t>Добавить</a:t>
            </a:r>
            <a:r>
              <a:rPr lang="ru-RU" sz="1600" dirty="0">
                <a:solidFill>
                  <a:srgbClr val="FF0000"/>
                </a:solidFill>
                <a:latin typeface="Courier New" pitchFamily="49" charset="0"/>
              </a:rPr>
              <a:t>(</a:t>
            </a:r>
            <a:r>
              <a:rPr lang="ru-RU" sz="1600" dirty="0">
                <a:solidFill>
                  <a:schemeClr val="tx1"/>
                </a:solidFill>
                <a:latin typeface="Courier New" pitchFamily="49" charset="0"/>
              </a:rPr>
              <a:t>"</a:t>
            </a:r>
            <a:r>
              <a:rPr lang="ru-RU" sz="1600" dirty="0" err="1">
                <a:solidFill>
                  <a:schemeClr val="tx1"/>
                </a:solidFill>
                <a:latin typeface="Courier New" pitchFamily="49" charset="0"/>
              </a:rPr>
              <a:t>ГруппаТоваров</a:t>
            </a:r>
            <a:r>
              <a:rPr lang="ru-RU" sz="1600" dirty="0">
                <a:solidFill>
                  <a:schemeClr val="tx1"/>
                </a:solidFill>
                <a:latin typeface="Courier New" pitchFamily="49" charset="0"/>
              </a:rPr>
              <a:t>"</a:t>
            </a:r>
            <a:r>
              <a:rPr lang="ru-RU" sz="1600" dirty="0">
                <a:solidFill>
                  <a:srgbClr val="FF0000"/>
                </a:solidFill>
                <a:latin typeface="Courier New" pitchFamily="49" charset="0"/>
              </a:rPr>
              <a:t>);</a:t>
            </a:r>
          </a:p>
          <a:p>
            <a:pPr>
              <a:lnSpc>
                <a:spcPct val="80000"/>
              </a:lnSpc>
              <a:buFontTx/>
              <a:buNone/>
            </a:pPr>
            <a:endParaRPr lang="ru-RU" sz="1600" dirty="0">
              <a:latin typeface="Courier New" pitchFamily="49" charset="0"/>
            </a:endParaRPr>
          </a:p>
          <a:p>
            <a:pPr>
              <a:lnSpc>
                <a:spcPct val="80000"/>
              </a:lnSpc>
              <a:buFontTx/>
              <a:buNone/>
            </a:pPr>
            <a:r>
              <a:rPr lang="ru-RU" sz="1600" dirty="0" err="1">
                <a:latin typeface="Courier New" pitchFamily="49" charset="0"/>
              </a:rPr>
              <a:t>ПерваяСтрока</a:t>
            </a:r>
            <a:r>
              <a:rPr lang="ru-RU" sz="1600" dirty="0">
                <a:latin typeface="Courier New" pitchFamily="49" charset="0"/>
              </a:rPr>
              <a:t> </a:t>
            </a:r>
            <a:r>
              <a:rPr lang="ru-RU" sz="1600" dirty="0">
                <a:solidFill>
                  <a:srgbClr val="FF0000"/>
                </a:solidFill>
                <a:latin typeface="Courier New" pitchFamily="49" charset="0"/>
              </a:rPr>
              <a:t>=</a:t>
            </a:r>
            <a:r>
              <a:rPr lang="ru-RU" sz="1600" dirty="0">
                <a:latin typeface="Courier New" pitchFamily="49" charset="0"/>
              </a:rPr>
              <a:t> </a:t>
            </a:r>
            <a:r>
              <a:rPr lang="ru-RU" sz="1600" dirty="0" err="1">
                <a:latin typeface="Courier New" pitchFamily="49" charset="0"/>
              </a:rPr>
              <a:t>ТЗЦены.Добавить</a:t>
            </a:r>
            <a:r>
              <a:rPr lang="ru-RU" sz="1600" dirty="0">
                <a:solidFill>
                  <a:srgbClr val="FF0000"/>
                </a:solidFill>
                <a:latin typeface="Courier New" pitchFamily="49" charset="0"/>
              </a:rPr>
              <a:t>();</a:t>
            </a:r>
          </a:p>
          <a:p>
            <a:pPr>
              <a:lnSpc>
                <a:spcPct val="80000"/>
              </a:lnSpc>
              <a:buFontTx/>
              <a:buNone/>
            </a:pPr>
            <a:endParaRPr lang="ru-RU" sz="1600" dirty="0">
              <a:latin typeface="Courier New" pitchFamily="49" charset="0"/>
            </a:endParaRPr>
          </a:p>
        </p:txBody>
      </p:sp>
      <p:sp>
        <p:nvSpPr>
          <p:cNvPr id="32770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228600"/>
            <a:ext cx="8229600" cy="990600"/>
          </a:xfrm>
        </p:spPr>
        <p:txBody>
          <a:bodyPr/>
          <a:lstStyle/>
          <a:p>
            <a:r>
              <a:rPr lang="ru-RU" dirty="0">
                <a:solidFill>
                  <a:srgbClr val="FF0000"/>
                </a:solidFill>
              </a:rPr>
              <a:t>Таблица значений</a:t>
            </a:r>
          </a:p>
        </p:txBody>
      </p:sp>
      <p:graphicFrame>
        <p:nvGraphicFramePr>
          <p:cNvPr id="6" name="Group 282"/>
          <p:cNvGraphicFramePr>
            <a:graphicFrameLocks noGrp="1"/>
          </p:cNvGraphicFramePr>
          <p:nvPr/>
        </p:nvGraphicFramePr>
        <p:xfrm>
          <a:off x="783158" y="1124744"/>
          <a:ext cx="2925762" cy="431800"/>
        </p:xfrm>
        <a:graphic>
          <a:graphicData uri="http://schemas.openxmlformats.org/drawingml/2006/table">
            <a:tbl>
              <a:tblPr/>
              <a:tblGrid>
                <a:gridCol w="292576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4318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u-RU" sz="1400" b="1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ИмяФайла</a:t>
                      </a:r>
                      <a:endParaRPr kumimoji="0" lang="ru-RU" sz="1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anchor="ctr" horzOverflow="overflow">
                    <a:lnL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0C0C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7" name="Group 282"/>
          <p:cNvGraphicFramePr>
            <a:graphicFrameLocks noGrp="1"/>
          </p:cNvGraphicFramePr>
          <p:nvPr/>
        </p:nvGraphicFramePr>
        <p:xfrm>
          <a:off x="783158" y="1124744"/>
          <a:ext cx="4868862" cy="431800"/>
        </p:xfrm>
        <a:graphic>
          <a:graphicData uri="http://schemas.openxmlformats.org/drawingml/2006/table">
            <a:tbl>
              <a:tblPr/>
              <a:tblGrid>
                <a:gridCol w="292576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9431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318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u-RU" sz="1400" b="1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ИмяФайла</a:t>
                      </a:r>
                      <a:endParaRPr kumimoji="0" lang="ru-RU" sz="1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anchor="ctr" horzOverflow="overflow">
                    <a:lnL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0C0C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u-RU" sz="1400" b="1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КоличествоСтрок</a:t>
                      </a:r>
                      <a:endParaRPr kumimoji="0" lang="ru-RU" sz="1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0C0C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8" name="Group 282"/>
          <p:cNvGraphicFramePr>
            <a:graphicFrameLocks noGrp="1"/>
          </p:cNvGraphicFramePr>
          <p:nvPr/>
        </p:nvGraphicFramePr>
        <p:xfrm>
          <a:off x="783158" y="1124744"/>
          <a:ext cx="7461250" cy="431800"/>
        </p:xfrm>
        <a:graphic>
          <a:graphicData uri="http://schemas.openxmlformats.org/drawingml/2006/table">
            <a:tbl>
              <a:tblPr/>
              <a:tblGrid>
                <a:gridCol w="292576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9431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59238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318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u-RU" sz="1400" b="1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ИмяФайла</a:t>
                      </a:r>
                      <a:endParaRPr kumimoji="0" lang="ru-RU" sz="1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anchor="ctr" horzOverflow="overflow">
                    <a:lnL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0C0C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u-RU" sz="1400" b="1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КоличествоСтрок</a:t>
                      </a:r>
                      <a:endParaRPr kumimoji="0" lang="ru-RU" sz="1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0C0C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u-RU" sz="1400" b="1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ГруппаТоваров</a:t>
                      </a:r>
                      <a:endParaRPr kumimoji="0" lang="ru-RU" sz="1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0C0C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11" name="Group 28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19724620"/>
              </p:ext>
            </p:extLst>
          </p:nvPr>
        </p:nvGraphicFramePr>
        <p:xfrm>
          <a:off x="783158" y="1124310"/>
          <a:ext cx="7461250" cy="863848"/>
        </p:xfrm>
        <a:graphic>
          <a:graphicData uri="http://schemas.openxmlformats.org/drawingml/2006/table">
            <a:tbl>
              <a:tblPr/>
              <a:tblGrid>
                <a:gridCol w="292576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9431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59238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3204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u-RU" sz="1400" b="1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ИмяФайла</a:t>
                      </a:r>
                      <a:endParaRPr kumimoji="0" lang="ru-RU" sz="1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anchor="ctr" horzOverflow="overflow">
                    <a:lnL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0C0C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u-RU" sz="1400" b="1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КоличествоСтрок</a:t>
                      </a:r>
                      <a:endParaRPr kumimoji="0" lang="ru-RU" sz="1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0C0C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u-RU" sz="1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ГруппаТоваров</a:t>
                      </a:r>
                      <a:endParaRPr kumimoji="0" lang="ru-RU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0C0C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3180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ru-RU" sz="1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anchor="ctr" horzOverflow="overflow">
                    <a:lnL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ru-RU" sz="1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L="0" marR="360000" marT="0" marB="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ru-RU" sz="1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L="360000" marR="90000" marT="46800" marB="4680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28666169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71" name="Rectangle 3"/>
          <p:cNvSpPr>
            <a:spLocks noGrp="1" noChangeArrowheads="1"/>
          </p:cNvSpPr>
          <p:nvPr>
            <p:ph idx="1"/>
          </p:nvPr>
        </p:nvSpPr>
        <p:spPr>
          <a:xfrm>
            <a:off x="304800" y="3140968"/>
            <a:ext cx="8534400" cy="2971800"/>
          </a:xfrm>
        </p:spPr>
        <p:txBody>
          <a:bodyPr/>
          <a:lstStyle/>
          <a:p>
            <a:pPr>
              <a:lnSpc>
                <a:spcPct val="80000"/>
              </a:lnSpc>
              <a:buFontTx/>
              <a:buNone/>
            </a:pPr>
            <a:r>
              <a:rPr lang="ru-RU" sz="1600" dirty="0" err="1">
                <a:latin typeface="Courier New" pitchFamily="49" charset="0"/>
              </a:rPr>
              <a:t>ТЗЦены</a:t>
            </a:r>
            <a:r>
              <a:rPr lang="ru-RU" sz="1600" dirty="0">
                <a:latin typeface="Courier New" pitchFamily="49" charset="0"/>
              </a:rPr>
              <a:t> </a:t>
            </a:r>
            <a:r>
              <a:rPr lang="ru-RU" sz="1600" dirty="0">
                <a:solidFill>
                  <a:srgbClr val="FF0000"/>
                </a:solidFill>
                <a:latin typeface="Courier New" pitchFamily="49" charset="0"/>
              </a:rPr>
              <a:t>=</a:t>
            </a:r>
            <a:r>
              <a:rPr lang="ru-RU" sz="1600" dirty="0">
                <a:latin typeface="Courier New" pitchFamily="49" charset="0"/>
              </a:rPr>
              <a:t> </a:t>
            </a:r>
            <a:r>
              <a:rPr lang="ru-RU" sz="1600" b="1" dirty="0">
                <a:solidFill>
                  <a:srgbClr val="FF0000"/>
                </a:solidFill>
                <a:latin typeface="Courier New" pitchFamily="49" charset="0"/>
              </a:rPr>
              <a:t>Новый </a:t>
            </a:r>
            <a:r>
              <a:rPr lang="ru-RU" sz="1600" dirty="0" err="1">
                <a:solidFill>
                  <a:srgbClr val="FF0000"/>
                </a:solidFill>
                <a:latin typeface="Courier New" pitchFamily="49" charset="0"/>
              </a:rPr>
              <a:t>ТаблицаЗначений</a:t>
            </a:r>
            <a:r>
              <a:rPr lang="ru-RU" sz="1600" dirty="0">
                <a:solidFill>
                  <a:srgbClr val="FF0000"/>
                </a:solidFill>
                <a:latin typeface="Courier New" pitchFamily="49" charset="0"/>
              </a:rPr>
              <a:t>;</a:t>
            </a:r>
          </a:p>
          <a:p>
            <a:pPr>
              <a:lnSpc>
                <a:spcPct val="80000"/>
              </a:lnSpc>
              <a:buFontTx/>
              <a:buNone/>
            </a:pPr>
            <a:endParaRPr lang="ru-RU" sz="1600" dirty="0">
              <a:latin typeface="Courier New" pitchFamily="49" charset="0"/>
            </a:endParaRPr>
          </a:p>
          <a:p>
            <a:pPr>
              <a:lnSpc>
                <a:spcPct val="80000"/>
              </a:lnSpc>
              <a:buFontTx/>
              <a:buNone/>
            </a:pPr>
            <a:r>
              <a:rPr lang="ru-RU" sz="1600" dirty="0" err="1">
                <a:latin typeface="Courier New" pitchFamily="49" charset="0"/>
              </a:rPr>
              <a:t>ТЗЦены</a:t>
            </a:r>
            <a:r>
              <a:rPr lang="ru-RU" sz="1600" dirty="0" err="1">
                <a:solidFill>
                  <a:srgbClr val="FF0000"/>
                </a:solidFill>
                <a:latin typeface="Courier New" pitchFamily="49" charset="0"/>
              </a:rPr>
              <a:t>.</a:t>
            </a:r>
            <a:r>
              <a:rPr lang="ru-RU" sz="1600" dirty="0" err="1">
                <a:latin typeface="Courier New" pitchFamily="49" charset="0"/>
              </a:rPr>
              <a:t>Колонки</a:t>
            </a:r>
            <a:r>
              <a:rPr lang="ru-RU" sz="1600" dirty="0" err="1">
                <a:solidFill>
                  <a:srgbClr val="FF0000"/>
                </a:solidFill>
                <a:latin typeface="Courier New" pitchFamily="49" charset="0"/>
              </a:rPr>
              <a:t>.</a:t>
            </a:r>
            <a:r>
              <a:rPr lang="ru-RU" sz="1600" dirty="0" err="1">
                <a:latin typeface="Courier New" pitchFamily="49" charset="0"/>
              </a:rPr>
              <a:t>Добавить</a:t>
            </a:r>
            <a:r>
              <a:rPr lang="ru-RU" sz="1600" dirty="0">
                <a:solidFill>
                  <a:srgbClr val="FF0000"/>
                </a:solidFill>
                <a:latin typeface="Courier New" pitchFamily="49" charset="0"/>
              </a:rPr>
              <a:t>(</a:t>
            </a:r>
            <a:r>
              <a:rPr lang="ru-RU" sz="1600" dirty="0">
                <a:solidFill>
                  <a:schemeClr val="tx1"/>
                </a:solidFill>
                <a:latin typeface="Courier New" pitchFamily="49" charset="0"/>
              </a:rPr>
              <a:t>"</a:t>
            </a:r>
            <a:r>
              <a:rPr lang="ru-RU" sz="1600" dirty="0" err="1">
                <a:solidFill>
                  <a:schemeClr val="tx1"/>
                </a:solidFill>
                <a:latin typeface="Courier New" pitchFamily="49" charset="0"/>
              </a:rPr>
              <a:t>ИмяФайла</a:t>
            </a:r>
            <a:r>
              <a:rPr lang="ru-RU" sz="1600" dirty="0">
                <a:solidFill>
                  <a:schemeClr val="tx1"/>
                </a:solidFill>
                <a:latin typeface="Courier New" pitchFamily="49" charset="0"/>
              </a:rPr>
              <a:t>"</a:t>
            </a:r>
            <a:r>
              <a:rPr lang="ru-RU" sz="1600" dirty="0">
                <a:solidFill>
                  <a:srgbClr val="FF0000"/>
                </a:solidFill>
                <a:latin typeface="Courier New" pitchFamily="49" charset="0"/>
              </a:rPr>
              <a:t>);</a:t>
            </a:r>
          </a:p>
          <a:p>
            <a:pPr>
              <a:lnSpc>
                <a:spcPct val="80000"/>
              </a:lnSpc>
              <a:buFontTx/>
              <a:buNone/>
            </a:pPr>
            <a:r>
              <a:rPr lang="ru-RU" sz="1600" dirty="0" err="1">
                <a:latin typeface="Courier New" pitchFamily="49" charset="0"/>
              </a:rPr>
              <a:t>ТЗЦены</a:t>
            </a:r>
            <a:r>
              <a:rPr lang="ru-RU" sz="1600" dirty="0" err="1">
                <a:solidFill>
                  <a:srgbClr val="FF0000"/>
                </a:solidFill>
                <a:latin typeface="Courier New" pitchFamily="49" charset="0"/>
              </a:rPr>
              <a:t>.</a:t>
            </a:r>
            <a:r>
              <a:rPr lang="ru-RU" sz="1600" dirty="0" err="1">
                <a:latin typeface="Courier New" pitchFamily="49" charset="0"/>
              </a:rPr>
              <a:t>Колонки</a:t>
            </a:r>
            <a:r>
              <a:rPr lang="ru-RU" sz="1600" dirty="0" err="1">
                <a:solidFill>
                  <a:srgbClr val="FF0000"/>
                </a:solidFill>
                <a:latin typeface="Courier New" pitchFamily="49" charset="0"/>
              </a:rPr>
              <a:t>.</a:t>
            </a:r>
            <a:r>
              <a:rPr lang="ru-RU" sz="1600" dirty="0" err="1">
                <a:latin typeface="Courier New" pitchFamily="49" charset="0"/>
              </a:rPr>
              <a:t>Добавить</a:t>
            </a:r>
            <a:r>
              <a:rPr lang="ru-RU" sz="1600" dirty="0">
                <a:solidFill>
                  <a:srgbClr val="FF0000"/>
                </a:solidFill>
                <a:latin typeface="Courier New" pitchFamily="49" charset="0"/>
              </a:rPr>
              <a:t>(</a:t>
            </a:r>
            <a:r>
              <a:rPr lang="ru-RU" sz="1600" dirty="0">
                <a:solidFill>
                  <a:schemeClr val="tx1"/>
                </a:solidFill>
                <a:latin typeface="Courier New" pitchFamily="49" charset="0"/>
              </a:rPr>
              <a:t>"</a:t>
            </a:r>
            <a:r>
              <a:rPr lang="ru-RU" sz="1600" dirty="0" err="1">
                <a:solidFill>
                  <a:schemeClr val="tx1"/>
                </a:solidFill>
                <a:latin typeface="Courier New" pitchFamily="49" charset="0"/>
              </a:rPr>
              <a:t>КоличествоСтрок</a:t>
            </a:r>
            <a:r>
              <a:rPr lang="ru-RU" sz="1600" dirty="0">
                <a:solidFill>
                  <a:schemeClr val="tx1"/>
                </a:solidFill>
                <a:latin typeface="Courier New" pitchFamily="49" charset="0"/>
              </a:rPr>
              <a:t>"</a:t>
            </a:r>
            <a:r>
              <a:rPr lang="ru-RU" sz="1600" dirty="0">
                <a:solidFill>
                  <a:srgbClr val="FF0000"/>
                </a:solidFill>
                <a:latin typeface="Courier New" pitchFamily="49" charset="0"/>
              </a:rPr>
              <a:t>);</a:t>
            </a:r>
          </a:p>
          <a:p>
            <a:pPr>
              <a:lnSpc>
                <a:spcPct val="80000"/>
              </a:lnSpc>
              <a:buFontTx/>
              <a:buNone/>
            </a:pPr>
            <a:r>
              <a:rPr lang="ru-RU" sz="1600" dirty="0" err="1">
                <a:latin typeface="Courier New" pitchFamily="49" charset="0"/>
              </a:rPr>
              <a:t>ТЗЦены</a:t>
            </a:r>
            <a:r>
              <a:rPr lang="ru-RU" sz="1600" dirty="0" err="1">
                <a:solidFill>
                  <a:srgbClr val="FF0000"/>
                </a:solidFill>
                <a:latin typeface="Courier New" pitchFamily="49" charset="0"/>
              </a:rPr>
              <a:t>.</a:t>
            </a:r>
            <a:r>
              <a:rPr lang="ru-RU" sz="1600" dirty="0" err="1">
                <a:latin typeface="Courier New" pitchFamily="49" charset="0"/>
              </a:rPr>
              <a:t>Колонки</a:t>
            </a:r>
            <a:r>
              <a:rPr lang="ru-RU" sz="1600" dirty="0" err="1">
                <a:solidFill>
                  <a:srgbClr val="FF0000"/>
                </a:solidFill>
                <a:latin typeface="Courier New" pitchFamily="49" charset="0"/>
              </a:rPr>
              <a:t>.</a:t>
            </a:r>
            <a:r>
              <a:rPr lang="ru-RU" sz="1600" dirty="0" err="1">
                <a:latin typeface="Courier New" pitchFamily="49" charset="0"/>
              </a:rPr>
              <a:t>Добавить</a:t>
            </a:r>
            <a:r>
              <a:rPr lang="ru-RU" sz="1600" dirty="0">
                <a:solidFill>
                  <a:srgbClr val="FF0000"/>
                </a:solidFill>
                <a:latin typeface="Courier New" pitchFamily="49" charset="0"/>
              </a:rPr>
              <a:t>(</a:t>
            </a:r>
            <a:r>
              <a:rPr lang="ru-RU" sz="1600" dirty="0">
                <a:solidFill>
                  <a:schemeClr val="tx1"/>
                </a:solidFill>
                <a:latin typeface="Courier New" pitchFamily="49" charset="0"/>
              </a:rPr>
              <a:t>"</a:t>
            </a:r>
            <a:r>
              <a:rPr lang="ru-RU" sz="1600" dirty="0" err="1">
                <a:solidFill>
                  <a:schemeClr val="tx1"/>
                </a:solidFill>
                <a:latin typeface="Courier New" pitchFamily="49" charset="0"/>
              </a:rPr>
              <a:t>ГруппаТоваров</a:t>
            </a:r>
            <a:r>
              <a:rPr lang="ru-RU" sz="1600" dirty="0">
                <a:solidFill>
                  <a:schemeClr val="tx1"/>
                </a:solidFill>
                <a:latin typeface="Courier New" pitchFamily="49" charset="0"/>
              </a:rPr>
              <a:t>"</a:t>
            </a:r>
            <a:r>
              <a:rPr lang="ru-RU" sz="1600" dirty="0">
                <a:solidFill>
                  <a:srgbClr val="FF0000"/>
                </a:solidFill>
                <a:latin typeface="Courier New" pitchFamily="49" charset="0"/>
              </a:rPr>
              <a:t>);</a:t>
            </a:r>
          </a:p>
          <a:p>
            <a:pPr>
              <a:lnSpc>
                <a:spcPct val="80000"/>
              </a:lnSpc>
              <a:buFontTx/>
              <a:buNone/>
            </a:pPr>
            <a:endParaRPr lang="ru-RU" sz="1600" dirty="0">
              <a:latin typeface="Courier New" pitchFamily="49" charset="0"/>
            </a:endParaRPr>
          </a:p>
          <a:p>
            <a:pPr>
              <a:lnSpc>
                <a:spcPct val="80000"/>
              </a:lnSpc>
              <a:buFontTx/>
              <a:buNone/>
            </a:pPr>
            <a:r>
              <a:rPr lang="ru-RU" sz="1600" dirty="0" err="1">
                <a:latin typeface="Courier New" pitchFamily="49" charset="0"/>
              </a:rPr>
              <a:t>ПерваяСтрока</a:t>
            </a:r>
            <a:r>
              <a:rPr lang="ru-RU" sz="1600" dirty="0">
                <a:latin typeface="Courier New" pitchFamily="49" charset="0"/>
              </a:rPr>
              <a:t> </a:t>
            </a:r>
            <a:r>
              <a:rPr lang="ru-RU" sz="1600" dirty="0">
                <a:solidFill>
                  <a:srgbClr val="FF0000"/>
                </a:solidFill>
                <a:latin typeface="Courier New" pitchFamily="49" charset="0"/>
              </a:rPr>
              <a:t>=</a:t>
            </a:r>
            <a:r>
              <a:rPr lang="ru-RU" sz="1600" dirty="0">
                <a:latin typeface="Courier New" pitchFamily="49" charset="0"/>
              </a:rPr>
              <a:t> </a:t>
            </a:r>
            <a:r>
              <a:rPr lang="ru-RU" sz="1600" dirty="0" err="1">
                <a:latin typeface="Courier New" pitchFamily="49" charset="0"/>
              </a:rPr>
              <a:t>ТЗЦены.Добавить</a:t>
            </a:r>
            <a:r>
              <a:rPr lang="ru-RU" sz="1600" dirty="0">
                <a:solidFill>
                  <a:srgbClr val="FF0000"/>
                </a:solidFill>
                <a:latin typeface="Courier New" pitchFamily="49" charset="0"/>
              </a:rPr>
              <a:t>();</a:t>
            </a:r>
          </a:p>
          <a:p>
            <a:pPr>
              <a:lnSpc>
                <a:spcPct val="80000"/>
              </a:lnSpc>
              <a:buFontTx/>
              <a:buNone/>
            </a:pPr>
            <a:r>
              <a:rPr lang="ru-RU" sz="1600" dirty="0" err="1">
                <a:latin typeface="Courier New" pitchFamily="49" charset="0"/>
              </a:rPr>
              <a:t>ПерваяСтрока</a:t>
            </a:r>
            <a:r>
              <a:rPr lang="ru-RU" sz="1600" dirty="0" err="1">
                <a:solidFill>
                  <a:srgbClr val="FF0000"/>
                </a:solidFill>
                <a:latin typeface="Courier New" pitchFamily="49" charset="0"/>
              </a:rPr>
              <a:t>.</a:t>
            </a:r>
            <a:r>
              <a:rPr lang="ru-RU" sz="1600" dirty="0" err="1">
                <a:latin typeface="Courier New" pitchFamily="49" charset="0"/>
              </a:rPr>
              <a:t>ИмяФайла</a:t>
            </a:r>
            <a:r>
              <a:rPr lang="ru-RU" sz="1600" dirty="0">
                <a:latin typeface="Courier New" pitchFamily="49" charset="0"/>
              </a:rPr>
              <a:t>        </a:t>
            </a:r>
            <a:r>
              <a:rPr lang="ru-RU" sz="1600" dirty="0">
                <a:solidFill>
                  <a:srgbClr val="FF0000"/>
                </a:solidFill>
                <a:latin typeface="Courier New" pitchFamily="49" charset="0"/>
              </a:rPr>
              <a:t>=</a:t>
            </a:r>
            <a:r>
              <a:rPr lang="ru-RU" sz="1600" dirty="0">
                <a:latin typeface="Courier New" pitchFamily="49" charset="0"/>
              </a:rPr>
              <a:t> </a:t>
            </a:r>
            <a:r>
              <a:rPr lang="ru-RU" sz="1600" dirty="0">
                <a:solidFill>
                  <a:schemeClr val="tx1"/>
                </a:solidFill>
                <a:latin typeface="Courier New" pitchFamily="49" charset="0"/>
              </a:rPr>
              <a:t>"Прайс ОАО "Лето"".</a:t>
            </a:r>
            <a:r>
              <a:rPr lang="ru-RU" sz="1600" dirty="0" err="1">
                <a:solidFill>
                  <a:schemeClr val="tx1"/>
                </a:solidFill>
                <a:latin typeface="Courier New" pitchFamily="49" charset="0"/>
              </a:rPr>
              <a:t>xls</a:t>
            </a:r>
            <a:r>
              <a:rPr lang="ru-RU" sz="1600" dirty="0">
                <a:solidFill>
                  <a:schemeClr val="tx1"/>
                </a:solidFill>
                <a:latin typeface="Courier New" pitchFamily="49" charset="0"/>
              </a:rPr>
              <a:t>"</a:t>
            </a:r>
            <a:r>
              <a:rPr lang="ru-RU" sz="1600" dirty="0">
                <a:solidFill>
                  <a:srgbClr val="FF0000"/>
                </a:solidFill>
                <a:latin typeface="Courier New" pitchFamily="49" charset="0"/>
              </a:rPr>
              <a:t>;</a:t>
            </a:r>
          </a:p>
          <a:p>
            <a:pPr>
              <a:lnSpc>
                <a:spcPct val="80000"/>
              </a:lnSpc>
              <a:buFontTx/>
              <a:buNone/>
            </a:pPr>
            <a:endParaRPr lang="ru-RU" sz="1000" dirty="0">
              <a:latin typeface="Courier New" pitchFamily="49" charset="0"/>
            </a:endParaRPr>
          </a:p>
          <a:p>
            <a:pPr>
              <a:lnSpc>
                <a:spcPct val="80000"/>
              </a:lnSpc>
              <a:buFontTx/>
              <a:buNone/>
            </a:pPr>
            <a:endParaRPr lang="ru-RU" sz="1600" dirty="0">
              <a:latin typeface="Courier New" pitchFamily="49" charset="0"/>
            </a:endParaRPr>
          </a:p>
        </p:txBody>
      </p:sp>
      <p:sp>
        <p:nvSpPr>
          <p:cNvPr id="32770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228600"/>
            <a:ext cx="8229600" cy="990600"/>
          </a:xfrm>
        </p:spPr>
        <p:txBody>
          <a:bodyPr/>
          <a:lstStyle/>
          <a:p>
            <a:r>
              <a:rPr lang="ru-RU" dirty="0">
                <a:solidFill>
                  <a:srgbClr val="FF0000"/>
                </a:solidFill>
              </a:rPr>
              <a:t>Таблица значений</a:t>
            </a:r>
          </a:p>
        </p:txBody>
      </p:sp>
      <p:graphicFrame>
        <p:nvGraphicFramePr>
          <p:cNvPr id="6" name="Group 282"/>
          <p:cNvGraphicFramePr>
            <a:graphicFrameLocks noGrp="1"/>
          </p:cNvGraphicFramePr>
          <p:nvPr/>
        </p:nvGraphicFramePr>
        <p:xfrm>
          <a:off x="783158" y="1124744"/>
          <a:ext cx="2925762" cy="431800"/>
        </p:xfrm>
        <a:graphic>
          <a:graphicData uri="http://schemas.openxmlformats.org/drawingml/2006/table">
            <a:tbl>
              <a:tblPr/>
              <a:tblGrid>
                <a:gridCol w="292576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4318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u-RU" sz="1400" b="1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ИмяФайла</a:t>
                      </a:r>
                      <a:endParaRPr kumimoji="0" lang="ru-RU" sz="1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anchor="ctr" horzOverflow="overflow">
                    <a:lnL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0C0C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7" name="Group 282"/>
          <p:cNvGraphicFramePr>
            <a:graphicFrameLocks noGrp="1"/>
          </p:cNvGraphicFramePr>
          <p:nvPr/>
        </p:nvGraphicFramePr>
        <p:xfrm>
          <a:off x="783158" y="1124744"/>
          <a:ext cx="4868862" cy="431800"/>
        </p:xfrm>
        <a:graphic>
          <a:graphicData uri="http://schemas.openxmlformats.org/drawingml/2006/table">
            <a:tbl>
              <a:tblPr/>
              <a:tblGrid>
                <a:gridCol w="292576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9431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318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u-RU" sz="1400" b="1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ИмяФайла</a:t>
                      </a:r>
                      <a:endParaRPr kumimoji="0" lang="ru-RU" sz="1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anchor="ctr" horzOverflow="overflow">
                    <a:lnL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0C0C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u-RU" sz="1400" b="1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КоличествоСтрок</a:t>
                      </a:r>
                      <a:endParaRPr kumimoji="0" lang="ru-RU" sz="1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0C0C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8" name="Group 282"/>
          <p:cNvGraphicFramePr>
            <a:graphicFrameLocks noGrp="1"/>
          </p:cNvGraphicFramePr>
          <p:nvPr/>
        </p:nvGraphicFramePr>
        <p:xfrm>
          <a:off x="783158" y="1124744"/>
          <a:ext cx="7461250" cy="431800"/>
        </p:xfrm>
        <a:graphic>
          <a:graphicData uri="http://schemas.openxmlformats.org/drawingml/2006/table">
            <a:tbl>
              <a:tblPr/>
              <a:tblGrid>
                <a:gridCol w="292576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9431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59238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318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u-RU" sz="1400" b="1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ИмяФайла</a:t>
                      </a:r>
                      <a:endParaRPr kumimoji="0" lang="ru-RU" sz="1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anchor="ctr" horzOverflow="overflow">
                    <a:lnL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0C0C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u-RU" sz="1400" b="1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КоличествоСтрок</a:t>
                      </a:r>
                      <a:endParaRPr kumimoji="0" lang="ru-RU" sz="1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0C0C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u-RU" sz="1400" b="1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ГруппаТоваров</a:t>
                      </a:r>
                      <a:endParaRPr kumimoji="0" lang="ru-RU" sz="1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0C0C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11" name="Group 28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54938194"/>
              </p:ext>
            </p:extLst>
          </p:nvPr>
        </p:nvGraphicFramePr>
        <p:xfrm>
          <a:off x="783158" y="1124310"/>
          <a:ext cx="7461250" cy="863848"/>
        </p:xfrm>
        <a:graphic>
          <a:graphicData uri="http://schemas.openxmlformats.org/drawingml/2006/table">
            <a:tbl>
              <a:tblPr/>
              <a:tblGrid>
                <a:gridCol w="292576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9431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59238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3204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u-RU" sz="1400" b="1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ИмяФайла</a:t>
                      </a:r>
                      <a:endParaRPr kumimoji="0" lang="ru-RU" sz="1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anchor="ctr" horzOverflow="overflow">
                    <a:lnL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0C0C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u-RU" sz="1400" b="1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КоличествоСтрок</a:t>
                      </a:r>
                      <a:endParaRPr kumimoji="0" lang="ru-RU" sz="1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0C0C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u-RU" sz="1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ГруппаТоваров</a:t>
                      </a:r>
                      <a:endParaRPr kumimoji="0" lang="ru-RU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0C0C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3180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u-RU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Прайс ОАО "Лето".</a:t>
                      </a:r>
                      <a:r>
                        <a:rPr kumimoji="0" lang="ru-RU" sz="14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xls</a:t>
                      </a:r>
                      <a:endParaRPr kumimoji="0" lang="ru-RU" sz="1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anchor="ctr" horzOverflow="overflow">
                    <a:lnL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ru-RU" sz="1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L="0" marR="360000" marT="0" marB="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ru-RU" sz="1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L="360000" marR="90000" marT="46800" marB="4680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62058239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71" name="Rectangle 3"/>
          <p:cNvSpPr>
            <a:spLocks noGrp="1" noChangeArrowheads="1"/>
          </p:cNvSpPr>
          <p:nvPr>
            <p:ph idx="1"/>
          </p:nvPr>
        </p:nvSpPr>
        <p:spPr>
          <a:xfrm>
            <a:off x="304800" y="3140968"/>
            <a:ext cx="8534400" cy="2971800"/>
          </a:xfrm>
        </p:spPr>
        <p:txBody>
          <a:bodyPr/>
          <a:lstStyle/>
          <a:p>
            <a:pPr>
              <a:lnSpc>
                <a:spcPct val="80000"/>
              </a:lnSpc>
              <a:buFontTx/>
              <a:buNone/>
            </a:pPr>
            <a:r>
              <a:rPr lang="ru-RU" sz="1600" dirty="0" err="1">
                <a:latin typeface="Courier New" pitchFamily="49" charset="0"/>
              </a:rPr>
              <a:t>ТЗЦены</a:t>
            </a:r>
            <a:r>
              <a:rPr lang="ru-RU" sz="1600" dirty="0">
                <a:latin typeface="Courier New" pitchFamily="49" charset="0"/>
              </a:rPr>
              <a:t> </a:t>
            </a:r>
            <a:r>
              <a:rPr lang="ru-RU" sz="1600" dirty="0">
                <a:solidFill>
                  <a:srgbClr val="FF0000"/>
                </a:solidFill>
                <a:latin typeface="Courier New" pitchFamily="49" charset="0"/>
              </a:rPr>
              <a:t>=</a:t>
            </a:r>
            <a:r>
              <a:rPr lang="ru-RU" sz="1600" dirty="0">
                <a:latin typeface="Courier New" pitchFamily="49" charset="0"/>
              </a:rPr>
              <a:t> </a:t>
            </a:r>
            <a:r>
              <a:rPr lang="ru-RU" sz="1600" b="1" dirty="0">
                <a:solidFill>
                  <a:srgbClr val="FF0000"/>
                </a:solidFill>
                <a:latin typeface="Courier New" pitchFamily="49" charset="0"/>
              </a:rPr>
              <a:t>Новый </a:t>
            </a:r>
            <a:r>
              <a:rPr lang="ru-RU" sz="1600" dirty="0" err="1">
                <a:solidFill>
                  <a:srgbClr val="FF0000"/>
                </a:solidFill>
                <a:latin typeface="Courier New" pitchFamily="49" charset="0"/>
              </a:rPr>
              <a:t>ТаблицаЗначений</a:t>
            </a:r>
            <a:r>
              <a:rPr lang="ru-RU" sz="1600" dirty="0">
                <a:solidFill>
                  <a:srgbClr val="FF0000"/>
                </a:solidFill>
                <a:latin typeface="Courier New" pitchFamily="49" charset="0"/>
              </a:rPr>
              <a:t>;</a:t>
            </a:r>
          </a:p>
          <a:p>
            <a:pPr>
              <a:lnSpc>
                <a:spcPct val="80000"/>
              </a:lnSpc>
              <a:buFontTx/>
              <a:buNone/>
            </a:pPr>
            <a:endParaRPr lang="ru-RU" sz="1600" dirty="0">
              <a:latin typeface="Courier New" pitchFamily="49" charset="0"/>
            </a:endParaRPr>
          </a:p>
          <a:p>
            <a:pPr>
              <a:lnSpc>
                <a:spcPct val="80000"/>
              </a:lnSpc>
              <a:buFontTx/>
              <a:buNone/>
            </a:pPr>
            <a:r>
              <a:rPr lang="ru-RU" sz="1600" dirty="0" err="1">
                <a:latin typeface="Courier New" pitchFamily="49" charset="0"/>
              </a:rPr>
              <a:t>ТЗЦены</a:t>
            </a:r>
            <a:r>
              <a:rPr lang="ru-RU" sz="1600" dirty="0" err="1">
                <a:solidFill>
                  <a:srgbClr val="FF0000"/>
                </a:solidFill>
                <a:latin typeface="Courier New" pitchFamily="49" charset="0"/>
              </a:rPr>
              <a:t>.</a:t>
            </a:r>
            <a:r>
              <a:rPr lang="ru-RU" sz="1600" dirty="0" err="1">
                <a:latin typeface="Courier New" pitchFamily="49" charset="0"/>
              </a:rPr>
              <a:t>Колонки</a:t>
            </a:r>
            <a:r>
              <a:rPr lang="ru-RU" sz="1600" dirty="0" err="1">
                <a:solidFill>
                  <a:srgbClr val="FF0000"/>
                </a:solidFill>
                <a:latin typeface="Courier New" pitchFamily="49" charset="0"/>
              </a:rPr>
              <a:t>.</a:t>
            </a:r>
            <a:r>
              <a:rPr lang="ru-RU" sz="1600" dirty="0" err="1">
                <a:latin typeface="Courier New" pitchFamily="49" charset="0"/>
              </a:rPr>
              <a:t>Добавить</a:t>
            </a:r>
            <a:r>
              <a:rPr lang="ru-RU" sz="1600" dirty="0">
                <a:solidFill>
                  <a:srgbClr val="FF0000"/>
                </a:solidFill>
                <a:latin typeface="Courier New" pitchFamily="49" charset="0"/>
              </a:rPr>
              <a:t>(</a:t>
            </a:r>
            <a:r>
              <a:rPr lang="ru-RU" sz="1600" dirty="0">
                <a:solidFill>
                  <a:schemeClr val="tx1"/>
                </a:solidFill>
                <a:latin typeface="Courier New" pitchFamily="49" charset="0"/>
              </a:rPr>
              <a:t>"</a:t>
            </a:r>
            <a:r>
              <a:rPr lang="ru-RU" sz="1600" dirty="0" err="1">
                <a:solidFill>
                  <a:schemeClr val="tx1"/>
                </a:solidFill>
                <a:latin typeface="Courier New" pitchFamily="49" charset="0"/>
              </a:rPr>
              <a:t>ИмяФайла</a:t>
            </a:r>
            <a:r>
              <a:rPr lang="ru-RU" sz="1600" dirty="0">
                <a:solidFill>
                  <a:schemeClr val="tx1"/>
                </a:solidFill>
                <a:latin typeface="Courier New" pitchFamily="49" charset="0"/>
              </a:rPr>
              <a:t>"</a:t>
            </a:r>
            <a:r>
              <a:rPr lang="ru-RU" sz="1600" dirty="0">
                <a:solidFill>
                  <a:srgbClr val="FF0000"/>
                </a:solidFill>
                <a:latin typeface="Courier New" pitchFamily="49" charset="0"/>
              </a:rPr>
              <a:t>);</a:t>
            </a:r>
          </a:p>
          <a:p>
            <a:pPr>
              <a:lnSpc>
                <a:spcPct val="80000"/>
              </a:lnSpc>
              <a:buFontTx/>
              <a:buNone/>
            </a:pPr>
            <a:r>
              <a:rPr lang="ru-RU" sz="1600" dirty="0" err="1">
                <a:latin typeface="Courier New" pitchFamily="49" charset="0"/>
              </a:rPr>
              <a:t>ТЗЦены</a:t>
            </a:r>
            <a:r>
              <a:rPr lang="ru-RU" sz="1600" dirty="0" err="1">
                <a:solidFill>
                  <a:srgbClr val="FF0000"/>
                </a:solidFill>
                <a:latin typeface="Courier New" pitchFamily="49" charset="0"/>
              </a:rPr>
              <a:t>.</a:t>
            </a:r>
            <a:r>
              <a:rPr lang="ru-RU" sz="1600" dirty="0" err="1">
                <a:latin typeface="Courier New" pitchFamily="49" charset="0"/>
              </a:rPr>
              <a:t>Колонки</a:t>
            </a:r>
            <a:r>
              <a:rPr lang="ru-RU" sz="1600" dirty="0" err="1">
                <a:solidFill>
                  <a:srgbClr val="FF0000"/>
                </a:solidFill>
                <a:latin typeface="Courier New" pitchFamily="49" charset="0"/>
              </a:rPr>
              <a:t>.</a:t>
            </a:r>
            <a:r>
              <a:rPr lang="ru-RU" sz="1600" dirty="0" err="1">
                <a:latin typeface="Courier New" pitchFamily="49" charset="0"/>
              </a:rPr>
              <a:t>Добавить</a:t>
            </a:r>
            <a:r>
              <a:rPr lang="ru-RU" sz="1600" dirty="0">
                <a:solidFill>
                  <a:srgbClr val="FF0000"/>
                </a:solidFill>
                <a:latin typeface="Courier New" pitchFamily="49" charset="0"/>
              </a:rPr>
              <a:t>(</a:t>
            </a:r>
            <a:r>
              <a:rPr lang="ru-RU" sz="1600" dirty="0">
                <a:solidFill>
                  <a:schemeClr val="tx1"/>
                </a:solidFill>
                <a:latin typeface="Courier New" pitchFamily="49" charset="0"/>
              </a:rPr>
              <a:t>"</a:t>
            </a:r>
            <a:r>
              <a:rPr lang="ru-RU" sz="1600" dirty="0" err="1">
                <a:solidFill>
                  <a:schemeClr val="tx1"/>
                </a:solidFill>
                <a:latin typeface="Courier New" pitchFamily="49" charset="0"/>
              </a:rPr>
              <a:t>КоличествоСтрок</a:t>
            </a:r>
            <a:r>
              <a:rPr lang="ru-RU" sz="1600" dirty="0">
                <a:solidFill>
                  <a:schemeClr val="tx1"/>
                </a:solidFill>
                <a:latin typeface="Courier New" pitchFamily="49" charset="0"/>
              </a:rPr>
              <a:t>"</a:t>
            </a:r>
            <a:r>
              <a:rPr lang="ru-RU" sz="1600" dirty="0">
                <a:solidFill>
                  <a:srgbClr val="FF0000"/>
                </a:solidFill>
                <a:latin typeface="Courier New" pitchFamily="49" charset="0"/>
              </a:rPr>
              <a:t>);</a:t>
            </a:r>
          </a:p>
          <a:p>
            <a:pPr>
              <a:lnSpc>
                <a:spcPct val="80000"/>
              </a:lnSpc>
              <a:buFontTx/>
              <a:buNone/>
            </a:pPr>
            <a:r>
              <a:rPr lang="ru-RU" sz="1600" dirty="0" err="1">
                <a:latin typeface="Courier New" pitchFamily="49" charset="0"/>
              </a:rPr>
              <a:t>ТЗЦены</a:t>
            </a:r>
            <a:r>
              <a:rPr lang="ru-RU" sz="1600" dirty="0" err="1">
                <a:solidFill>
                  <a:srgbClr val="FF0000"/>
                </a:solidFill>
                <a:latin typeface="Courier New" pitchFamily="49" charset="0"/>
              </a:rPr>
              <a:t>.</a:t>
            </a:r>
            <a:r>
              <a:rPr lang="ru-RU" sz="1600" dirty="0" err="1">
                <a:latin typeface="Courier New" pitchFamily="49" charset="0"/>
              </a:rPr>
              <a:t>Колонки</a:t>
            </a:r>
            <a:r>
              <a:rPr lang="ru-RU" sz="1600" dirty="0" err="1">
                <a:solidFill>
                  <a:srgbClr val="FF0000"/>
                </a:solidFill>
                <a:latin typeface="Courier New" pitchFamily="49" charset="0"/>
              </a:rPr>
              <a:t>.</a:t>
            </a:r>
            <a:r>
              <a:rPr lang="ru-RU" sz="1600" dirty="0" err="1">
                <a:latin typeface="Courier New" pitchFamily="49" charset="0"/>
              </a:rPr>
              <a:t>Добавить</a:t>
            </a:r>
            <a:r>
              <a:rPr lang="ru-RU" sz="1600" dirty="0">
                <a:solidFill>
                  <a:srgbClr val="FF0000"/>
                </a:solidFill>
                <a:latin typeface="Courier New" pitchFamily="49" charset="0"/>
              </a:rPr>
              <a:t>(</a:t>
            </a:r>
            <a:r>
              <a:rPr lang="ru-RU" sz="1600" dirty="0">
                <a:solidFill>
                  <a:schemeClr val="tx1"/>
                </a:solidFill>
                <a:latin typeface="Courier New" pitchFamily="49" charset="0"/>
              </a:rPr>
              <a:t>"</a:t>
            </a:r>
            <a:r>
              <a:rPr lang="ru-RU" sz="1600" dirty="0" err="1">
                <a:solidFill>
                  <a:schemeClr val="tx1"/>
                </a:solidFill>
                <a:latin typeface="Courier New" pitchFamily="49" charset="0"/>
              </a:rPr>
              <a:t>ГруппаТоваров</a:t>
            </a:r>
            <a:r>
              <a:rPr lang="ru-RU" sz="1600" dirty="0">
                <a:solidFill>
                  <a:schemeClr val="tx1"/>
                </a:solidFill>
                <a:latin typeface="Courier New" pitchFamily="49" charset="0"/>
              </a:rPr>
              <a:t>"</a:t>
            </a:r>
            <a:r>
              <a:rPr lang="ru-RU" sz="1600" dirty="0">
                <a:solidFill>
                  <a:srgbClr val="FF0000"/>
                </a:solidFill>
                <a:latin typeface="Courier New" pitchFamily="49" charset="0"/>
              </a:rPr>
              <a:t>);</a:t>
            </a:r>
          </a:p>
          <a:p>
            <a:pPr>
              <a:lnSpc>
                <a:spcPct val="80000"/>
              </a:lnSpc>
              <a:buFontTx/>
              <a:buNone/>
            </a:pPr>
            <a:endParaRPr lang="ru-RU" sz="1600" dirty="0">
              <a:latin typeface="Courier New" pitchFamily="49" charset="0"/>
            </a:endParaRPr>
          </a:p>
          <a:p>
            <a:pPr>
              <a:lnSpc>
                <a:spcPct val="80000"/>
              </a:lnSpc>
              <a:buFontTx/>
              <a:buNone/>
            </a:pPr>
            <a:r>
              <a:rPr lang="ru-RU" sz="1600" dirty="0" err="1">
                <a:latin typeface="Courier New" pitchFamily="49" charset="0"/>
              </a:rPr>
              <a:t>ПерваяСтрока</a:t>
            </a:r>
            <a:r>
              <a:rPr lang="ru-RU" sz="1600" dirty="0">
                <a:latin typeface="Courier New" pitchFamily="49" charset="0"/>
              </a:rPr>
              <a:t> </a:t>
            </a:r>
            <a:r>
              <a:rPr lang="ru-RU" sz="1600" dirty="0">
                <a:solidFill>
                  <a:srgbClr val="FF0000"/>
                </a:solidFill>
                <a:latin typeface="Courier New" pitchFamily="49" charset="0"/>
              </a:rPr>
              <a:t>=</a:t>
            </a:r>
            <a:r>
              <a:rPr lang="ru-RU" sz="1600" dirty="0">
                <a:latin typeface="Courier New" pitchFamily="49" charset="0"/>
              </a:rPr>
              <a:t> </a:t>
            </a:r>
            <a:r>
              <a:rPr lang="ru-RU" sz="1600" dirty="0" err="1">
                <a:latin typeface="Courier New" pitchFamily="49" charset="0"/>
              </a:rPr>
              <a:t>ТЗЦены.Добавить</a:t>
            </a:r>
            <a:r>
              <a:rPr lang="ru-RU" sz="1600" dirty="0">
                <a:solidFill>
                  <a:srgbClr val="FF0000"/>
                </a:solidFill>
                <a:latin typeface="Courier New" pitchFamily="49" charset="0"/>
              </a:rPr>
              <a:t>();</a:t>
            </a:r>
          </a:p>
          <a:p>
            <a:pPr>
              <a:lnSpc>
                <a:spcPct val="80000"/>
              </a:lnSpc>
              <a:buFontTx/>
              <a:buNone/>
            </a:pPr>
            <a:r>
              <a:rPr lang="ru-RU" sz="1600" dirty="0" err="1">
                <a:latin typeface="Courier New" pitchFamily="49" charset="0"/>
              </a:rPr>
              <a:t>ПерваяСтрока</a:t>
            </a:r>
            <a:r>
              <a:rPr lang="ru-RU" sz="1600" dirty="0" err="1">
                <a:solidFill>
                  <a:srgbClr val="FF0000"/>
                </a:solidFill>
                <a:latin typeface="Courier New" pitchFamily="49" charset="0"/>
              </a:rPr>
              <a:t>.</a:t>
            </a:r>
            <a:r>
              <a:rPr lang="ru-RU" sz="1600" dirty="0" err="1">
                <a:latin typeface="Courier New" pitchFamily="49" charset="0"/>
              </a:rPr>
              <a:t>ИмяФайла</a:t>
            </a:r>
            <a:r>
              <a:rPr lang="ru-RU" sz="1600" dirty="0">
                <a:latin typeface="Courier New" pitchFamily="49" charset="0"/>
              </a:rPr>
              <a:t>        </a:t>
            </a:r>
            <a:r>
              <a:rPr lang="ru-RU" sz="1600" dirty="0">
                <a:solidFill>
                  <a:srgbClr val="FF0000"/>
                </a:solidFill>
                <a:latin typeface="Courier New" pitchFamily="49" charset="0"/>
              </a:rPr>
              <a:t>=</a:t>
            </a:r>
            <a:r>
              <a:rPr lang="ru-RU" sz="1600" dirty="0">
                <a:latin typeface="Courier New" pitchFamily="49" charset="0"/>
              </a:rPr>
              <a:t> </a:t>
            </a:r>
            <a:r>
              <a:rPr lang="ru-RU" sz="1600" dirty="0">
                <a:solidFill>
                  <a:schemeClr val="tx1"/>
                </a:solidFill>
                <a:latin typeface="Courier New" pitchFamily="49" charset="0"/>
              </a:rPr>
              <a:t>"Прайс ОАО "Лето"".</a:t>
            </a:r>
            <a:r>
              <a:rPr lang="ru-RU" sz="1600" dirty="0" err="1">
                <a:solidFill>
                  <a:schemeClr val="tx1"/>
                </a:solidFill>
                <a:latin typeface="Courier New" pitchFamily="49" charset="0"/>
              </a:rPr>
              <a:t>xls</a:t>
            </a:r>
            <a:r>
              <a:rPr lang="ru-RU" sz="1600" dirty="0">
                <a:solidFill>
                  <a:schemeClr val="tx1"/>
                </a:solidFill>
                <a:latin typeface="Courier New" pitchFamily="49" charset="0"/>
              </a:rPr>
              <a:t>"</a:t>
            </a:r>
            <a:r>
              <a:rPr lang="ru-RU" sz="1600" dirty="0">
                <a:solidFill>
                  <a:srgbClr val="FF0000"/>
                </a:solidFill>
                <a:latin typeface="Courier New" pitchFamily="49" charset="0"/>
              </a:rPr>
              <a:t>;</a:t>
            </a:r>
          </a:p>
          <a:p>
            <a:pPr>
              <a:lnSpc>
                <a:spcPct val="80000"/>
              </a:lnSpc>
              <a:buFontTx/>
              <a:buNone/>
            </a:pPr>
            <a:r>
              <a:rPr lang="ru-RU" sz="1600" dirty="0" err="1">
                <a:latin typeface="Courier New" pitchFamily="49" charset="0"/>
              </a:rPr>
              <a:t>ПерваяСтрока</a:t>
            </a:r>
            <a:r>
              <a:rPr lang="ru-RU" sz="1600" dirty="0" err="1">
                <a:solidFill>
                  <a:srgbClr val="FF0000"/>
                </a:solidFill>
                <a:latin typeface="Courier New" pitchFamily="49" charset="0"/>
              </a:rPr>
              <a:t>.</a:t>
            </a:r>
            <a:r>
              <a:rPr lang="ru-RU" sz="1600" dirty="0" err="1">
                <a:latin typeface="Courier New" pitchFamily="49" charset="0"/>
              </a:rPr>
              <a:t>КоличествоСтрок</a:t>
            </a:r>
            <a:r>
              <a:rPr lang="ru-RU" sz="1600" dirty="0">
                <a:latin typeface="Courier New" pitchFamily="49" charset="0"/>
              </a:rPr>
              <a:t> </a:t>
            </a:r>
            <a:r>
              <a:rPr lang="ru-RU" sz="1600" dirty="0">
                <a:solidFill>
                  <a:srgbClr val="FF0000"/>
                </a:solidFill>
                <a:latin typeface="Courier New" pitchFamily="49" charset="0"/>
              </a:rPr>
              <a:t>=</a:t>
            </a:r>
            <a:r>
              <a:rPr lang="ru-RU" sz="1600" dirty="0">
                <a:latin typeface="Courier New" pitchFamily="49" charset="0"/>
              </a:rPr>
              <a:t> 500</a:t>
            </a:r>
            <a:r>
              <a:rPr lang="ru-RU" sz="1600" dirty="0">
                <a:solidFill>
                  <a:srgbClr val="FF0000"/>
                </a:solidFill>
                <a:latin typeface="Courier New" pitchFamily="49" charset="0"/>
              </a:rPr>
              <a:t>;</a:t>
            </a:r>
          </a:p>
          <a:p>
            <a:pPr>
              <a:lnSpc>
                <a:spcPct val="80000"/>
              </a:lnSpc>
              <a:buFontTx/>
              <a:buNone/>
            </a:pPr>
            <a:endParaRPr lang="ru-RU" sz="1000" dirty="0">
              <a:latin typeface="Courier New" pitchFamily="49" charset="0"/>
            </a:endParaRPr>
          </a:p>
          <a:p>
            <a:pPr>
              <a:lnSpc>
                <a:spcPct val="80000"/>
              </a:lnSpc>
              <a:buFontTx/>
              <a:buNone/>
            </a:pPr>
            <a:endParaRPr lang="ru-RU" sz="1600" dirty="0">
              <a:latin typeface="Courier New" pitchFamily="49" charset="0"/>
            </a:endParaRPr>
          </a:p>
        </p:txBody>
      </p:sp>
      <p:sp>
        <p:nvSpPr>
          <p:cNvPr id="32770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228600"/>
            <a:ext cx="8229600" cy="990600"/>
          </a:xfrm>
        </p:spPr>
        <p:txBody>
          <a:bodyPr/>
          <a:lstStyle/>
          <a:p>
            <a:r>
              <a:rPr lang="ru-RU" dirty="0">
                <a:solidFill>
                  <a:srgbClr val="FF0000"/>
                </a:solidFill>
              </a:rPr>
              <a:t>Таблица значений</a:t>
            </a:r>
          </a:p>
        </p:txBody>
      </p:sp>
      <p:graphicFrame>
        <p:nvGraphicFramePr>
          <p:cNvPr id="6" name="Group 282"/>
          <p:cNvGraphicFramePr>
            <a:graphicFrameLocks noGrp="1"/>
          </p:cNvGraphicFramePr>
          <p:nvPr/>
        </p:nvGraphicFramePr>
        <p:xfrm>
          <a:off x="783158" y="1124744"/>
          <a:ext cx="2925762" cy="431800"/>
        </p:xfrm>
        <a:graphic>
          <a:graphicData uri="http://schemas.openxmlformats.org/drawingml/2006/table">
            <a:tbl>
              <a:tblPr/>
              <a:tblGrid>
                <a:gridCol w="292576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4318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u-RU" sz="1400" b="1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ИмяФайла</a:t>
                      </a:r>
                      <a:endParaRPr kumimoji="0" lang="ru-RU" sz="1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anchor="ctr" horzOverflow="overflow">
                    <a:lnL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0C0C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7" name="Group 282"/>
          <p:cNvGraphicFramePr>
            <a:graphicFrameLocks noGrp="1"/>
          </p:cNvGraphicFramePr>
          <p:nvPr/>
        </p:nvGraphicFramePr>
        <p:xfrm>
          <a:off x="783158" y="1124744"/>
          <a:ext cx="4868862" cy="431800"/>
        </p:xfrm>
        <a:graphic>
          <a:graphicData uri="http://schemas.openxmlformats.org/drawingml/2006/table">
            <a:tbl>
              <a:tblPr/>
              <a:tblGrid>
                <a:gridCol w="292576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9431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318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u-RU" sz="1400" b="1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ИмяФайла</a:t>
                      </a:r>
                      <a:endParaRPr kumimoji="0" lang="ru-RU" sz="1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anchor="ctr" horzOverflow="overflow">
                    <a:lnL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0C0C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u-RU" sz="1400" b="1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КоличествоСтрок</a:t>
                      </a:r>
                      <a:endParaRPr kumimoji="0" lang="ru-RU" sz="1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0C0C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8" name="Group 282"/>
          <p:cNvGraphicFramePr>
            <a:graphicFrameLocks noGrp="1"/>
          </p:cNvGraphicFramePr>
          <p:nvPr/>
        </p:nvGraphicFramePr>
        <p:xfrm>
          <a:off x="783158" y="1124744"/>
          <a:ext cx="7461250" cy="431800"/>
        </p:xfrm>
        <a:graphic>
          <a:graphicData uri="http://schemas.openxmlformats.org/drawingml/2006/table">
            <a:tbl>
              <a:tblPr/>
              <a:tblGrid>
                <a:gridCol w="292576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9431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59238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318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u-RU" sz="1400" b="1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ИмяФайла</a:t>
                      </a:r>
                      <a:endParaRPr kumimoji="0" lang="ru-RU" sz="1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anchor="ctr" horzOverflow="overflow">
                    <a:lnL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0C0C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u-RU" sz="1400" b="1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КоличествоСтрок</a:t>
                      </a:r>
                      <a:endParaRPr kumimoji="0" lang="ru-RU" sz="1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0C0C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u-RU" sz="1400" b="1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ГруппаТоваров</a:t>
                      </a:r>
                      <a:endParaRPr kumimoji="0" lang="ru-RU" sz="1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0C0C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11" name="Group 28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14443702"/>
              </p:ext>
            </p:extLst>
          </p:nvPr>
        </p:nvGraphicFramePr>
        <p:xfrm>
          <a:off x="783158" y="1124310"/>
          <a:ext cx="7461250" cy="863848"/>
        </p:xfrm>
        <a:graphic>
          <a:graphicData uri="http://schemas.openxmlformats.org/drawingml/2006/table">
            <a:tbl>
              <a:tblPr/>
              <a:tblGrid>
                <a:gridCol w="292576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9431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59238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3204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u-RU" sz="1400" b="1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ИмяФайла</a:t>
                      </a:r>
                      <a:endParaRPr kumimoji="0" lang="ru-RU" sz="1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anchor="ctr" horzOverflow="overflow">
                    <a:lnL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0C0C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u-RU" sz="1400" b="1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КоличествоСтрок</a:t>
                      </a:r>
                      <a:endParaRPr kumimoji="0" lang="ru-RU" sz="1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0C0C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u-RU" sz="1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ГруппаТоваров</a:t>
                      </a:r>
                      <a:endParaRPr kumimoji="0" lang="ru-RU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0C0C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3180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u-RU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Прайс ОАО "Лето".</a:t>
                      </a:r>
                      <a:r>
                        <a:rPr kumimoji="0" lang="ru-RU" sz="14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xls</a:t>
                      </a:r>
                      <a:endParaRPr kumimoji="0" lang="ru-RU" sz="1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anchor="ctr" horzOverflow="overflow">
                    <a:lnL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u-RU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500</a:t>
                      </a:r>
                      <a:endParaRPr kumimoji="0" lang="ru-RU" sz="1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L="0" marR="360000" marT="0" marB="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ru-RU" sz="1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L="360000" marR="90000" marT="46800" marB="4680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47689745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71" name="Rectangle 3"/>
          <p:cNvSpPr>
            <a:spLocks noGrp="1" noChangeArrowheads="1"/>
          </p:cNvSpPr>
          <p:nvPr>
            <p:ph idx="1"/>
          </p:nvPr>
        </p:nvSpPr>
        <p:spPr>
          <a:xfrm>
            <a:off x="304800" y="3140968"/>
            <a:ext cx="8534400" cy="2971800"/>
          </a:xfrm>
        </p:spPr>
        <p:txBody>
          <a:bodyPr/>
          <a:lstStyle/>
          <a:p>
            <a:pPr>
              <a:lnSpc>
                <a:spcPct val="80000"/>
              </a:lnSpc>
              <a:buFontTx/>
              <a:buNone/>
            </a:pPr>
            <a:r>
              <a:rPr lang="ru-RU" sz="1600" dirty="0" err="1">
                <a:latin typeface="Courier New" pitchFamily="49" charset="0"/>
              </a:rPr>
              <a:t>ТЗЦены</a:t>
            </a:r>
            <a:r>
              <a:rPr lang="ru-RU" sz="1600" dirty="0">
                <a:latin typeface="Courier New" pitchFamily="49" charset="0"/>
              </a:rPr>
              <a:t> </a:t>
            </a:r>
            <a:r>
              <a:rPr lang="ru-RU" sz="1600" dirty="0">
                <a:solidFill>
                  <a:srgbClr val="FF0000"/>
                </a:solidFill>
                <a:latin typeface="Courier New" pitchFamily="49" charset="0"/>
              </a:rPr>
              <a:t>=</a:t>
            </a:r>
            <a:r>
              <a:rPr lang="ru-RU" sz="1600" dirty="0">
                <a:latin typeface="Courier New" pitchFamily="49" charset="0"/>
              </a:rPr>
              <a:t> </a:t>
            </a:r>
            <a:r>
              <a:rPr lang="ru-RU" sz="1600" b="1" dirty="0">
                <a:solidFill>
                  <a:srgbClr val="FF0000"/>
                </a:solidFill>
                <a:latin typeface="Courier New" pitchFamily="49" charset="0"/>
              </a:rPr>
              <a:t>Новый </a:t>
            </a:r>
            <a:r>
              <a:rPr lang="ru-RU" sz="1600" dirty="0" err="1">
                <a:solidFill>
                  <a:srgbClr val="FF0000"/>
                </a:solidFill>
                <a:latin typeface="Courier New" pitchFamily="49" charset="0"/>
              </a:rPr>
              <a:t>ТаблицаЗначений</a:t>
            </a:r>
            <a:r>
              <a:rPr lang="ru-RU" sz="1600" dirty="0">
                <a:solidFill>
                  <a:srgbClr val="FF0000"/>
                </a:solidFill>
                <a:latin typeface="Courier New" pitchFamily="49" charset="0"/>
              </a:rPr>
              <a:t>;</a:t>
            </a:r>
          </a:p>
          <a:p>
            <a:pPr>
              <a:lnSpc>
                <a:spcPct val="80000"/>
              </a:lnSpc>
              <a:buFontTx/>
              <a:buNone/>
            </a:pPr>
            <a:endParaRPr lang="ru-RU" sz="1600" dirty="0">
              <a:latin typeface="Courier New" pitchFamily="49" charset="0"/>
            </a:endParaRPr>
          </a:p>
          <a:p>
            <a:pPr>
              <a:lnSpc>
                <a:spcPct val="80000"/>
              </a:lnSpc>
              <a:buFontTx/>
              <a:buNone/>
            </a:pPr>
            <a:r>
              <a:rPr lang="ru-RU" sz="1600" dirty="0" err="1">
                <a:latin typeface="Courier New" pitchFamily="49" charset="0"/>
              </a:rPr>
              <a:t>ТЗЦены</a:t>
            </a:r>
            <a:r>
              <a:rPr lang="ru-RU" sz="1600" dirty="0" err="1">
                <a:solidFill>
                  <a:srgbClr val="FF0000"/>
                </a:solidFill>
                <a:latin typeface="Courier New" pitchFamily="49" charset="0"/>
              </a:rPr>
              <a:t>.</a:t>
            </a:r>
            <a:r>
              <a:rPr lang="ru-RU" sz="1600" dirty="0" err="1">
                <a:latin typeface="Courier New" pitchFamily="49" charset="0"/>
              </a:rPr>
              <a:t>Колонки</a:t>
            </a:r>
            <a:r>
              <a:rPr lang="ru-RU" sz="1600" dirty="0" err="1">
                <a:solidFill>
                  <a:srgbClr val="FF0000"/>
                </a:solidFill>
                <a:latin typeface="Courier New" pitchFamily="49" charset="0"/>
              </a:rPr>
              <a:t>.</a:t>
            </a:r>
            <a:r>
              <a:rPr lang="ru-RU" sz="1600" dirty="0" err="1">
                <a:latin typeface="Courier New" pitchFamily="49" charset="0"/>
              </a:rPr>
              <a:t>Добавить</a:t>
            </a:r>
            <a:r>
              <a:rPr lang="ru-RU" sz="1600" dirty="0">
                <a:solidFill>
                  <a:srgbClr val="FF0000"/>
                </a:solidFill>
                <a:latin typeface="Courier New" pitchFamily="49" charset="0"/>
              </a:rPr>
              <a:t>(</a:t>
            </a:r>
            <a:r>
              <a:rPr lang="ru-RU" sz="1600" dirty="0">
                <a:solidFill>
                  <a:schemeClr val="tx1"/>
                </a:solidFill>
                <a:latin typeface="Courier New" pitchFamily="49" charset="0"/>
              </a:rPr>
              <a:t>"</a:t>
            </a:r>
            <a:r>
              <a:rPr lang="ru-RU" sz="1600" dirty="0" err="1">
                <a:solidFill>
                  <a:schemeClr val="tx1"/>
                </a:solidFill>
                <a:latin typeface="Courier New" pitchFamily="49" charset="0"/>
              </a:rPr>
              <a:t>ИмяФайла</a:t>
            </a:r>
            <a:r>
              <a:rPr lang="ru-RU" sz="1600" dirty="0">
                <a:solidFill>
                  <a:schemeClr val="tx1"/>
                </a:solidFill>
                <a:latin typeface="Courier New" pitchFamily="49" charset="0"/>
              </a:rPr>
              <a:t>"</a:t>
            </a:r>
            <a:r>
              <a:rPr lang="ru-RU" sz="1600" dirty="0">
                <a:solidFill>
                  <a:srgbClr val="FF0000"/>
                </a:solidFill>
                <a:latin typeface="Courier New" pitchFamily="49" charset="0"/>
              </a:rPr>
              <a:t>);</a:t>
            </a:r>
          </a:p>
          <a:p>
            <a:pPr>
              <a:lnSpc>
                <a:spcPct val="80000"/>
              </a:lnSpc>
              <a:buFontTx/>
              <a:buNone/>
            </a:pPr>
            <a:r>
              <a:rPr lang="ru-RU" sz="1600" dirty="0" err="1">
                <a:latin typeface="Courier New" pitchFamily="49" charset="0"/>
              </a:rPr>
              <a:t>ТЗЦены</a:t>
            </a:r>
            <a:r>
              <a:rPr lang="ru-RU" sz="1600" dirty="0" err="1">
                <a:solidFill>
                  <a:srgbClr val="FF0000"/>
                </a:solidFill>
                <a:latin typeface="Courier New" pitchFamily="49" charset="0"/>
              </a:rPr>
              <a:t>.</a:t>
            </a:r>
            <a:r>
              <a:rPr lang="ru-RU" sz="1600" dirty="0" err="1">
                <a:latin typeface="Courier New" pitchFamily="49" charset="0"/>
              </a:rPr>
              <a:t>Колонки</a:t>
            </a:r>
            <a:r>
              <a:rPr lang="ru-RU" sz="1600" dirty="0" err="1">
                <a:solidFill>
                  <a:srgbClr val="FF0000"/>
                </a:solidFill>
                <a:latin typeface="Courier New" pitchFamily="49" charset="0"/>
              </a:rPr>
              <a:t>.</a:t>
            </a:r>
            <a:r>
              <a:rPr lang="ru-RU" sz="1600" dirty="0" err="1">
                <a:latin typeface="Courier New" pitchFamily="49" charset="0"/>
              </a:rPr>
              <a:t>Добавить</a:t>
            </a:r>
            <a:r>
              <a:rPr lang="ru-RU" sz="1600" dirty="0">
                <a:solidFill>
                  <a:srgbClr val="FF0000"/>
                </a:solidFill>
                <a:latin typeface="Courier New" pitchFamily="49" charset="0"/>
              </a:rPr>
              <a:t>(</a:t>
            </a:r>
            <a:r>
              <a:rPr lang="ru-RU" sz="1600" dirty="0">
                <a:solidFill>
                  <a:schemeClr val="tx1"/>
                </a:solidFill>
                <a:latin typeface="Courier New" pitchFamily="49" charset="0"/>
              </a:rPr>
              <a:t>"</a:t>
            </a:r>
            <a:r>
              <a:rPr lang="ru-RU" sz="1600" dirty="0" err="1">
                <a:solidFill>
                  <a:schemeClr val="tx1"/>
                </a:solidFill>
                <a:latin typeface="Courier New" pitchFamily="49" charset="0"/>
              </a:rPr>
              <a:t>КоличествоСтрок</a:t>
            </a:r>
            <a:r>
              <a:rPr lang="ru-RU" sz="1600" dirty="0">
                <a:solidFill>
                  <a:schemeClr val="tx1"/>
                </a:solidFill>
                <a:latin typeface="Courier New" pitchFamily="49" charset="0"/>
              </a:rPr>
              <a:t>"</a:t>
            </a:r>
            <a:r>
              <a:rPr lang="ru-RU" sz="1600" dirty="0">
                <a:solidFill>
                  <a:srgbClr val="FF0000"/>
                </a:solidFill>
                <a:latin typeface="Courier New" pitchFamily="49" charset="0"/>
              </a:rPr>
              <a:t>);</a:t>
            </a:r>
          </a:p>
          <a:p>
            <a:pPr>
              <a:lnSpc>
                <a:spcPct val="80000"/>
              </a:lnSpc>
              <a:buFontTx/>
              <a:buNone/>
            </a:pPr>
            <a:r>
              <a:rPr lang="ru-RU" sz="1600" dirty="0" err="1">
                <a:latin typeface="Courier New" pitchFamily="49" charset="0"/>
              </a:rPr>
              <a:t>ТЗЦены</a:t>
            </a:r>
            <a:r>
              <a:rPr lang="ru-RU" sz="1600" dirty="0" err="1">
                <a:solidFill>
                  <a:srgbClr val="FF0000"/>
                </a:solidFill>
                <a:latin typeface="Courier New" pitchFamily="49" charset="0"/>
              </a:rPr>
              <a:t>.</a:t>
            </a:r>
            <a:r>
              <a:rPr lang="ru-RU" sz="1600" dirty="0" err="1">
                <a:latin typeface="Courier New" pitchFamily="49" charset="0"/>
              </a:rPr>
              <a:t>Колонки</a:t>
            </a:r>
            <a:r>
              <a:rPr lang="ru-RU" sz="1600" dirty="0" err="1">
                <a:solidFill>
                  <a:srgbClr val="FF0000"/>
                </a:solidFill>
                <a:latin typeface="Courier New" pitchFamily="49" charset="0"/>
              </a:rPr>
              <a:t>.</a:t>
            </a:r>
            <a:r>
              <a:rPr lang="ru-RU" sz="1600" dirty="0" err="1">
                <a:latin typeface="Courier New" pitchFamily="49" charset="0"/>
              </a:rPr>
              <a:t>Добавить</a:t>
            </a:r>
            <a:r>
              <a:rPr lang="ru-RU" sz="1600" dirty="0">
                <a:solidFill>
                  <a:srgbClr val="FF0000"/>
                </a:solidFill>
                <a:latin typeface="Courier New" pitchFamily="49" charset="0"/>
              </a:rPr>
              <a:t>(</a:t>
            </a:r>
            <a:r>
              <a:rPr lang="ru-RU" sz="1600" dirty="0">
                <a:solidFill>
                  <a:schemeClr val="tx1"/>
                </a:solidFill>
                <a:latin typeface="Courier New" pitchFamily="49" charset="0"/>
              </a:rPr>
              <a:t>"</a:t>
            </a:r>
            <a:r>
              <a:rPr lang="ru-RU" sz="1600" dirty="0" err="1">
                <a:solidFill>
                  <a:schemeClr val="tx1"/>
                </a:solidFill>
                <a:latin typeface="Courier New" pitchFamily="49" charset="0"/>
              </a:rPr>
              <a:t>ГруппаТоваров</a:t>
            </a:r>
            <a:r>
              <a:rPr lang="ru-RU" sz="1600" dirty="0">
                <a:solidFill>
                  <a:schemeClr val="tx1"/>
                </a:solidFill>
                <a:latin typeface="Courier New" pitchFamily="49" charset="0"/>
              </a:rPr>
              <a:t>"</a:t>
            </a:r>
            <a:r>
              <a:rPr lang="ru-RU" sz="1600" dirty="0">
                <a:solidFill>
                  <a:srgbClr val="FF0000"/>
                </a:solidFill>
                <a:latin typeface="Courier New" pitchFamily="49" charset="0"/>
              </a:rPr>
              <a:t>);</a:t>
            </a:r>
          </a:p>
          <a:p>
            <a:pPr>
              <a:lnSpc>
                <a:spcPct val="80000"/>
              </a:lnSpc>
              <a:buFontTx/>
              <a:buNone/>
            </a:pPr>
            <a:endParaRPr lang="ru-RU" sz="1600" dirty="0">
              <a:latin typeface="Courier New" pitchFamily="49" charset="0"/>
            </a:endParaRPr>
          </a:p>
          <a:p>
            <a:pPr>
              <a:lnSpc>
                <a:spcPct val="80000"/>
              </a:lnSpc>
              <a:buFontTx/>
              <a:buNone/>
            </a:pPr>
            <a:r>
              <a:rPr lang="ru-RU" sz="1600" dirty="0" err="1">
                <a:latin typeface="Courier New" pitchFamily="49" charset="0"/>
              </a:rPr>
              <a:t>ПерваяСтрока</a:t>
            </a:r>
            <a:r>
              <a:rPr lang="ru-RU" sz="1600" dirty="0">
                <a:latin typeface="Courier New" pitchFamily="49" charset="0"/>
              </a:rPr>
              <a:t> </a:t>
            </a:r>
            <a:r>
              <a:rPr lang="ru-RU" sz="1600" dirty="0">
                <a:solidFill>
                  <a:srgbClr val="FF0000"/>
                </a:solidFill>
                <a:latin typeface="Courier New" pitchFamily="49" charset="0"/>
              </a:rPr>
              <a:t>=</a:t>
            </a:r>
            <a:r>
              <a:rPr lang="ru-RU" sz="1600" dirty="0">
                <a:latin typeface="Courier New" pitchFamily="49" charset="0"/>
              </a:rPr>
              <a:t> </a:t>
            </a:r>
            <a:r>
              <a:rPr lang="ru-RU" sz="1600" dirty="0" err="1">
                <a:latin typeface="Courier New" pitchFamily="49" charset="0"/>
              </a:rPr>
              <a:t>ТЗЦены.Добавить</a:t>
            </a:r>
            <a:r>
              <a:rPr lang="ru-RU" sz="1600" dirty="0">
                <a:solidFill>
                  <a:srgbClr val="FF0000"/>
                </a:solidFill>
                <a:latin typeface="Courier New" pitchFamily="49" charset="0"/>
              </a:rPr>
              <a:t>();</a:t>
            </a:r>
          </a:p>
          <a:p>
            <a:pPr>
              <a:lnSpc>
                <a:spcPct val="80000"/>
              </a:lnSpc>
              <a:buFontTx/>
              <a:buNone/>
            </a:pPr>
            <a:r>
              <a:rPr lang="ru-RU" sz="1600" dirty="0" err="1">
                <a:latin typeface="Courier New" pitchFamily="49" charset="0"/>
              </a:rPr>
              <a:t>ПерваяСтрока</a:t>
            </a:r>
            <a:r>
              <a:rPr lang="ru-RU" sz="1600" dirty="0" err="1">
                <a:solidFill>
                  <a:srgbClr val="FF0000"/>
                </a:solidFill>
                <a:latin typeface="Courier New" pitchFamily="49" charset="0"/>
              </a:rPr>
              <a:t>.</a:t>
            </a:r>
            <a:r>
              <a:rPr lang="ru-RU" sz="1600" dirty="0" err="1">
                <a:latin typeface="Courier New" pitchFamily="49" charset="0"/>
              </a:rPr>
              <a:t>ИмяФайла</a:t>
            </a:r>
            <a:r>
              <a:rPr lang="ru-RU" sz="1600" dirty="0">
                <a:latin typeface="Courier New" pitchFamily="49" charset="0"/>
              </a:rPr>
              <a:t>        </a:t>
            </a:r>
            <a:r>
              <a:rPr lang="ru-RU" sz="1600" dirty="0">
                <a:solidFill>
                  <a:srgbClr val="FF0000"/>
                </a:solidFill>
                <a:latin typeface="Courier New" pitchFamily="49" charset="0"/>
              </a:rPr>
              <a:t>=</a:t>
            </a:r>
            <a:r>
              <a:rPr lang="ru-RU" sz="1600" dirty="0">
                <a:latin typeface="Courier New" pitchFamily="49" charset="0"/>
              </a:rPr>
              <a:t> </a:t>
            </a:r>
            <a:r>
              <a:rPr lang="ru-RU" sz="1600" dirty="0">
                <a:solidFill>
                  <a:schemeClr val="tx1"/>
                </a:solidFill>
                <a:latin typeface="Courier New" pitchFamily="49" charset="0"/>
              </a:rPr>
              <a:t>"Прайс ОАО "Лето"".</a:t>
            </a:r>
            <a:r>
              <a:rPr lang="ru-RU" sz="1600" dirty="0" err="1">
                <a:solidFill>
                  <a:schemeClr val="tx1"/>
                </a:solidFill>
                <a:latin typeface="Courier New" pitchFamily="49" charset="0"/>
              </a:rPr>
              <a:t>xls</a:t>
            </a:r>
            <a:r>
              <a:rPr lang="ru-RU" sz="1600" dirty="0">
                <a:solidFill>
                  <a:schemeClr val="tx1"/>
                </a:solidFill>
                <a:latin typeface="Courier New" pitchFamily="49" charset="0"/>
              </a:rPr>
              <a:t>"</a:t>
            </a:r>
            <a:r>
              <a:rPr lang="ru-RU" sz="1600" dirty="0">
                <a:solidFill>
                  <a:srgbClr val="FF0000"/>
                </a:solidFill>
                <a:latin typeface="Courier New" pitchFamily="49" charset="0"/>
              </a:rPr>
              <a:t>;</a:t>
            </a:r>
          </a:p>
          <a:p>
            <a:pPr>
              <a:lnSpc>
                <a:spcPct val="80000"/>
              </a:lnSpc>
              <a:buFontTx/>
              <a:buNone/>
            </a:pPr>
            <a:r>
              <a:rPr lang="ru-RU" sz="1600" dirty="0" err="1">
                <a:latin typeface="Courier New" pitchFamily="49" charset="0"/>
              </a:rPr>
              <a:t>ПерваяСтрока</a:t>
            </a:r>
            <a:r>
              <a:rPr lang="ru-RU" sz="1600" dirty="0" err="1">
                <a:solidFill>
                  <a:srgbClr val="FF0000"/>
                </a:solidFill>
                <a:latin typeface="Courier New" pitchFamily="49" charset="0"/>
              </a:rPr>
              <a:t>.</a:t>
            </a:r>
            <a:r>
              <a:rPr lang="ru-RU" sz="1600" dirty="0" err="1">
                <a:latin typeface="Courier New" pitchFamily="49" charset="0"/>
              </a:rPr>
              <a:t>КоличествоСтрок</a:t>
            </a:r>
            <a:r>
              <a:rPr lang="ru-RU" sz="1600" dirty="0">
                <a:latin typeface="Courier New" pitchFamily="49" charset="0"/>
              </a:rPr>
              <a:t> </a:t>
            </a:r>
            <a:r>
              <a:rPr lang="ru-RU" sz="1600" dirty="0">
                <a:solidFill>
                  <a:srgbClr val="FF0000"/>
                </a:solidFill>
                <a:latin typeface="Courier New" pitchFamily="49" charset="0"/>
              </a:rPr>
              <a:t>=</a:t>
            </a:r>
            <a:r>
              <a:rPr lang="ru-RU" sz="1600" dirty="0">
                <a:latin typeface="Courier New" pitchFamily="49" charset="0"/>
              </a:rPr>
              <a:t> 500</a:t>
            </a:r>
            <a:r>
              <a:rPr lang="ru-RU" sz="1600" dirty="0">
                <a:solidFill>
                  <a:srgbClr val="FF0000"/>
                </a:solidFill>
                <a:latin typeface="Courier New" pitchFamily="49" charset="0"/>
              </a:rPr>
              <a:t>;</a:t>
            </a:r>
          </a:p>
          <a:p>
            <a:pPr>
              <a:lnSpc>
                <a:spcPct val="80000"/>
              </a:lnSpc>
              <a:buNone/>
            </a:pPr>
            <a:r>
              <a:rPr lang="ru-RU" sz="1600" dirty="0" err="1">
                <a:latin typeface="Courier New" pitchFamily="49" charset="0"/>
              </a:rPr>
              <a:t>ПерваяСтрока</a:t>
            </a:r>
            <a:r>
              <a:rPr lang="ru-RU" sz="1600" dirty="0" err="1">
                <a:solidFill>
                  <a:srgbClr val="FF0000"/>
                </a:solidFill>
                <a:latin typeface="Courier New" pitchFamily="49" charset="0"/>
              </a:rPr>
              <a:t>.</a:t>
            </a:r>
            <a:r>
              <a:rPr lang="ru-RU" sz="1600" dirty="0" err="1">
                <a:latin typeface="Courier New" pitchFamily="49" charset="0"/>
              </a:rPr>
              <a:t>ГруппаТоваров</a:t>
            </a:r>
            <a:r>
              <a:rPr lang="ru-RU" sz="1600" dirty="0">
                <a:latin typeface="Courier New" pitchFamily="49" charset="0"/>
              </a:rPr>
              <a:t>   </a:t>
            </a:r>
            <a:r>
              <a:rPr lang="ru-RU" sz="1600" dirty="0">
                <a:solidFill>
                  <a:srgbClr val="FF0000"/>
                </a:solidFill>
                <a:latin typeface="Courier New" pitchFamily="49" charset="0"/>
              </a:rPr>
              <a:t>=</a:t>
            </a:r>
            <a:r>
              <a:rPr lang="ru-RU" sz="1600" dirty="0">
                <a:latin typeface="Courier New" pitchFamily="49" charset="0"/>
              </a:rPr>
              <a:t> </a:t>
            </a:r>
            <a:r>
              <a:rPr lang="ru-RU" sz="1000" dirty="0" err="1">
                <a:latin typeface="Courier New" pitchFamily="49" charset="0"/>
              </a:rPr>
              <a:t>Справочники.Номенклатура.НайтиПоНаименованию</a:t>
            </a:r>
            <a:r>
              <a:rPr lang="ru-RU" sz="1000" dirty="0">
                <a:latin typeface="Courier New" pitchFamily="49" charset="0"/>
              </a:rPr>
              <a:t>(</a:t>
            </a:r>
            <a:r>
              <a:rPr lang="ru-RU" sz="1000" dirty="0">
                <a:solidFill>
                  <a:schemeClr val="tx1"/>
                </a:solidFill>
                <a:latin typeface="Courier New" pitchFamily="49" charset="0"/>
              </a:rPr>
              <a:t>"Лето"</a:t>
            </a:r>
            <a:r>
              <a:rPr lang="ru-RU" sz="1000" dirty="0">
                <a:latin typeface="Courier New" pitchFamily="49" charset="0"/>
              </a:rPr>
              <a:t>)</a:t>
            </a:r>
            <a:r>
              <a:rPr lang="ru-RU" sz="1000" dirty="0">
                <a:solidFill>
                  <a:srgbClr val="FF0000"/>
                </a:solidFill>
                <a:latin typeface="Courier New" pitchFamily="49" charset="0"/>
              </a:rPr>
              <a:t>;</a:t>
            </a:r>
          </a:p>
          <a:p>
            <a:pPr>
              <a:lnSpc>
                <a:spcPct val="80000"/>
              </a:lnSpc>
              <a:buFontTx/>
              <a:buNone/>
            </a:pPr>
            <a:endParaRPr lang="ru-RU" sz="1000" dirty="0">
              <a:latin typeface="Courier New" pitchFamily="49" charset="0"/>
            </a:endParaRPr>
          </a:p>
        </p:txBody>
      </p:sp>
      <p:sp>
        <p:nvSpPr>
          <p:cNvPr id="32770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228600"/>
            <a:ext cx="8229600" cy="990600"/>
          </a:xfrm>
        </p:spPr>
        <p:txBody>
          <a:bodyPr/>
          <a:lstStyle/>
          <a:p>
            <a:r>
              <a:rPr lang="ru-RU" dirty="0">
                <a:solidFill>
                  <a:srgbClr val="FF0000"/>
                </a:solidFill>
              </a:rPr>
              <a:t>Таблица значений</a:t>
            </a:r>
          </a:p>
        </p:txBody>
      </p:sp>
      <p:graphicFrame>
        <p:nvGraphicFramePr>
          <p:cNvPr id="6" name="Group 282"/>
          <p:cNvGraphicFramePr>
            <a:graphicFrameLocks noGrp="1"/>
          </p:cNvGraphicFramePr>
          <p:nvPr/>
        </p:nvGraphicFramePr>
        <p:xfrm>
          <a:off x="783158" y="1124744"/>
          <a:ext cx="2925762" cy="431800"/>
        </p:xfrm>
        <a:graphic>
          <a:graphicData uri="http://schemas.openxmlformats.org/drawingml/2006/table">
            <a:tbl>
              <a:tblPr/>
              <a:tblGrid>
                <a:gridCol w="292576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4318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u-RU" sz="1400" b="1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ИмяФайла</a:t>
                      </a:r>
                      <a:endParaRPr kumimoji="0" lang="ru-RU" sz="1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anchor="ctr" horzOverflow="overflow">
                    <a:lnL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0C0C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7" name="Group 282"/>
          <p:cNvGraphicFramePr>
            <a:graphicFrameLocks noGrp="1"/>
          </p:cNvGraphicFramePr>
          <p:nvPr/>
        </p:nvGraphicFramePr>
        <p:xfrm>
          <a:off x="783158" y="1124744"/>
          <a:ext cx="4868862" cy="431800"/>
        </p:xfrm>
        <a:graphic>
          <a:graphicData uri="http://schemas.openxmlformats.org/drawingml/2006/table">
            <a:tbl>
              <a:tblPr/>
              <a:tblGrid>
                <a:gridCol w="292576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9431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318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u-RU" sz="1400" b="1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ИмяФайла</a:t>
                      </a:r>
                      <a:endParaRPr kumimoji="0" lang="ru-RU" sz="1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anchor="ctr" horzOverflow="overflow">
                    <a:lnL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0C0C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u-RU" sz="1400" b="1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КоличествоСтрок</a:t>
                      </a:r>
                      <a:endParaRPr kumimoji="0" lang="ru-RU" sz="1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0C0C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8" name="Group 282"/>
          <p:cNvGraphicFramePr>
            <a:graphicFrameLocks noGrp="1"/>
          </p:cNvGraphicFramePr>
          <p:nvPr/>
        </p:nvGraphicFramePr>
        <p:xfrm>
          <a:off x="783158" y="1124744"/>
          <a:ext cx="7461250" cy="431800"/>
        </p:xfrm>
        <a:graphic>
          <a:graphicData uri="http://schemas.openxmlformats.org/drawingml/2006/table">
            <a:tbl>
              <a:tblPr/>
              <a:tblGrid>
                <a:gridCol w="292576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9431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59238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318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u-RU" sz="1400" b="1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ИмяФайла</a:t>
                      </a:r>
                      <a:endParaRPr kumimoji="0" lang="ru-RU" sz="1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anchor="ctr" horzOverflow="overflow">
                    <a:lnL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0C0C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u-RU" sz="1400" b="1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КоличествоСтрок</a:t>
                      </a:r>
                      <a:endParaRPr kumimoji="0" lang="ru-RU" sz="1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0C0C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u-RU" sz="1400" b="1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ГруппаТоваров</a:t>
                      </a:r>
                      <a:endParaRPr kumimoji="0" lang="ru-RU" sz="1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0C0C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11" name="Group 282"/>
          <p:cNvGraphicFramePr>
            <a:graphicFrameLocks noGrp="1"/>
          </p:cNvGraphicFramePr>
          <p:nvPr/>
        </p:nvGraphicFramePr>
        <p:xfrm>
          <a:off x="783158" y="1124310"/>
          <a:ext cx="7461250" cy="863848"/>
        </p:xfrm>
        <a:graphic>
          <a:graphicData uri="http://schemas.openxmlformats.org/drawingml/2006/table">
            <a:tbl>
              <a:tblPr/>
              <a:tblGrid>
                <a:gridCol w="292576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9431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59238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3204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u-RU" sz="1400" b="1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ИмяФайла</a:t>
                      </a:r>
                      <a:endParaRPr kumimoji="0" lang="ru-RU" sz="1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anchor="ctr" horzOverflow="overflow">
                    <a:lnL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0C0C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u-RU" sz="1400" b="1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КоличествоСтрок</a:t>
                      </a:r>
                      <a:endParaRPr kumimoji="0" lang="ru-RU" sz="1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0C0C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u-RU" sz="1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ГруппаТоваров</a:t>
                      </a:r>
                      <a:endParaRPr kumimoji="0" lang="ru-RU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0C0C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3180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u-RU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Прайс ОАО "Лето".</a:t>
                      </a:r>
                      <a:r>
                        <a:rPr kumimoji="0" lang="ru-RU" sz="14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xls</a:t>
                      </a:r>
                      <a:endParaRPr kumimoji="0" lang="ru-RU" sz="1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anchor="ctr" horzOverflow="overflow">
                    <a:lnL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u-RU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500</a:t>
                      </a:r>
                      <a:endParaRPr kumimoji="0" lang="ru-RU" sz="1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L="0" marR="360000" marT="0" marB="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u-RU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Лето</a:t>
                      </a:r>
                      <a:endParaRPr kumimoji="0" lang="ru-RU" sz="1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L="360000" marR="90000" marT="46800" marB="4680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15020597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71" name="Rectangle 3"/>
          <p:cNvSpPr>
            <a:spLocks noGrp="1" noChangeArrowheads="1"/>
          </p:cNvSpPr>
          <p:nvPr>
            <p:ph idx="1"/>
          </p:nvPr>
        </p:nvSpPr>
        <p:spPr>
          <a:xfrm>
            <a:off x="304800" y="3140968"/>
            <a:ext cx="8534400" cy="2971800"/>
          </a:xfrm>
        </p:spPr>
        <p:txBody>
          <a:bodyPr/>
          <a:lstStyle/>
          <a:p>
            <a:pPr>
              <a:lnSpc>
                <a:spcPct val="80000"/>
              </a:lnSpc>
              <a:buFontTx/>
              <a:buNone/>
            </a:pPr>
            <a:r>
              <a:rPr lang="ru-RU" sz="1600" dirty="0" err="1">
                <a:latin typeface="Courier New" pitchFamily="49" charset="0"/>
              </a:rPr>
              <a:t>ТЗЦены</a:t>
            </a:r>
            <a:r>
              <a:rPr lang="ru-RU" sz="1600" dirty="0">
                <a:latin typeface="Courier New" pitchFamily="49" charset="0"/>
              </a:rPr>
              <a:t> </a:t>
            </a:r>
            <a:r>
              <a:rPr lang="ru-RU" sz="1600" dirty="0">
                <a:solidFill>
                  <a:srgbClr val="FF0000"/>
                </a:solidFill>
                <a:latin typeface="Courier New" pitchFamily="49" charset="0"/>
              </a:rPr>
              <a:t>=</a:t>
            </a:r>
            <a:r>
              <a:rPr lang="ru-RU" sz="1600" dirty="0">
                <a:latin typeface="Courier New" pitchFamily="49" charset="0"/>
              </a:rPr>
              <a:t> </a:t>
            </a:r>
            <a:r>
              <a:rPr lang="ru-RU" sz="1600" b="1" dirty="0">
                <a:solidFill>
                  <a:srgbClr val="FF0000"/>
                </a:solidFill>
                <a:latin typeface="Courier New" pitchFamily="49" charset="0"/>
              </a:rPr>
              <a:t>Новый </a:t>
            </a:r>
            <a:r>
              <a:rPr lang="ru-RU" sz="1600" dirty="0" err="1">
                <a:solidFill>
                  <a:srgbClr val="FF0000"/>
                </a:solidFill>
                <a:latin typeface="Courier New" pitchFamily="49" charset="0"/>
              </a:rPr>
              <a:t>ТаблицаЗначений</a:t>
            </a:r>
            <a:r>
              <a:rPr lang="ru-RU" sz="1600" dirty="0">
                <a:solidFill>
                  <a:srgbClr val="FF0000"/>
                </a:solidFill>
                <a:latin typeface="Courier New" pitchFamily="49" charset="0"/>
              </a:rPr>
              <a:t>;</a:t>
            </a:r>
          </a:p>
          <a:p>
            <a:pPr>
              <a:lnSpc>
                <a:spcPct val="80000"/>
              </a:lnSpc>
              <a:buFontTx/>
              <a:buNone/>
            </a:pPr>
            <a:endParaRPr lang="ru-RU" sz="1600" dirty="0">
              <a:latin typeface="Courier New" pitchFamily="49" charset="0"/>
            </a:endParaRPr>
          </a:p>
          <a:p>
            <a:pPr>
              <a:lnSpc>
                <a:spcPct val="80000"/>
              </a:lnSpc>
              <a:buFontTx/>
              <a:buNone/>
            </a:pPr>
            <a:r>
              <a:rPr lang="ru-RU" sz="1600" dirty="0" err="1">
                <a:latin typeface="Courier New" pitchFamily="49" charset="0"/>
              </a:rPr>
              <a:t>ТЗЦены</a:t>
            </a:r>
            <a:r>
              <a:rPr lang="ru-RU" sz="1600" dirty="0" err="1">
                <a:solidFill>
                  <a:srgbClr val="FF0000"/>
                </a:solidFill>
                <a:latin typeface="Courier New" pitchFamily="49" charset="0"/>
              </a:rPr>
              <a:t>.</a:t>
            </a:r>
            <a:r>
              <a:rPr lang="ru-RU" sz="1600" dirty="0" err="1">
                <a:latin typeface="Courier New" pitchFamily="49" charset="0"/>
              </a:rPr>
              <a:t>Колонки</a:t>
            </a:r>
            <a:r>
              <a:rPr lang="ru-RU" sz="1600" dirty="0" err="1">
                <a:solidFill>
                  <a:srgbClr val="FF0000"/>
                </a:solidFill>
                <a:latin typeface="Courier New" pitchFamily="49" charset="0"/>
              </a:rPr>
              <a:t>.</a:t>
            </a:r>
            <a:r>
              <a:rPr lang="ru-RU" sz="1600" dirty="0" err="1">
                <a:latin typeface="Courier New" pitchFamily="49" charset="0"/>
              </a:rPr>
              <a:t>Добавить</a:t>
            </a:r>
            <a:r>
              <a:rPr lang="ru-RU" sz="1600" dirty="0">
                <a:solidFill>
                  <a:srgbClr val="FF0000"/>
                </a:solidFill>
                <a:latin typeface="Courier New" pitchFamily="49" charset="0"/>
              </a:rPr>
              <a:t>(</a:t>
            </a:r>
            <a:r>
              <a:rPr lang="ru-RU" sz="1600" dirty="0">
                <a:solidFill>
                  <a:schemeClr val="tx1"/>
                </a:solidFill>
                <a:latin typeface="Courier New" pitchFamily="49" charset="0"/>
              </a:rPr>
              <a:t>"</a:t>
            </a:r>
            <a:r>
              <a:rPr lang="ru-RU" sz="1600" dirty="0" err="1">
                <a:solidFill>
                  <a:schemeClr val="tx1"/>
                </a:solidFill>
                <a:latin typeface="Courier New" pitchFamily="49" charset="0"/>
              </a:rPr>
              <a:t>ИмяФайла</a:t>
            </a:r>
            <a:r>
              <a:rPr lang="ru-RU" sz="1600" dirty="0">
                <a:solidFill>
                  <a:schemeClr val="tx1"/>
                </a:solidFill>
                <a:latin typeface="Courier New" pitchFamily="49" charset="0"/>
              </a:rPr>
              <a:t>"</a:t>
            </a:r>
            <a:r>
              <a:rPr lang="ru-RU" sz="1600" dirty="0">
                <a:solidFill>
                  <a:srgbClr val="FF0000"/>
                </a:solidFill>
                <a:latin typeface="Courier New" pitchFamily="49" charset="0"/>
              </a:rPr>
              <a:t>);</a:t>
            </a:r>
          </a:p>
          <a:p>
            <a:pPr>
              <a:lnSpc>
                <a:spcPct val="80000"/>
              </a:lnSpc>
              <a:buFontTx/>
              <a:buNone/>
            </a:pPr>
            <a:r>
              <a:rPr lang="ru-RU" sz="1600" dirty="0" err="1">
                <a:latin typeface="Courier New" pitchFamily="49" charset="0"/>
              </a:rPr>
              <a:t>ТЗЦены</a:t>
            </a:r>
            <a:r>
              <a:rPr lang="ru-RU" sz="1600" dirty="0" err="1">
                <a:solidFill>
                  <a:srgbClr val="FF0000"/>
                </a:solidFill>
                <a:latin typeface="Courier New" pitchFamily="49" charset="0"/>
              </a:rPr>
              <a:t>.</a:t>
            </a:r>
            <a:r>
              <a:rPr lang="ru-RU" sz="1600" dirty="0" err="1">
                <a:latin typeface="Courier New" pitchFamily="49" charset="0"/>
              </a:rPr>
              <a:t>Колонки</a:t>
            </a:r>
            <a:r>
              <a:rPr lang="ru-RU" sz="1600" dirty="0" err="1">
                <a:solidFill>
                  <a:srgbClr val="FF0000"/>
                </a:solidFill>
                <a:latin typeface="Courier New" pitchFamily="49" charset="0"/>
              </a:rPr>
              <a:t>.</a:t>
            </a:r>
            <a:r>
              <a:rPr lang="ru-RU" sz="1600" dirty="0" err="1">
                <a:latin typeface="Courier New" pitchFamily="49" charset="0"/>
              </a:rPr>
              <a:t>Добавить</a:t>
            </a:r>
            <a:r>
              <a:rPr lang="ru-RU" sz="1600" dirty="0">
                <a:solidFill>
                  <a:srgbClr val="FF0000"/>
                </a:solidFill>
                <a:latin typeface="Courier New" pitchFamily="49" charset="0"/>
              </a:rPr>
              <a:t>(</a:t>
            </a:r>
            <a:r>
              <a:rPr lang="ru-RU" sz="1600" dirty="0">
                <a:solidFill>
                  <a:schemeClr val="tx1"/>
                </a:solidFill>
                <a:latin typeface="Courier New" pitchFamily="49" charset="0"/>
              </a:rPr>
              <a:t>"</a:t>
            </a:r>
            <a:r>
              <a:rPr lang="ru-RU" sz="1600" dirty="0" err="1">
                <a:solidFill>
                  <a:schemeClr val="tx1"/>
                </a:solidFill>
                <a:latin typeface="Courier New" pitchFamily="49" charset="0"/>
              </a:rPr>
              <a:t>КоличествоСтрок</a:t>
            </a:r>
            <a:r>
              <a:rPr lang="ru-RU" sz="1600" dirty="0">
                <a:solidFill>
                  <a:schemeClr val="tx1"/>
                </a:solidFill>
                <a:latin typeface="Courier New" pitchFamily="49" charset="0"/>
              </a:rPr>
              <a:t>"</a:t>
            </a:r>
            <a:r>
              <a:rPr lang="ru-RU" sz="1600" dirty="0">
                <a:solidFill>
                  <a:srgbClr val="FF0000"/>
                </a:solidFill>
                <a:latin typeface="Courier New" pitchFamily="49" charset="0"/>
              </a:rPr>
              <a:t>);</a:t>
            </a:r>
          </a:p>
          <a:p>
            <a:pPr>
              <a:lnSpc>
                <a:spcPct val="80000"/>
              </a:lnSpc>
              <a:buFontTx/>
              <a:buNone/>
            </a:pPr>
            <a:r>
              <a:rPr lang="ru-RU" sz="1600" dirty="0" err="1">
                <a:latin typeface="Courier New" pitchFamily="49" charset="0"/>
              </a:rPr>
              <a:t>ТЗЦены</a:t>
            </a:r>
            <a:r>
              <a:rPr lang="ru-RU" sz="1600" dirty="0" err="1">
                <a:solidFill>
                  <a:srgbClr val="FF0000"/>
                </a:solidFill>
                <a:latin typeface="Courier New" pitchFamily="49" charset="0"/>
              </a:rPr>
              <a:t>.</a:t>
            </a:r>
            <a:r>
              <a:rPr lang="ru-RU" sz="1600" dirty="0" err="1">
                <a:latin typeface="Courier New" pitchFamily="49" charset="0"/>
              </a:rPr>
              <a:t>Колонки</a:t>
            </a:r>
            <a:r>
              <a:rPr lang="ru-RU" sz="1600" dirty="0" err="1">
                <a:solidFill>
                  <a:srgbClr val="FF0000"/>
                </a:solidFill>
                <a:latin typeface="Courier New" pitchFamily="49" charset="0"/>
              </a:rPr>
              <a:t>.</a:t>
            </a:r>
            <a:r>
              <a:rPr lang="ru-RU" sz="1600" dirty="0" err="1">
                <a:latin typeface="Courier New" pitchFamily="49" charset="0"/>
              </a:rPr>
              <a:t>Добавить</a:t>
            </a:r>
            <a:r>
              <a:rPr lang="ru-RU" sz="1600" dirty="0">
                <a:solidFill>
                  <a:srgbClr val="FF0000"/>
                </a:solidFill>
                <a:latin typeface="Courier New" pitchFamily="49" charset="0"/>
              </a:rPr>
              <a:t>(</a:t>
            </a:r>
            <a:r>
              <a:rPr lang="ru-RU" sz="1600" dirty="0">
                <a:solidFill>
                  <a:schemeClr val="tx1"/>
                </a:solidFill>
                <a:latin typeface="Courier New" pitchFamily="49" charset="0"/>
              </a:rPr>
              <a:t>"</a:t>
            </a:r>
            <a:r>
              <a:rPr lang="ru-RU" sz="1600" dirty="0" err="1">
                <a:solidFill>
                  <a:schemeClr val="tx1"/>
                </a:solidFill>
                <a:latin typeface="Courier New" pitchFamily="49" charset="0"/>
              </a:rPr>
              <a:t>ГруппаТоваров</a:t>
            </a:r>
            <a:r>
              <a:rPr lang="ru-RU" sz="1600" dirty="0">
                <a:solidFill>
                  <a:schemeClr val="tx1"/>
                </a:solidFill>
                <a:latin typeface="Courier New" pitchFamily="49" charset="0"/>
              </a:rPr>
              <a:t>"</a:t>
            </a:r>
            <a:r>
              <a:rPr lang="ru-RU" sz="1600" dirty="0">
                <a:solidFill>
                  <a:srgbClr val="FF0000"/>
                </a:solidFill>
                <a:latin typeface="Courier New" pitchFamily="49" charset="0"/>
              </a:rPr>
              <a:t>);</a:t>
            </a:r>
          </a:p>
          <a:p>
            <a:pPr>
              <a:lnSpc>
                <a:spcPct val="80000"/>
              </a:lnSpc>
              <a:buFontTx/>
              <a:buNone/>
            </a:pPr>
            <a:endParaRPr lang="ru-RU" sz="1600" dirty="0">
              <a:latin typeface="Courier New" pitchFamily="49" charset="0"/>
            </a:endParaRPr>
          </a:p>
          <a:p>
            <a:pPr>
              <a:lnSpc>
                <a:spcPct val="80000"/>
              </a:lnSpc>
              <a:buFontTx/>
              <a:buNone/>
            </a:pPr>
            <a:r>
              <a:rPr lang="ru-RU" sz="1600" dirty="0" err="1">
                <a:latin typeface="Courier New" pitchFamily="49" charset="0"/>
              </a:rPr>
              <a:t>ПерваяСтрока</a:t>
            </a:r>
            <a:r>
              <a:rPr lang="ru-RU" sz="1600" dirty="0">
                <a:latin typeface="Courier New" pitchFamily="49" charset="0"/>
              </a:rPr>
              <a:t> </a:t>
            </a:r>
            <a:r>
              <a:rPr lang="ru-RU" sz="1600" dirty="0">
                <a:solidFill>
                  <a:srgbClr val="FF0000"/>
                </a:solidFill>
                <a:latin typeface="Courier New" pitchFamily="49" charset="0"/>
              </a:rPr>
              <a:t>=</a:t>
            </a:r>
            <a:r>
              <a:rPr lang="ru-RU" sz="1600" dirty="0">
                <a:latin typeface="Courier New" pitchFamily="49" charset="0"/>
              </a:rPr>
              <a:t> </a:t>
            </a:r>
            <a:r>
              <a:rPr lang="ru-RU" sz="1600" dirty="0" err="1">
                <a:latin typeface="Courier New" pitchFamily="49" charset="0"/>
              </a:rPr>
              <a:t>ТЗЦены.Добавить</a:t>
            </a:r>
            <a:r>
              <a:rPr lang="ru-RU" sz="1600" dirty="0">
                <a:solidFill>
                  <a:srgbClr val="FF0000"/>
                </a:solidFill>
                <a:latin typeface="Courier New" pitchFamily="49" charset="0"/>
              </a:rPr>
              <a:t>();</a:t>
            </a:r>
          </a:p>
          <a:p>
            <a:pPr>
              <a:lnSpc>
                <a:spcPct val="80000"/>
              </a:lnSpc>
              <a:buFontTx/>
              <a:buNone/>
            </a:pPr>
            <a:r>
              <a:rPr lang="ru-RU" sz="1600" dirty="0" err="1">
                <a:latin typeface="Courier New" pitchFamily="49" charset="0"/>
              </a:rPr>
              <a:t>ПерваяСтрока</a:t>
            </a:r>
            <a:r>
              <a:rPr lang="ru-RU" sz="1600" dirty="0" err="1">
                <a:solidFill>
                  <a:srgbClr val="FF0000"/>
                </a:solidFill>
                <a:latin typeface="Courier New" pitchFamily="49" charset="0"/>
              </a:rPr>
              <a:t>.</a:t>
            </a:r>
            <a:r>
              <a:rPr lang="ru-RU" sz="1600" dirty="0" err="1">
                <a:latin typeface="Courier New" pitchFamily="49" charset="0"/>
              </a:rPr>
              <a:t>ИмяФайла</a:t>
            </a:r>
            <a:r>
              <a:rPr lang="ru-RU" sz="1600" dirty="0">
                <a:latin typeface="Courier New" pitchFamily="49" charset="0"/>
              </a:rPr>
              <a:t>        </a:t>
            </a:r>
            <a:r>
              <a:rPr lang="ru-RU" sz="1600" dirty="0">
                <a:solidFill>
                  <a:srgbClr val="FF0000"/>
                </a:solidFill>
                <a:latin typeface="Courier New" pitchFamily="49" charset="0"/>
              </a:rPr>
              <a:t>=</a:t>
            </a:r>
            <a:r>
              <a:rPr lang="ru-RU" sz="1600" dirty="0">
                <a:latin typeface="Courier New" pitchFamily="49" charset="0"/>
              </a:rPr>
              <a:t> </a:t>
            </a:r>
            <a:r>
              <a:rPr lang="ru-RU" sz="1600" dirty="0">
                <a:solidFill>
                  <a:schemeClr val="tx1"/>
                </a:solidFill>
                <a:latin typeface="Courier New" pitchFamily="49" charset="0"/>
              </a:rPr>
              <a:t>"Прайс ОАО "Лето"".</a:t>
            </a:r>
            <a:r>
              <a:rPr lang="ru-RU" sz="1600" dirty="0" err="1">
                <a:solidFill>
                  <a:schemeClr val="tx1"/>
                </a:solidFill>
                <a:latin typeface="Courier New" pitchFamily="49" charset="0"/>
              </a:rPr>
              <a:t>xls</a:t>
            </a:r>
            <a:r>
              <a:rPr lang="ru-RU" sz="1600" dirty="0">
                <a:solidFill>
                  <a:schemeClr val="tx1"/>
                </a:solidFill>
                <a:latin typeface="Courier New" pitchFamily="49" charset="0"/>
              </a:rPr>
              <a:t>"</a:t>
            </a:r>
            <a:r>
              <a:rPr lang="ru-RU" sz="1600" dirty="0">
                <a:solidFill>
                  <a:srgbClr val="FF0000"/>
                </a:solidFill>
                <a:latin typeface="Courier New" pitchFamily="49" charset="0"/>
              </a:rPr>
              <a:t>;</a:t>
            </a:r>
          </a:p>
          <a:p>
            <a:pPr>
              <a:lnSpc>
                <a:spcPct val="80000"/>
              </a:lnSpc>
              <a:buFontTx/>
              <a:buNone/>
            </a:pPr>
            <a:r>
              <a:rPr lang="ru-RU" sz="1600" dirty="0" err="1">
                <a:latin typeface="Courier New" pitchFamily="49" charset="0"/>
              </a:rPr>
              <a:t>ПерваяСтрока</a:t>
            </a:r>
            <a:r>
              <a:rPr lang="ru-RU" sz="1600" dirty="0" err="1">
                <a:solidFill>
                  <a:srgbClr val="FF0000"/>
                </a:solidFill>
                <a:latin typeface="Courier New" pitchFamily="49" charset="0"/>
              </a:rPr>
              <a:t>.</a:t>
            </a:r>
            <a:r>
              <a:rPr lang="ru-RU" sz="1600" dirty="0" err="1">
                <a:latin typeface="Courier New" pitchFamily="49" charset="0"/>
              </a:rPr>
              <a:t>КоличествоСтрок</a:t>
            </a:r>
            <a:r>
              <a:rPr lang="ru-RU" sz="1600" dirty="0">
                <a:latin typeface="Courier New" pitchFamily="49" charset="0"/>
              </a:rPr>
              <a:t> </a:t>
            </a:r>
            <a:r>
              <a:rPr lang="ru-RU" sz="1600" dirty="0">
                <a:solidFill>
                  <a:srgbClr val="FF0000"/>
                </a:solidFill>
                <a:latin typeface="Courier New" pitchFamily="49" charset="0"/>
              </a:rPr>
              <a:t>=</a:t>
            </a:r>
            <a:r>
              <a:rPr lang="ru-RU" sz="1600" dirty="0">
                <a:latin typeface="Courier New" pitchFamily="49" charset="0"/>
              </a:rPr>
              <a:t> 500</a:t>
            </a:r>
            <a:r>
              <a:rPr lang="ru-RU" sz="1600" dirty="0">
                <a:solidFill>
                  <a:srgbClr val="FF0000"/>
                </a:solidFill>
                <a:latin typeface="Courier New" pitchFamily="49" charset="0"/>
              </a:rPr>
              <a:t>;</a:t>
            </a:r>
          </a:p>
          <a:p>
            <a:pPr>
              <a:lnSpc>
                <a:spcPct val="80000"/>
              </a:lnSpc>
              <a:buNone/>
            </a:pPr>
            <a:r>
              <a:rPr lang="ru-RU" sz="1600" dirty="0" err="1">
                <a:latin typeface="Courier New" pitchFamily="49" charset="0"/>
              </a:rPr>
              <a:t>ПерваяСтрока</a:t>
            </a:r>
            <a:r>
              <a:rPr lang="ru-RU" sz="1600" dirty="0" err="1">
                <a:solidFill>
                  <a:srgbClr val="FF0000"/>
                </a:solidFill>
                <a:latin typeface="Courier New" pitchFamily="49" charset="0"/>
              </a:rPr>
              <a:t>.</a:t>
            </a:r>
            <a:r>
              <a:rPr lang="ru-RU" sz="1600" dirty="0" err="1">
                <a:latin typeface="Courier New" pitchFamily="49" charset="0"/>
              </a:rPr>
              <a:t>ГруппаТоваров</a:t>
            </a:r>
            <a:r>
              <a:rPr lang="ru-RU" sz="1600" dirty="0">
                <a:latin typeface="Courier New" pitchFamily="49" charset="0"/>
              </a:rPr>
              <a:t>   </a:t>
            </a:r>
            <a:r>
              <a:rPr lang="ru-RU" sz="1600" dirty="0">
                <a:solidFill>
                  <a:srgbClr val="FF0000"/>
                </a:solidFill>
                <a:latin typeface="Courier New" pitchFamily="49" charset="0"/>
              </a:rPr>
              <a:t>=</a:t>
            </a:r>
            <a:r>
              <a:rPr lang="ru-RU" sz="1600" dirty="0">
                <a:latin typeface="Courier New" pitchFamily="49" charset="0"/>
              </a:rPr>
              <a:t> </a:t>
            </a:r>
            <a:r>
              <a:rPr lang="ru-RU" sz="1000" dirty="0" err="1">
                <a:latin typeface="Courier New" pitchFamily="49" charset="0"/>
              </a:rPr>
              <a:t>Справочники.Номенклатура.НайтиПоНаименованию</a:t>
            </a:r>
            <a:r>
              <a:rPr lang="ru-RU" sz="1000" dirty="0">
                <a:latin typeface="Courier New" pitchFamily="49" charset="0"/>
              </a:rPr>
              <a:t>(</a:t>
            </a:r>
            <a:r>
              <a:rPr lang="ru-RU" sz="1000" dirty="0">
                <a:solidFill>
                  <a:schemeClr val="tx1"/>
                </a:solidFill>
                <a:latin typeface="Courier New" pitchFamily="49" charset="0"/>
              </a:rPr>
              <a:t>"Лето"</a:t>
            </a:r>
            <a:r>
              <a:rPr lang="ru-RU" sz="1000" dirty="0">
                <a:latin typeface="Courier New" pitchFamily="49" charset="0"/>
              </a:rPr>
              <a:t>)</a:t>
            </a:r>
            <a:r>
              <a:rPr lang="ru-RU" sz="1000" dirty="0">
                <a:solidFill>
                  <a:srgbClr val="FF0000"/>
                </a:solidFill>
                <a:latin typeface="Courier New" pitchFamily="49" charset="0"/>
              </a:rPr>
              <a:t>;</a:t>
            </a:r>
          </a:p>
          <a:p>
            <a:pPr>
              <a:lnSpc>
                <a:spcPct val="80000"/>
              </a:lnSpc>
              <a:buFontTx/>
              <a:buNone/>
            </a:pPr>
            <a:endParaRPr lang="ru-RU" sz="1000" dirty="0">
              <a:latin typeface="Courier New" pitchFamily="49" charset="0"/>
            </a:endParaRPr>
          </a:p>
          <a:p>
            <a:pPr>
              <a:lnSpc>
                <a:spcPct val="80000"/>
              </a:lnSpc>
              <a:buFontTx/>
              <a:buNone/>
            </a:pPr>
            <a:r>
              <a:rPr lang="ru-RU" sz="1600" dirty="0">
                <a:latin typeface="Courier New" pitchFamily="49" charset="0"/>
              </a:rPr>
              <a:t>...</a:t>
            </a:r>
          </a:p>
        </p:txBody>
      </p:sp>
      <p:sp>
        <p:nvSpPr>
          <p:cNvPr id="32770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228600"/>
            <a:ext cx="8229600" cy="990600"/>
          </a:xfrm>
        </p:spPr>
        <p:txBody>
          <a:bodyPr/>
          <a:lstStyle/>
          <a:p>
            <a:r>
              <a:rPr lang="ru-RU" dirty="0">
                <a:solidFill>
                  <a:srgbClr val="FF0000"/>
                </a:solidFill>
              </a:rPr>
              <a:t>Таблица значений</a:t>
            </a:r>
          </a:p>
        </p:txBody>
      </p:sp>
      <p:graphicFrame>
        <p:nvGraphicFramePr>
          <p:cNvPr id="6" name="Group 282"/>
          <p:cNvGraphicFramePr>
            <a:graphicFrameLocks noGrp="1"/>
          </p:cNvGraphicFramePr>
          <p:nvPr/>
        </p:nvGraphicFramePr>
        <p:xfrm>
          <a:off x="783158" y="1124744"/>
          <a:ext cx="2925762" cy="431800"/>
        </p:xfrm>
        <a:graphic>
          <a:graphicData uri="http://schemas.openxmlformats.org/drawingml/2006/table">
            <a:tbl>
              <a:tblPr/>
              <a:tblGrid>
                <a:gridCol w="292576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4318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u-RU" sz="1400" b="1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ИмяФайла</a:t>
                      </a:r>
                      <a:endParaRPr kumimoji="0" lang="ru-RU" sz="1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anchor="ctr" horzOverflow="overflow">
                    <a:lnL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0C0C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7" name="Group 282"/>
          <p:cNvGraphicFramePr>
            <a:graphicFrameLocks noGrp="1"/>
          </p:cNvGraphicFramePr>
          <p:nvPr/>
        </p:nvGraphicFramePr>
        <p:xfrm>
          <a:off x="783158" y="1124744"/>
          <a:ext cx="4868862" cy="431800"/>
        </p:xfrm>
        <a:graphic>
          <a:graphicData uri="http://schemas.openxmlformats.org/drawingml/2006/table">
            <a:tbl>
              <a:tblPr/>
              <a:tblGrid>
                <a:gridCol w="292576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9431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318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u-RU" sz="1400" b="1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ИмяФайла</a:t>
                      </a:r>
                      <a:endParaRPr kumimoji="0" lang="ru-RU" sz="1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anchor="ctr" horzOverflow="overflow">
                    <a:lnL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0C0C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u-RU" sz="1400" b="1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КоличествоСтрок</a:t>
                      </a:r>
                      <a:endParaRPr kumimoji="0" lang="ru-RU" sz="1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0C0C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8" name="Group 282"/>
          <p:cNvGraphicFramePr>
            <a:graphicFrameLocks noGrp="1"/>
          </p:cNvGraphicFramePr>
          <p:nvPr/>
        </p:nvGraphicFramePr>
        <p:xfrm>
          <a:off x="783158" y="1124744"/>
          <a:ext cx="7461250" cy="431800"/>
        </p:xfrm>
        <a:graphic>
          <a:graphicData uri="http://schemas.openxmlformats.org/drawingml/2006/table">
            <a:tbl>
              <a:tblPr/>
              <a:tblGrid>
                <a:gridCol w="292576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9431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59238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318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u-RU" sz="1400" b="1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ИмяФайла</a:t>
                      </a:r>
                      <a:endParaRPr kumimoji="0" lang="ru-RU" sz="1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anchor="ctr" horzOverflow="overflow">
                    <a:lnL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0C0C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u-RU" sz="1400" b="1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КоличествоСтрок</a:t>
                      </a:r>
                      <a:endParaRPr kumimoji="0" lang="ru-RU" sz="1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0C0C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u-RU" sz="1400" b="1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ГруппаТоваров</a:t>
                      </a:r>
                      <a:endParaRPr kumimoji="0" lang="ru-RU" sz="1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0C0C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9" name="Group 28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02008444"/>
              </p:ext>
            </p:extLst>
          </p:nvPr>
        </p:nvGraphicFramePr>
        <p:xfrm>
          <a:off x="783158" y="1115616"/>
          <a:ext cx="7461250" cy="1727200"/>
        </p:xfrm>
        <a:graphic>
          <a:graphicData uri="http://schemas.openxmlformats.org/drawingml/2006/table">
            <a:tbl>
              <a:tblPr/>
              <a:tblGrid>
                <a:gridCol w="292576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9431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59238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318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u-RU" sz="1400" b="1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ИмяФайла</a:t>
                      </a:r>
                      <a:endParaRPr kumimoji="0" lang="ru-RU" sz="1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anchor="ctr" horzOverflow="overflow">
                    <a:lnL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0C0C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u-RU" sz="1400" b="1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КоличествоСтрок</a:t>
                      </a:r>
                      <a:endParaRPr kumimoji="0" lang="ru-RU" sz="1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0C0C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u-RU" sz="1400" b="1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ГруппаТоваров</a:t>
                      </a:r>
                      <a:endParaRPr kumimoji="0" lang="ru-RU" sz="1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0C0C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3180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u-RU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Прайс ОАО "Лето".</a:t>
                      </a:r>
                      <a:r>
                        <a:rPr kumimoji="0" lang="ru-RU" sz="14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xls</a:t>
                      </a:r>
                      <a:endParaRPr kumimoji="0" lang="ru-RU" sz="1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anchor="ctr" horzOverflow="overflow">
                    <a:lnL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u-RU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500</a:t>
                      </a:r>
                      <a:endParaRPr kumimoji="0" lang="ru-RU" sz="1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L="0" marR="360000" marT="0" marB="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u-RU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Лето</a:t>
                      </a:r>
                      <a:endParaRPr kumimoji="0" lang="ru-RU" sz="1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L="360000" marR="90000" marT="46800" marB="4680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3180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u-RU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Список товаров ЗАО "Юг".</a:t>
                      </a:r>
                      <a:r>
                        <a:rPr kumimoji="0" lang="ru-RU" sz="14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xls</a:t>
                      </a:r>
                      <a:endParaRPr kumimoji="0" lang="ru-RU" sz="1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anchor="ctr" horzOverflow="overflow">
                    <a:lnL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u-RU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357</a:t>
                      </a:r>
                      <a:endParaRPr kumimoji="0" lang="ru-RU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L="0" marR="360000" marT="0" marB="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u-RU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Юг</a:t>
                      </a:r>
                      <a:endParaRPr kumimoji="0" lang="ru-RU" sz="1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L="360000" marR="90000" marT="46800" marB="4680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3180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u-RU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Цены ООО "Лукойл".</a:t>
                      </a:r>
                      <a:r>
                        <a:rPr kumimoji="0" lang="ru-RU" sz="14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xls</a:t>
                      </a:r>
                      <a:endParaRPr kumimoji="0" lang="ru-RU" sz="1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anchor="ctr" horzOverflow="overflow">
                    <a:lnL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u-RU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70 611</a:t>
                      </a:r>
                      <a:endParaRPr kumimoji="0" lang="ru-RU" sz="1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L="0" marR="360000" marT="0" marB="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u-RU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Лукойл</a:t>
                      </a:r>
                      <a:endParaRPr kumimoji="0" lang="ru-RU" sz="1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L="360000" marR="90000" marT="46800" marB="4680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65618904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theme/theme1.xml><?xml version="1.0" encoding="utf-8"?>
<a:theme xmlns:a="http://schemas.openxmlformats.org/drawingml/2006/main" name="СофтБаланс1">
  <a:themeElements>
    <a:clrScheme name="Office 2007-2010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Стандартная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СофтБаланс1" id="{544E1D70-FC81-461C-8A2C-95A7C0C1033B}" vid="{EC467584-E60C-463F-AF8D-1AD37B3FD37E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СофтБаланс</Template>
  <TotalTime>7458</TotalTime>
  <Words>2887</Words>
  <Application>Microsoft Office PowerPoint</Application>
  <PresentationFormat>Экран (4:3)</PresentationFormat>
  <Paragraphs>1052</Paragraphs>
  <Slides>79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8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79</vt:i4>
      </vt:variant>
    </vt:vector>
  </HeadingPairs>
  <TitlesOfParts>
    <vt:vector size="88" baseType="lpstr">
      <vt:lpstr>Arial</vt:lpstr>
      <vt:lpstr>Arial Black</vt:lpstr>
      <vt:lpstr>Calibri</vt:lpstr>
      <vt:lpstr>Courier New</vt:lpstr>
      <vt:lpstr>Tahoma</vt:lpstr>
      <vt:lpstr>Times New Roman</vt:lpstr>
      <vt:lpstr>Verdana</vt:lpstr>
      <vt:lpstr>Wingdings</vt:lpstr>
      <vt:lpstr>СофтБаланс1</vt:lpstr>
      <vt:lpstr>Занятие 3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Особенность встроенного программного языка</vt:lpstr>
      <vt:lpstr>Что располагается в модуле</vt:lpstr>
      <vt:lpstr>Операторы</vt:lpstr>
      <vt:lpstr>Операторы - синтаксис</vt:lpstr>
      <vt:lpstr>Объявление переменных</vt:lpstr>
      <vt:lpstr>Hello, World !</vt:lpstr>
      <vt:lpstr>Презентация PowerPoint</vt:lpstr>
      <vt:lpstr>Процедуры и функции</vt:lpstr>
      <vt:lpstr>Описание процедур и функций</vt:lpstr>
      <vt:lpstr>Структура модуля</vt:lpstr>
      <vt:lpstr>Структура модуля</vt:lpstr>
      <vt:lpstr>Структура модуля</vt:lpstr>
      <vt:lpstr>Не все процедуры одинаковы</vt:lpstr>
      <vt:lpstr>Программная работа с данными примитивного типа</vt:lpstr>
      <vt:lpstr>Примитивные типы: Булево</vt:lpstr>
      <vt:lpstr>Примитивные типы: Число</vt:lpstr>
      <vt:lpstr>Примитивные типы: Строка</vt:lpstr>
      <vt:lpstr>Примитивные типы: Дата</vt:lpstr>
      <vt:lpstr>Преобразование типов</vt:lpstr>
      <vt:lpstr>Работа с программными объектами</vt:lpstr>
      <vt:lpstr>Презентация PowerPoint</vt:lpstr>
      <vt:lpstr>Презентация PowerPoint</vt:lpstr>
      <vt:lpstr>Синтаксические конструкции</vt:lpstr>
      <vt:lpstr>Ветвление</vt:lpstr>
      <vt:lpstr>Ветвление</vt:lpstr>
      <vt:lpstr>Ветвление</vt:lpstr>
      <vt:lpstr>Цикл со счетчиком</vt:lpstr>
      <vt:lpstr>Цикл с предусловием</vt:lpstr>
      <vt:lpstr>Коллекции</vt:lpstr>
      <vt:lpstr>Коллекции - таблицы</vt:lpstr>
      <vt:lpstr>Данные в коллекции</vt:lpstr>
      <vt:lpstr>Данные в коллекции</vt:lpstr>
      <vt:lpstr>Цикл для обхода коллекций значений</vt:lpstr>
      <vt:lpstr>Общая форма</vt:lpstr>
      <vt:lpstr>Задача</vt:lpstr>
      <vt:lpstr>Разбор ФИО</vt:lpstr>
      <vt:lpstr>Разница дат</vt:lpstr>
      <vt:lpstr>Универсальные коллекции</vt:lpstr>
      <vt:lpstr>Универсальные коллекции значений</vt:lpstr>
      <vt:lpstr>Массив</vt:lpstr>
      <vt:lpstr>Массив</vt:lpstr>
      <vt:lpstr>Массив</vt:lpstr>
      <vt:lpstr>Массив</vt:lpstr>
      <vt:lpstr>Массив</vt:lpstr>
      <vt:lpstr>Структура</vt:lpstr>
      <vt:lpstr>Структура</vt:lpstr>
      <vt:lpstr>Структура</vt:lpstr>
      <vt:lpstr>Структура</vt:lpstr>
      <vt:lpstr>Структура</vt:lpstr>
      <vt:lpstr>Структура</vt:lpstr>
      <vt:lpstr>Структура</vt:lpstr>
      <vt:lpstr>Список значений</vt:lpstr>
      <vt:lpstr>Список значений</vt:lpstr>
      <vt:lpstr>Список значений</vt:lpstr>
      <vt:lpstr>Список значений</vt:lpstr>
      <vt:lpstr>Список значений</vt:lpstr>
      <vt:lpstr>Список значений</vt:lpstr>
      <vt:lpstr>Таблица значений</vt:lpstr>
      <vt:lpstr>Таблица значений</vt:lpstr>
      <vt:lpstr>Таблица значений</vt:lpstr>
      <vt:lpstr>Таблица значений</vt:lpstr>
      <vt:lpstr>Таблица значений</vt:lpstr>
      <vt:lpstr>Таблица значений</vt:lpstr>
      <vt:lpstr>Таблица значений</vt:lpstr>
      <vt:lpstr>Таблица значений</vt:lpstr>
      <vt:lpstr>Таблица значений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3 занятие</dc:title>
  <dc:creator>Сергей</dc:creator>
  <cp:lastModifiedBy>eugeniy sizov</cp:lastModifiedBy>
  <cp:revision>205</cp:revision>
  <dcterms:created xsi:type="dcterms:W3CDTF">2011-02-01T12:09:32Z</dcterms:created>
  <dcterms:modified xsi:type="dcterms:W3CDTF">2020-09-26T08:46:37Z</dcterms:modified>
</cp:coreProperties>
</file>