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63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774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134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42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56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80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45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209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98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0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23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F4037-C56E-41A5-B18A-E551052F7BDD}" type="datetimeFigureOut">
              <a:rPr lang="ru-RU" smtClean="0"/>
              <a:t>21.02.2014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1DAEB-4DA0-493A-96BE-D8829DBA02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7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Перерасчеты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42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353580" y="499083"/>
          <a:ext cx="6274657" cy="1486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638"/>
                <a:gridCol w="1210462"/>
                <a:gridCol w="1360727"/>
                <a:gridCol w="1160374"/>
                <a:gridCol w="1268456"/>
              </a:tblGrid>
              <a:tr h="688479"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расчета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Базовый период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Собранная база</a:t>
                      </a:r>
                      <a:endParaRPr lang="ru-RU" dirty="0"/>
                    </a:p>
                  </a:txBody>
                  <a:tcPr/>
                </a:tc>
              </a:tr>
              <a:tr h="398881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Премия 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01.05-31.05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98881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Премия 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01.05-31.05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668410" y="4795109"/>
          <a:ext cx="463532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8875"/>
                <a:gridCol w="1392324"/>
                <a:gridCol w="716692"/>
                <a:gridCol w="122743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Физ.</a:t>
                      </a:r>
                      <a:r>
                        <a:rPr lang="ru-RU" baseline="0" dirty="0" smtClean="0"/>
                        <a:t> лицо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расчета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ФПД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Оклад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1500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040544" y="2575011"/>
          <a:ext cx="4635328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8875"/>
                <a:gridCol w="1392324"/>
                <a:gridCol w="716692"/>
                <a:gridCol w="122743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расчета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1500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345989" y="2232453"/>
            <a:ext cx="8625016" cy="4497861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ru-RU" dirty="0" smtClean="0">
                <a:solidFill>
                  <a:schemeClr val="bg1">
                    <a:lumMod val="50000"/>
                  </a:schemeClr>
                </a:solidFill>
              </a:rPr>
              <a:t>База данных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7924" y="2232454"/>
            <a:ext cx="490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Регистр расчета «Дополнительные начисления»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69957" y="4481384"/>
            <a:ext cx="4625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accent2"/>
                </a:solidFill>
              </a:rPr>
              <a:t>Регистр расчета «Основные начисления»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61530" y="78259"/>
            <a:ext cx="6680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Набор записей регистра расчета «Дополнительные начисления»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2611395" y="1169774"/>
            <a:ext cx="1235675" cy="420130"/>
          </a:xfrm>
          <a:prstGeom prst="round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00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2" grpId="0" animBg="1"/>
      <p:bldP spid="2" grpId="1" animBg="1"/>
      <p:bldP spid="2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300777"/>
              </p:ext>
            </p:extLst>
          </p:nvPr>
        </p:nvGraphicFramePr>
        <p:xfrm>
          <a:off x="1353580" y="499083"/>
          <a:ext cx="6274657" cy="1486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638"/>
                <a:gridCol w="1210462"/>
                <a:gridCol w="1360727"/>
                <a:gridCol w="1160374"/>
                <a:gridCol w="1268456"/>
              </a:tblGrid>
              <a:tr h="688479"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расчета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Базовый период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Собранная база</a:t>
                      </a:r>
                      <a:endParaRPr lang="ru-RU" dirty="0"/>
                    </a:p>
                  </a:txBody>
                  <a:tcPr/>
                </a:tc>
              </a:tr>
              <a:tr h="398881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Премия 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01.05-31.05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98881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Премия 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01.05-31.05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631347"/>
              </p:ext>
            </p:extLst>
          </p:nvPr>
        </p:nvGraphicFramePr>
        <p:xfrm>
          <a:off x="3668410" y="4795109"/>
          <a:ext cx="463532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8875"/>
                <a:gridCol w="1392324"/>
                <a:gridCol w="716692"/>
                <a:gridCol w="122743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Физ.</a:t>
                      </a:r>
                      <a:r>
                        <a:rPr lang="ru-RU" baseline="0" dirty="0" smtClean="0"/>
                        <a:t> лицо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расчета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ФПД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Оклад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1500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25574"/>
              </p:ext>
            </p:extLst>
          </p:nvPr>
        </p:nvGraphicFramePr>
        <p:xfrm>
          <a:off x="1040544" y="2575011"/>
          <a:ext cx="4635328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8875"/>
                <a:gridCol w="1392324"/>
                <a:gridCol w="716692"/>
                <a:gridCol w="122743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расчета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1500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345989" y="2232453"/>
            <a:ext cx="8625016" cy="4497861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ru-RU" dirty="0" smtClean="0">
                <a:solidFill>
                  <a:schemeClr val="bg1">
                    <a:lumMod val="50000"/>
                  </a:schemeClr>
                </a:solidFill>
              </a:rPr>
              <a:t>База данных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7924" y="2232454"/>
            <a:ext cx="490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Регистр расчета «Дополнительные начисления»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69957" y="4481384"/>
            <a:ext cx="4625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accent2"/>
                </a:solidFill>
              </a:rPr>
              <a:t>Регистр расчета «Основные начисления»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9556" y="78259"/>
            <a:ext cx="838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Набор записей регистра расчета «Дополнительные начисления»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24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353580" y="499083"/>
          <a:ext cx="6274657" cy="1486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638"/>
                <a:gridCol w="1210462"/>
                <a:gridCol w="1360727"/>
                <a:gridCol w="1160374"/>
                <a:gridCol w="1268456"/>
              </a:tblGrid>
              <a:tr h="688479"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расчета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Базовый период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Собранная база</a:t>
                      </a:r>
                      <a:endParaRPr lang="ru-RU" dirty="0"/>
                    </a:p>
                  </a:txBody>
                  <a:tcPr/>
                </a:tc>
              </a:tr>
              <a:tr h="398881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Премия 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01.05-31.05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98881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Премия 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01.05-31.05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668410" y="4795109"/>
          <a:ext cx="463532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8875"/>
                <a:gridCol w="1392324"/>
                <a:gridCol w="716692"/>
                <a:gridCol w="122743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Физ.</a:t>
                      </a:r>
                      <a:r>
                        <a:rPr lang="ru-RU" baseline="0" dirty="0" smtClean="0"/>
                        <a:t> лицо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расчета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ФПД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Оклад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1500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040544" y="2575011"/>
          <a:ext cx="4635328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8875"/>
                <a:gridCol w="1392324"/>
                <a:gridCol w="716692"/>
                <a:gridCol w="122743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Сотрудник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Вид расчета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Иванова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2000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Баранов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Премия </a:t>
                      </a:r>
                      <a:r>
                        <a:rPr lang="en-US" dirty="0" smtClean="0"/>
                        <a:t>Ʃ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1500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345989" y="2232453"/>
            <a:ext cx="8625016" cy="4497861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ru-RU" dirty="0" smtClean="0">
                <a:solidFill>
                  <a:schemeClr val="bg1">
                    <a:lumMod val="50000"/>
                  </a:schemeClr>
                </a:solidFill>
              </a:rPr>
              <a:t>База данных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7924" y="2232454"/>
            <a:ext cx="490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>Регистр расчета «Дополнительные начисления»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69957" y="4481384"/>
            <a:ext cx="4625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accent2"/>
                </a:solidFill>
              </a:rPr>
              <a:t>Регистр расчета «Основные начисления»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9556" y="78259"/>
            <a:ext cx="838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Набор записей регистра расчета «Дополнительные начисления»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9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259</Words>
  <Application>Microsoft Office PowerPoint</Application>
  <PresentationFormat>Экран (4:3)</PresentationFormat>
  <Paragraphs>166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Перерасчеты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Перерасчеты</dc:title>
  <dc:creator>Сизов Евгений</dc:creator>
  <cp:lastModifiedBy>Сизов Евгений</cp:lastModifiedBy>
  <cp:revision>4</cp:revision>
  <dcterms:created xsi:type="dcterms:W3CDTF">2014-02-21T09:11:21Z</dcterms:created>
  <dcterms:modified xsi:type="dcterms:W3CDTF">2014-02-21T09:39:46Z</dcterms:modified>
</cp:coreProperties>
</file>