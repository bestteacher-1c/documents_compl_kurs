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3845379" y="138113"/>
            <a:ext cx="51160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Конфигурирование в системе</a:t>
            </a:r>
            <a:r>
              <a:rPr lang="ru-RU" sz="1600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1С:предприятие 8</a:t>
            </a:r>
            <a:endParaRPr lang="ru-RU" sz="1600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908719"/>
            <a:ext cx="8735864" cy="720081"/>
          </a:xfrm>
        </p:spPr>
        <p:txBody>
          <a:bodyPr/>
          <a:lstStyle>
            <a:lvl1pPr algn="ctr">
              <a:defRPr sz="36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777106"/>
            <a:ext cx="8735864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68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8778626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912465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79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3954090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836712"/>
            <a:ext cx="8778626" cy="93300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980853"/>
            <a:ext cx="4629150" cy="3968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7867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534887"/>
            <a:ext cx="8778626" cy="4414394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9388" y="610387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74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81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5032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Основные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объекты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908720"/>
            <a:ext cx="8789700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8196" y="1911571"/>
            <a:ext cx="7643813" cy="39687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63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757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0025" y="1052513"/>
            <a:ext cx="877093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/25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9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0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Средство чтения информации из базы данных 1С:Предприятие 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86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180000" y="648000"/>
            <a:ext cx="8778875" cy="857250"/>
          </a:xfrm>
        </p:spPr>
        <p:txBody>
          <a:bodyPr/>
          <a:lstStyle/>
          <a:p>
            <a:r>
              <a:rPr lang="ru-RU" dirty="0" smtClean="0"/>
              <a:t>Прочитать всю таблицу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872000"/>
            <a:ext cx="6753225" cy="1190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5112000"/>
            <a:ext cx="6753225" cy="11906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3096000"/>
            <a:ext cx="339090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476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Регистр сведений «Таблица»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6000" y="4752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Результат запроса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74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180000" y="648000"/>
            <a:ext cx="8778875" cy="857250"/>
          </a:xfrm>
        </p:spPr>
        <p:txBody>
          <a:bodyPr/>
          <a:lstStyle/>
          <a:p>
            <a:r>
              <a:rPr lang="ru-RU" dirty="0" smtClean="0"/>
              <a:t>Псевдонимы полей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872000"/>
            <a:ext cx="6753225" cy="1190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476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Регистр сведений «Таблица»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6000" y="4752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Результат запроса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00" y="5112000"/>
            <a:ext cx="6753226" cy="116698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000" y="3096000"/>
            <a:ext cx="3152775" cy="1285875"/>
          </a:xfrm>
          <a:prstGeom prst="rect">
            <a:avLst/>
          </a:prstGeom>
        </p:spPr>
      </p:pic>
      <p:sp>
        <p:nvSpPr>
          <p:cNvPr id="11" name="Полилиния 10"/>
          <p:cNvSpPr/>
          <p:nvPr/>
        </p:nvSpPr>
        <p:spPr>
          <a:xfrm>
            <a:off x="1570897" y="3062625"/>
            <a:ext cx="1581665" cy="366750"/>
          </a:xfrm>
          <a:custGeom>
            <a:avLst/>
            <a:gdLst>
              <a:gd name="connsiteX0" fmla="*/ 0 w 1581665"/>
              <a:gd name="connsiteY0" fmla="*/ 0 h 502508"/>
              <a:gd name="connsiteX1" fmla="*/ 486033 w 1581665"/>
              <a:gd name="connsiteY1" fmla="*/ 403654 h 502508"/>
              <a:gd name="connsiteX2" fmla="*/ 1581665 w 1581665"/>
              <a:gd name="connsiteY2" fmla="*/ 502508 h 50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1665" h="502508">
                <a:moveTo>
                  <a:pt x="0" y="0"/>
                </a:moveTo>
                <a:cubicBezTo>
                  <a:pt x="111211" y="159951"/>
                  <a:pt x="222422" y="319903"/>
                  <a:pt x="486033" y="403654"/>
                </a:cubicBezTo>
                <a:cubicBezTo>
                  <a:pt x="749644" y="487405"/>
                  <a:pt x="1432011" y="486032"/>
                  <a:pt x="1581665" y="502508"/>
                </a:cubicBezTo>
              </a:path>
            </a:pathLst>
          </a:custGeom>
          <a:noFill/>
          <a:ln>
            <a:solidFill>
              <a:srgbClr val="C00000"/>
            </a:solidFill>
            <a:prstDash val="dash"/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 11"/>
          <p:cNvSpPr/>
          <p:nvPr/>
        </p:nvSpPr>
        <p:spPr>
          <a:xfrm>
            <a:off x="2883243" y="3311611"/>
            <a:ext cx="3319849" cy="1779373"/>
          </a:xfrm>
          <a:custGeom>
            <a:avLst/>
            <a:gdLst>
              <a:gd name="connsiteX0" fmla="*/ 3377514 w 4672158"/>
              <a:gd name="connsiteY0" fmla="*/ 117317 h 1575415"/>
              <a:gd name="connsiteX1" fmla="*/ 4242487 w 4672158"/>
              <a:gd name="connsiteY1" fmla="*/ 117317 h 1575415"/>
              <a:gd name="connsiteX2" fmla="*/ 4440195 w 4672158"/>
              <a:gd name="connsiteY2" fmla="*/ 1336517 h 1575415"/>
              <a:gd name="connsiteX3" fmla="*/ 963827 w 4672158"/>
              <a:gd name="connsiteY3" fmla="*/ 1089382 h 1575415"/>
              <a:gd name="connsiteX4" fmla="*/ 0 w 4672158"/>
              <a:gd name="connsiteY4" fmla="*/ 1575415 h 157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2158" h="1575415">
                <a:moveTo>
                  <a:pt x="3377514" y="117317"/>
                </a:moveTo>
                <a:cubicBezTo>
                  <a:pt x="3721444" y="15717"/>
                  <a:pt x="4065374" y="-85883"/>
                  <a:pt x="4242487" y="117317"/>
                </a:cubicBezTo>
                <a:cubicBezTo>
                  <a:pt x="4419601" y="320517"/>
                  <a:pt x="4986638" y="1174506"/>
                  <a:pt x="4440195" y="1336517"/>
                </a:cubicBezTo>
                <a:cubicBezTo>
                  <a:pt x="3893752" y="1498528"/>
                  <a:pt x="1703859" y="1049566"/>
                  <a:pt x="963827" y="1089382"/>
                </a:cubicBezTo>
                <a:cubicBezTo>
                  <a:pt x="223795" y="1129198"/>
                  <a:pt x="142789" y="1469696"/>
                  <a:pt x="0" y="1575415"/>
                </a:cubicBez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02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180000" y="648000"/>
            <a:ext cx="8778875" cy="857250"/>
          </a:xfrm>
        </p:spPr>
        <p:txBody>
          <a:bodyPr/>
          <a:lstStyle/>
          <a:p>
            <a:r>
              <a:rPr lang="ru-RU" dirty="0" smtClean="0"/>
              <a:t>Прочитать не все поля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872000"/>
            <a:ext cx="6753225" cy="1190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476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Регистр сведений «Таблица»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6000" y="4752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Результат запроса</a:t>
            </a:r>
            <a:endParaRPr lang="ru-RU" dirty="0">
              <a:solidFill>
                <a:srgbClr val="00B05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3096000"/>
            <a:ext cx="3152775" cy="11239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00" y="5112000"/>
            <a:ext cx="66865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5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180000" y="648000"/>
            <a:ext cx="8778875" cy="857250"/>
          </a:xfrm>
        </p:spPr>
        <p:txBody>
          <a:bodyPr/>
          <a:lstStyle/>
          <a:p>
            <a:r>
              <a:rPr lang="ru-RU" dirty="0" smtClean="0"/>
              <a:t>Прочитать всю таблицу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872000"/>
            <a:ext cx="6753225" cy="1190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5112000"/>
            <a:ext cx="6753225" cy="11906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3096000"/>
            <a:ext cx="339090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476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Регистр сведений «Таблица»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6000" y="4752000"/>
            <a:ext cx="493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Результат запроса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офтБаланс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B05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СофтБаланс" id="{D468A462-E4F3-42AC-938E-7AF309CB7C08}" vid="{5F636A47-7929-4C57-BB28-0C53D1E4E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</Template>
  <TotalTime>33</TotalTime>
  <Words>49</Words>
  <Application>Microsoft Office PowerPoint</Application>
  <PresentationFormat>Экран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Tahoma</vt:lpstr>
      <vt:lpstr>Verdana</vt:lpstr>
      <vt:lpstr>Wingdings</vt:lpstr>
      <vt:lpstr>СофтБаланс</vt:lpstr>
      <vt:lpstr>Запросы</vt:lpstr>
      <vt:lpstr>Прочитать всю таблицу</vt:lpstr>
      <vt:lpstr>Псевдонимы полей</vt:lpstr>
      <vt:lpstr>Прочитать не все поля</vt:lpstr>
      <vt:lpstr>Прочитать всю таблицу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Запросы</dc:title>
  <dc:creator>Сизов Евгений</dc:creator>
  <cp:lastModifiedBy>Сизов Евгений</cp:lastModifiedBy>
  <cp:revision>4</cp:revision>
  <dcterms:created xsi:type="dcterms:W3CDTF">2015-12-07T10:43:12Z</dcterms:created>
  <dcterms:modified xsi:type="dcterms:W3CDTF">2015-12-07T11:16:47Z</dcterms:modified>
</cp:coreProperties>
</file>